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43" r:id="rId4"/>
    <p:sldMasterId id="2147484129" r:id="rId5"/>
    <p:sldMasterId id="2147484074" r:id="rId6"/>
    <p:sldMasterId id="2147484209" r:id="rId7"/>
  </p:sldMasterIdLst>
  <p:notesMasterIdLst>
    <p:notesMasterId r:id="rId75"/>
  </p:notesMasterIdLst>
  <p:handoutMasterIdLst>
    <p:handoutMasterId r:id="rId76"/>
  </p:handoutMasterIdLst>
  <p:sldIdLst>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1881839130" r:id="rId72"/>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re Template Slides" id="{FBB67E76-04FE-4302-A0D6-4AB89CA6987A}">
          <p14:sldIdLst>
            <p14:sldId id="1881839131"/>
            <p14:sldId id="1881839121"/>
            <p14:sldId id="1881839129"/>
            <p14:sldId id="325"/>
            <p14:sldId id="1881838994"/>
            <p14:sldId id="419"/>
            <p14:sldId id="1881839055"/>
            <p14:sldId id="1881839056"/>
            <p14:sldId id="1881839134"/>
            <p14:sldId id="1881839135"/>
            <p14:sldId id="1881839136"/>
            <p14:sldId id="1881839137"/>
            <p14:sldId id="1881839138"/>
            <p14:sldId id="1881839139"/>
            <p14:sldId id="1881839140"/>
            <p14:sldId id="1881839141"/>
            <p14:sldId id="1881839142"/>
            <p14:sldId id="316"/>
            <p14:sldId id="1881838956"/>
            <p14:sldId id="1881838957"/>
            <p14:sldId id="1881838958"/>
            <p14:sldId id="1881838959"/>
            <p14:sldId id="1881839067"/>
            <p14:sldId id="317"/>
            <p14:sldId id="339"/>
            <p14:sldId id="366"/>
            <p14:sldId id="1881838960"/>
            <p14:sldId id="1881838961"/>
            <p14:sldId id="1881838962"/>
            <p14:sldId id="1881839119"/>
          </p14:sldIdLst>
        </p14:section>
        <p14:section name="Large Content [LIGHT] Template Slides" id="{60133F68-BC6E-364E-AB06-1A31FE4C371A}">
          <p14:sldIdLst>
            <p14:sldId id="1881839030"/>
            <p14:sldId id="1881839132"/>
            <p14:sldId id="1881839063"/>
            <p14:sldId id="1881839064"/>
            <p14:sldId id="1881839034"/>
            <p14:sldId id="1881839035"/>
            <p14:sldId id="1881839036"/>
            <p14:sldId id="1881839037"/>
            <p14:sldId id="1881839038"/>
            <p14:sldId id="1881839039"/>
          </p14:sldIdLst>
        </p14:section>
        <p14:section name="Small Content [LIGHT] Template Slides" id="{3C17C418-23C7-B140-923C-583C4A9B2930}">
          <p14:sldIdLst>
            <p14:sldId id="1881839040"/>
            <p14:sldId id="1881839133"/>
            <p14:sldId id="1881839042"/>
            <p14:sldId id="1881839043"/>
            <p14:sldId id="1881839044"/>
            <p14:sldId id="1881839045"/>
            <p14:sldId id="1881839046"/>
            <p14:sldId id="1881839047"/>
            <p14:sldId id="1881839048"/>
            <p14:sldId id="1881839049"/>
            <p14:sldId id="1881839050"/>
            <p14:sldId id="1881839051"/>
            <p14:sldId id="1881839052"/>
            <p14:sldId id="1881839053"/>
          </p14:sldIdLst>
        </p14:section>
        <p14:section name="Data visualization" id="{99F1D1C2-26B7-4958-9918-92B928ADFD3B}">
          <p14:sldIdLst>
            <p14:sldId id="1881839092"/>
            <p14:sldId id="1881839095"/>
            <p14:sldId id="1881839091"/>
            <p14:sldId id="1881839107"/>
            <p14:sldId id="1881839096"/>
            <p14:sldId id="1881839093"/>
            <p14:sldId id="1881839099"/>
            <p14:sldId id="1881839081"/>
            <p14:sldId id="1881839100"/>
            <p14:sldId id="1881839101"/>
          </p14:sldIdLst>
        </p14:section>
        <p14:section name="Ending slides" id="{9627547A-2946-4DF2-82C7-3620E77F356D}">
          <p14:sldIdLst>
            <p14:sldId id="1881839130"/>
            <p14:sldId id="1881839104"/>
            <p14:sldId id="303"/>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909">
          <p15:clr>
            <a:srgbClr val="A4A3A4"/>
          </p15:clr>
        </p15:guide>
        <p15:guide id="2" pos="2189">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E458B67-C412-0511-FAB3-4B17EB321652}" name="Chris Kramer" initials="CK" userId="S::Christopher.Kramer@ey.com::91898555-a6b5-4c1b-8618-941af9b6286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474"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C4CD"/>
    <a:srgbClr val="F6F6FA"/>
    <a:srgbClr val="1A1A24"/>
    <a:srgbClr val="747480"/>
    <a:srgbClr val="32FFFF"/>
    <a:srgbClr val="FF00FF"/>
    <a:srgbClr val="C5FD45"/>
    <a:srgbClr val="80FBFD"/>
    <a:srgbClr val="FFE600"/>
    <a:srgbClr val="EB4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357" autoAdjust="0"/>
  </p:normalViewPr>
  <p:slideViewPr>
    <p:cSldViewPr snapToGrid="0" snapToObjects="1" showGuides="1">
      <p:cViewPr varScale="1">
        <p:scale>
          <a:sx n="91" d="100"/>
          <a:sy n="91" d="100"/>
        </p:scale>
        <p:origin x="322" y="91"/>
      </p:cViewPr>
      <p:guideLst/>
    </p:cSldViewPr>
  </p:slideViewPr>
  <p:outlineViewPr>
    <p:cViewPr>
      <p:scale>
        <a:sx n="33" d="100"/>
        <a:sy n="33" d="100"/>
      </p:scale>
      <p:origin x="0" y="-11262"/>
    </p:cViewPr>
  </p:outlineViewPr>
  <p:notesTextViewPr>
    <p:cViewPr>
      <p:scale>
        <a:sx n="50" d="100"/>
        <a:sy n="50" d="100"/>
      </p:scale>
      <p:origin x="0" y="0"/>
    </p:cViewPr>
  </p:notesTextViewPr>
  <p:sorterViewPr>
    <p:cViewPr varScale="1">
      <p:scale>
        <a:sx n="1" d="1"/>
        <a:sy n="1" d="1"/>
      </p:scale>
      <p:origin x="0" y="-22440"/>
    </p:cViewPr>
  </p:sorterViewPr>
  <p:notesViewPr>
    <p:cSldViewPr snapToGrid="0" snapToObjects="1" showGuides="1">
      <p:cViewPr varScale="1">
        <p:scale>
          <a:sx n="79" d="100"/>
          <a:sy n="79" d="100"/>
        </p:scale>
        <p:origin x="2172" y="114"/>
      </p:cViewPr>
      <p:guideLst>
        <p:guide orient="horz" pos="2909"/>
        <p:guide pos="2189"/>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slide" Target="slides/slide17.xml"/><Relationship Id="rId34" Type="http://schemas.openxmlformats.org/officeDocument/2006/relationships/slide" Target="slides/slide18.xml"/><Relationship Id="rId35" Type="http://schemas.openxmlformats.org/officeDocument/2006/relationships/slide" Target="slides/slide19.xml"/><Relationship Id="rId36" Type="http://schemas.openxmlformats.org/officeDocument/2006/relationships/slide" Target="slides/slide20.xml"/><Relationship Id="rId72" Type="http://schemas.openxmlformats.org/officeDocument/2006/relationships/slide" Target="slides/slide65.xml"/><Relationship Id="rId75" Type="http://schemas.openxmlformats.org/officeDocument/2006/relationships/notesMaster" Target="notesMasters/notesMaster1.xml"/><Relationship Id="rId76" Type="http://schemas.openxmlformats.org/officeDocument/2006/relationships/handoutMaster" Target="handoutMasters/handoutMaster1.xml"/><Relationship Id="rId77" Type="http://schemas.openxmlformats.org/officeDocument/2006/relationships/commentAuthors" Target="commentAuthors.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 Id="rId82"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Base</c:v>
                </c:pt>
              </c:strCache>
            </c:strRef>
          </c:tx>
          <c:spPr>
            <a:noFill/>
            <a:ln>
              <a:noFill/>
            </a:ln>
          </c:spPr>
          <c:cat>
            <c:strRef>
              <c:f>Sheet1!$A$2:$A$8</c:f>
              <c:strCache>
                <c:ptCount val="7"/>
                <c:pt idx="0">
                  <c:v>Insurance revenue</c:v>
                </c:pt>
                <c:pt idx="1">
                  <c:v>Insurance service expenses</c:v>
                </c:pt>
                <c:pt idx="2">
                  <c:v>Net reinsurance cost</c:v>
                </c:pt>
                <c:pt idx="3">
                  <c:v>Insurance service result</c:v>
                </c:pt>
                <c:pt idx="4">
                  <c:v>Investment and other income, net</c:v>
                </c:pt>
                <c:pt idx="5">
                  <c:v>Other operating expenses (overhead)</c:v>
                </c:pt>
                <c:pt idx="6">
                  <c:v>Profit before tax</c:v>
                </c:pt>
              </c:strCache>
            </c:strRef>
          </c:cat>
          <c:val>
            <c:numRef>
              <c:f>Sheet1!$B$2:$B$8</c:f>
              <c:numCache>
                <c:formatCode>General</c:formatCode>
                <c:ptCount val="7"/>
                <c:pt idx="0">
                  <c:v>0</c:v>
                </c:pt>
                <c:pt idx="1">
                  <c:v>1854</c:v>
                </c:pt>
                <c:pt idx="2">
                  <c:v>1655</c:v>
                </c:pt>
                <c:pt idx="3">
                  <c:v>0</c:v>
                </c:pt>
                <c:pt idx="4">
                  <c:v>1655</c:v>
                </c:pt>
                <c:pt idx="5">
                  <c:v>1448</c:v>
                </c:pt>
                <c:pt idx="6">
                  <c:v>0</c:v>
                </c:pt>
              </c:numCache>
            </c:numRef>
          </c:val>
        </c:ser>
        <c:ser>
          <c:idx val="1"/>
          <c:order val="1"/>
          <c:tx>
            <c:strRef>
              <c:f>Sheet1!$C$1</c:f>
              <c:strCache>
                <c:ptCount val="1"/>
                <c:pt idx="0">
                  <c:v>Rm</c:v>
                </c:pt>
              </c:strCache>
            </c:strRef>
          </c:tx>
          <c:dPt>
            <c:idx val="0"/>
            <c:spPr>
              <a:solidFill>
                <a:srgbClr val="1A1A24"/>
              </a:solidFill>
            </c:spPr>
          </c:dPt>
          <c:dPt>
            <c:idx val="1"/>
            <c:spPr>
              <a:solidFill>
                <a:srgbClr val="C4C4CD"/>
              </a:solidFill>
            </c:spPr>
          </c:dPt>
          <c:dPt>
            <c:idx val="2"/>
            <c:spPr>
              <a:solidFill>
                <a:srgbClr val="C4C4CD"/>
              </a:solidFill>
            </c:spPr>
          </c:dPt>
          <c:dPt>
            <c:idx val="3"/>
            <c:spPr>
              <a:solidFill>
                <a:srgbClr val="1A1A24"/>
              </a:solidFill>
            </c:spPr>
          </c:dPt>
          <c:dPt>
            <c:idx val="4"/>
            <c:spPr>
              <a:solidFill>
                <a:srgbClr val="747480"/>
              </a:solidFill>
            </c:spPr>
          </c:dPt>
          <c:dPt>
            <c:idx val="5"/>
            <c:spPr>
              <a:solidFill>
                <a:srgbClr val="FFE600"/>
              </a:solidFill>
            </c:spPr>
          </c:dPt>
          <c:dPt>
            <c:idx val="6"/>
            <c:spPr>
              <a:solidFill>
                <a:srgbClr val="1A1A24"/>
              </a:solidFill>
            </c:spPr>
          </c:dPt>
          <c:dLbls>
            <c:dLbl>
              <c:idx val="0"/>
              <c:spPr/>
              <c:txPr>
                <a:bodyPr/>
                <a:lstStyle/>
                <a:p>
                  <a:pPr>
                    <a:defRPr sz="750" b="1">
                      <a:solidFill>
                        <a:srgbClr val="FFFFFF"/>
                      </a:solidFill>
                    </a:defRPr>
                  </a:pPr>
                </a:p>
              </c:txPr>
              <c:showLegendKey val="0"/>
              <c:showVal val="1"/>
              <c:showCatName val="0"/>
              <c:showSerName val="0"/>
              <c:showPercent val="0"/>
              <c:showBubbleSize val="0"/>
            </c:dLbl>
            <c:dLbl>
              <c:idx val="1"/>
              <c:spPr/>
              <c:txPr>
                <a:bodyPr/>
                <a:lstStyle/>
                <a:p>
                  <a:pPr>
                    <a:defRPr sz="750" b="1">
                      <a:solidFill>
                        <a:srgbClr val="1A1A24"/>
                      </a:solidFill>
                    </a:defRPr>
                  </a:pPr>
                </a:p>
              </c:txPr>
              <c:showLegendKey val="0"/>
              <c:showVal val="1"/>
              <c:showCatName val="0"/>
              <c:showSerName val="0"/>
              <c:showPercent val="0"/>
              <c:showBubbleSize val="0"/>
            </c:dLbl>
            <c:dLbl>
              <c:idx val="2"/>
              <c:spPr/>
              <c:txPr>
                <a:bodyPr/>
                <a:lstStyle/>
                <a:p>
                  <a:pPr>
                    <a:defRPr sz="750" b="1">
                      <a:solidFill>
                        <a:srgbClr val="1A1A24"/>
                      </a:solidFill>
                    </a:defRPr>
                  </a:pPr>
                </a:p>
              </c:txPr>
              <c:showLegendKey val="0"/>
              <c:showVal val="1"/>
              <c:showCatName val="0"/>
              <c:showSerName val="0"/>
              <c:showPercent val="0"/>
              <c:showBubbleSize val="0"/>
            </c:dLbl>
            <c:dLbl>
              <c:idx val="3"/>
              <c:spPr/>
              <c:txPr>
                <a:bodyPr/>
                <a:lstStyle/>
                <a:p>
                  <a:pPr>
                    <a:defRPr sz="750" b="1">
                      <a:solidFill>
                        <a:srgbClr val="FFFFFF"/>
                      </a:solidFill>
                    </a:defRPr>
                  </a:pPr>
                </a:p>
              </c:txPr>
              <c:showLegendKey val="0"/>
              <c:showVal val="1"/>
              <c:showCatName val="0"/>
              <c:showSerName val="0"/>
              <c:showPercent val="0"/>
              <c:showBubbleSize val="0"/>
            </c:dLbl>
            <c:dLbl>
              <c:idx val="4"/>
              <c:spPr/>
              <c:txPr>
                <a:bodyPr/>
                <a:lstStyle/>
                <a:p>
                  <a:pPr>
                    <a:defRPr sz="750" b="1">
                      <a:solidFill>
                        <a:srgbClr val="FFFFFF"/>
                      </a:solidFill>
                    </a:defRPr>
                  </a:pPr>
                </a:p>
              </c:txPr>
              <c:showLegendKey val="0"/>
              <c:showVal val="1"/>
              <c:showCatName val="0"/>
              <c:showSerName val="0"/>
              <c:showPercent val="0"/>
              <c:showBubbleSize val="0"/>
            </c:dLbl>
            <c:dLbl>
              <c:idx val="5"/>
              <c:spPr/>
              <c:txPr>
                <a:bodyPr/>
                <a:lstStyle/>
                <a:p>
                  <a:pPr>
                    <a:defRPr sz="750" b="1">
                      <a:solidFill>
                        <a:srgbClr val="1A1A24"/>
                      </a:solidFill>
                    </a:defRPr>
                  </a:pPr>
                </a:p>
              </c:txPr>
              <c:showLegendKey val="0"/>
              <c:showVal val="1"/>
              <c:showCatName val="0"/>
              <c:showSerName val="0"/>
              <c:showPercent val="0"/>
              <c:showBubbleSize val="0"/>
            </c:dLbl>
            <c:dLbl>
              <c:idx val="6"/>
              <c:spPr/>
              <c:txPr>
                <a:bodyPr/>
                <a:lstStyle/>
                <a:p>
                  <a:pPr>
                    <a:defRPr sz="750" b="1">
                      <a:solidFill>
                        <a:srgbClr val="FFFFFF"/>
                      </a:solidFill>
                    </a:defRPr>
                  </a:pPr>
                </a:p>
              </c:txPr>
              <c:showLegendKey val="0"/>
              <c:showVal val="1"/>
              <c:showCatName val="0"/>
              <c:showSerName val="0"/>
              <c:showPercent val="0"/>
              <c:showBubbleSize val="0"/>
            </c:dLbl>
            <c:numFmt formatCode="[&gt;=1000]#&quot; &quot;##0;0" sourceLinked="0"/>
            <c:txPr>
              <a:bodyPr/>
              <a:lstStyle/>
              <a:p>
                <a:pPr>
                  <a:defRPr sz="750" b="0"/>
                </a:pPr>
              </a:p>
            </c:txPr>
            <c:dLblPos val="inEnd"/>
            <c:showLegendKey val="0"/>
            <c:showVal val="1"/>
            <c:showCatName val="0"/>
            <c:showSerName val="0"/>
            <c:showPercent val="0"/>
            <c:showBubbleSize val="0"/>
            <c:showLeaderLines val="1"/>
          </c:dLbls>
          <c:cat>
            <c:strRef>
              <c:f>Sheet1!$A$2:$A$8</c:f>
              <c:strCache>
                <c:ptCount val="7"/>
                <c:pt idx="0">
                  <c:v>Insurance revenue</c:v>
                </c:pt>
                <c:pt idx="1">
                  <c:v>Insurance service expenses</c:v>
                </c:pt>
                <c:pt idx="2">
                  <c:v>Net reinsurance cost</c:v>
                </c:pt>
                <c:pt idx="3">
                  <c:v>Insurance service result</c:v>
                </c:pt>
                <c:pt idx="4">
                  <c:v>Investment and other income, net</c:v>
                </c:pt>
                <c:pt idx="5">
                  <c:v>Other operating expenses (overhead)</c:v>
                </c:pt>
                <c:pt idx="6">
                  <c:v>Profit before tax</c:v>
                </c:pt>
              </c:strCache>
            </c:strRef>
          </c:cat>
          <c:val>
            <c:numRef>
              <c:f>Sheet1!$C$2:$C$8</c:f>
              <c:numCache>
                <c:formatCode>General</c:formatCode>
                <c:ptCount val="7"/>
                <c:pt idx="0">
                  <c:v>9079</c:v>
                </c:pt>
                <c:pt idx="1">
                  <c:v>7225</c:v>
                </c:pt>
                <c:pt idx="2">
                  <c:v>199</c:v>
                </c:pt>
                <c:pt idx="3">
                  <c:v>1655</c:v>
                </c:pt>
                <c:pt idx="4">
                  <c:v>835</c:v>
                </c:pt>
                <c:pt idx="5">
                  <c:v>1042</c:v>
                </c:pt>
                <c:pt idx="6">
                  <c:v>1448</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C4C4CD"/>
            </a:solidFill>
          </a:ln>
        </c:spPr>
        <c:txPr>
          <a:bodyPr/>
          <a:lstStyle/>
          <a:p>
            <a:pPr>
              <a:defRPr sz="700"/>
            </a:pPr>
          </a:p>
        </c:txPr>
        <c:crossAx val="-2113994440"/>
        <c:crosses val="autoZero"/>
        <c:auto val="1"/>
        <c:lblAlgn val="ctr"/>
        <c:lblOffset val="100"/>
        <c:noMultiLvlLbl val="0"/>
      </c:catAx>
      <c:valAx>
        <c:axId val="-2113994440"/>
        <c:scaling>
          <c:max val="10000.0"/>
        </c:scaling>
        <c:delete val="0"/>
        <c:axPos val="l"/>
        <c:majorGridlines>
          <c:spPr>
            <a:ln>
              <a:solidFill>
                <a:srgbClr val="F6F6FA"/>
              </a:solidFill>
            </a:ln>
          </c:spPr>
        </c:majorGridlines>
        <c:numFmt formatCode="[&gt;=1000]#&quot; &quot;##0;0" sourceLinked="0"/>
        <c:majorTickMark val="out"/>
        <c:minorTickMark val="none"/>
        <c:tickLblPos val="nextTo"/>
        <c:spPr>
          <a:ln>
            <a:noFill/>
          </a:ln>
        </c:spPr>
        <c:txPr>
          <a:bodyPr/>
          <a:lstStyle/>
          <a:p>
            <a:pPr>
              <a:defRPr sz="800">
                <a:solidFill>
                  <a:srgbClr val="747480"/>
                </a:solidFill>
              </a:defRPr>
            </a:pPr>
          </a:p>
        </c:txPr>
        <c:crossAx val="-2068027336"/>
        <c:crosses val="autoZero"/>
      </c:valAx>
    </c:plotArea>
    <c:dispBlanksAs val="gap"/>
  </c:chart>
  <c:spPr>
    <a:noFill/>
    <a:ln>
      <a:noFill/>
    </a:ln>
  </c:spPr>
  <c:txPr>
    <a:bodyPr/>
    <a:lstStyle/>
    <a:p>
      <a:pPr>
        <a:defRPr sz="800">
          <a:solidFill>
            <a:srgbClr val="1A1A24"/>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AFS FY2025</c:v>
                </c:pt>
              </c:strCache>
            </c:strRef>
          </c:tx>
          <c:spPr>
            <a:solidFill>
              <a:srgbClr val="FFE600"/>
            </a:solidFill>
          </c:spPr>
          <c:dLbls>
            <c:numFmt formatCode="0.0%" sourceLinked="0"/>
            <c:txPr>
              <a:bodyPr/>
              <a:lstStyle/>
              <a:p>
                <a:pPr>
                  <a:defRPr sz="700" b="0"/>
                </a:pPr>
              </a:p>
            </c:txPr>
            <c:dLblPos val="outEnd"/>
            <c:showLegendKey val="0"/>
            <c:showVal val="1"/>
            <c:showCatName val="0"/>
            <c:showSerName val="0"/>
            <c:showPercent val="0"/>
            <c:showBubbleSize val="0"/>
            <c:showLeaderLines val="1"/>
          </c:dLbls>
          <c:cat>
            <c:strRef>
              <c:f>Sheet1!$A$2:$A$4</c:f>
              <c:strCache>
                <c:ptCount val="3"/>
                <c:pt idx="0">
                  <c:v>Insurance SA (all) (peer group composite, n=9)</c:v>
                </c:pt>
                <c:pt idx="1">
                  <c:v>Non-Life Insurance SA (peer group non-life, n=8)</c:v>
                </c:pt>
                <c:pt idx="2">
                  <c:v>Life Insurance SA (peer group life, n=12)</c:v>
                </c:pt>
              </c:strCache>
            </c:strRef>
          </c:cat>
          <c:val>
            <c:numRef>
              <c:f>Sheet1!$B$2:$B$4</c:f>
              <c:numCache>
                <c:formatCode>General</c:formatCode>
                <c:ptCount val="3"/>
                <c:pt idx="0">
                  <c:v>0.114770349157396</c:v>
                </c:pt>
                <c:pt idx="1">
                  <c:v>0.122866894197952</c:v>
                </c:pt>
                <c:pt idx="2">
                  <c:v>0.039924670433145</c:v>
                </c:pt>
              </c:numCache>
            </c:numRef>
          </c:val>
        </c:ser>
        <c:ser>
          <c:idx val="1"/>
          <c:order val="1"/>
          <c:tx>
            <c:strRef>
              <c:f>Sheet1!$C$1</c:f>
              <c:strCache>
                <c:ptCount val="1"/>
                <c:pt idx="0">
                  <c:v>Peer median</c:v>
                </c:pt>
              </c:strCache>
            </c:strRef>
          </c:tx>
          <c:spPr>
            <a:solidFill>
              <a:srgbClr val="747480"/>
            </a:solidFill>
          </c:spPr>
          <c:dLbls>
            <c:numFmt formatCode="0.0%" sourceLinked="0"/>
            <c:txPr>
              <a:bodyPr/>
              <a:lstStyle/>
              <a:p>
                <a:pPr>
                  <a:defRPr sz="700" b="0"/>
                </a:pPr>
              </a:p>
            </c:txPr>
            <c:dLblPos val="outEnd"/>
            <c:showLegendKey val="0"/>
            <c:showVal val="1"/>
            <c:showCatName val="0"/>
            <c:showSerName val="0"/>
            <c:showPercent val="0"/>
            <c:showBubbleSize val="0"/>
            <c:showLeaderLines val="1"/>
          </c:dLbls>
          <c:cat>
            <c:strRef>
              <c:f>Sheet1!$A$2:$A$4</c:f>
              <c:strCache>
                <c:ptCount val="3"/>
                <c:pt idx="0">
                  <c:v>Insurance SA (all) (peer group composite, n=9)</c:v>
                </c:pt>
                <c:pt idx="1">
                  <c:v>Non-Life Insurance SA (peer group non-life, n=8)</c:v>
                </c:pt>
                <c:pt idx="2">
                  <c:v>Life Insurance SA (peer group life, n=12)</c:v>
                </c:pt>
              </c:strCache>
            </c:strRef>
          </c:cat>
          <c:val>
            <c:numRef>
              <c:f>Sheet1!$C$2:$C$4</c:f>
              <c:numCache>
                <c:formatCode>General</c:formatCode>
                <c:ptCount val="3"/>
                <c:pt idx="0">
                  <c:v>0.0684632150722918</c:v>
                </c:pt>
                <c:pt idx="1">
                  <c:v>0.0377289098322763</c:v>
                </c:pt>
                <c:pt idx="2">
                  <c:v>0.138294801633603</c:v>
                </c:pt>
              </c:numCache>
            </c:numRef>
          </c:val>
        </c:ser>
        <c:ser>
          <c:idx val="2"/>
          <c:order val="2"/>
          <c:tx>
            <c:strRef>
              <c:f>Sheet1!$D$1</c:f>
              <c:strCache>
                <c:ptCount val="1"/>
                <c:pt idx="0">
                  <c:v>Peer top quartile</c:v>
                </c:pt>
              </c:strCache>
            </c:strRef>
          </c:tx>
          <c:spPr>
            <a:solidFill>
              <a:srgbClr val="C4C4CD"/>
            </a:solidFill>
          </c:spPr>
          <c:dLbls>
            <c:numFmt formatCode="0.0%" sourceLinked="0"/>
            <c:txPr>
              <a:bodyPr/>
              <a:lstStyle/>
              <a:p>
                <a:pPr>
                  <a:defRPr sz="700" b="0"/>
                </a:pPr>
              </a:p>
            </c:txPr>
            <c:dLblPos val="outEnd"/>
            <c:showLegendKey val="0"/>
            <c:showVal val="1"/>
            <c:showCatName val="0"/>
            <c:showSerName val="0"/>
            <c:showPercent val="0"/>
            <c:showBubbleSize val="0"/>
            <c:showLeaderLines val="1"/>
          </c:dLbls>
          <c:cat>
            <c:strRef>
              <c:f>Sheet1!$A$2:$A$4</c:f>
              <c:strCache>
                <c:ptCount val="3"/>
                <c:pt idx="0">
                  <c:v>Insurance SA (all) (peer group composite, n=9)</c:v>
                </c:pt>
                <c:pt idx="1">
                  <c:v>Non-Life Insurance SA (peer group non-life, n=8)</c:v>
                </c:pt>
                <c:pt idx="2">
                  <c:v>Life Insurance SA (peer group life, n=12)</c:v>
                </c:pt>
              </c:strCache>
            </c:strRef>
          </c:cat>
          <c:val>
            <c:numRef>
              <c:f>Sheet1!$D$2:$D$4</c:f>
              <c:numCache>
                <c:formatCode>General</c:formatCode>
                <c:ptCount val="3"/>
                <c:pt idx="0">
                  <c:v>0.038973531510845</c:v>
                </c:pt>
                <c:pt idx="1">
                  <c:v>0.0300838748040877</c:v>
                </c:pt>
                <c:pt idx="2">
                  <c:v>0.0415585060922076</c:v>
                </c:pt>
              </c:numCache>
            </c:numRef>
          </c:val>
        </c:ser>
        <c:gapWidth val="50"/>
        <c:overlap val="-10"/>
        <c:axId val="-2068027336"/>
        <c:axId val="-2113994440"/>
      </c:barChart>
      <c:catAx>
        <c:axId val="-2068027336"/>
        <c:scaling>
          <c:orientation val="maxMin"/>
        </c:scaling>
        <c:delete val="0"/>
        <c:axPos val="l"/>
        <c:majorTickMark val="out"/>
        <c:minorTickMark val="none"/>
        <c:tickLblPos val="nextTo"/>
        <c:spPr>
          <a:ln>
            <a:solidFill>
              <a:srgbClr val="C4C4CD"/>
            </a:solidFill>
          </a:ln>
        </c:spPr>
        <c:txPr>
          <a:bodyPr/>
          <a:lstStyle/>
          <a:p>
            <a:pPr>
              <a:defRPr sz="750"/>
            </a:pPr>
          </a:p>
        </c:txPr>
        <c:crossAx val="-2113994440"/>
        <c:crosses val="autoZero"/>
        <c:auto val="1"/>
        <c:lblAlgn val="ctr"/>
        <c:lblOffset val="100"/>
        <c:noMultiLvlLbl val="0"/>
      </c:catAx>
      <c:valAx>
        <c:axId val="-2113994440"/>
        <c:scaling>
          <c:max val="0.18"/>
          <c:min val="0.0"/>
        </c:scaling>
        <c:delete val="0"/>
        <c:axPos val="b"/>
        <c:majorGridlines>
          <c:spPr>
            <a:ln>
              <a:solidFill>
                <a:srgbClr val="F6F6FA"/>
              </a:solidFill>
            </a:ln>
          </c:spPr>
        </c:majorGridlines>
        <c:numFmt formatCode="0%" sourceLinked="0"/>
        <c:majorTickMark val="out"/>
        <c:minorTickMark val="none"/>
        <c:tickLblPos val="nextTo"/>
        <c:spPr>
          <a:ln>
            <a:noFill/>
          </a:ln>
        </c:spPr>
        <c:txPr>
          <a:bodyPr/>
          <a:lstStyle/>
          <a:p>
            <a:pPr>
              <a:defRPr sz="800">
                <a:solidFill>
                  <a:srgbClr val="747480"/>
                </a:solidFill>
              </a:defRPr>
            </a:pPr>
          </a:p>
        </c:txPr>
        <c:crossAx val="-2068027336"/>
        <c:crosses val="autoZero"/>
      </c:valAx>
    </c:plotArea>
    <c:legend>
      <c:legendPos val="b"/>
      <c:overlay val="0"/>
      <c:txPr>
        <a:bodyPr/>
        <a:lstStyle/>
        <a:p>
          <a:pPr>
            <a:defRPr sz="800"/>
          </a:pPr>
        </a:p>
      </c:txPr>
    </c:legend>
    <c:dispBlanksAs val="gap"/>
  </c:chart>
  <c:spPr>
    <a:noFill/>
    <a:ln>
      <a:noFill/>
    </a:ln>
  </c:spPr>
  <c:txPr>
    <a:bodyPr/>
    <a:lstStyle/>
    <a:p>
      <a:pPr>
        <a:defRPr sz="800">
          <a:solidFill>
            <a:srgbClr val="1A1A24"/>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Before non-attributable expenses</c:v>
                </c:pt>
              </c:strCache>
            </c:strRef>
          </c:tx>
          <c:spPr>
            <a:solidFill>
              <a:srgbClr val="C4C4CD"/>
            </a:solidFill>
          </c:spPr>
          <c:dPt>
            <c:idx val="3"/>
            <c:spPr>
              <a:solidFill>
                <a:srgbClr val="FFF380"/>
              </a:solidFill>
            </c:spPr>
          </c:dPt>
          <c:dLbls>
            <c:numFmt formatCode="0.0%" sourceLinked="0"/>
            <c:txPr>
              <a:bodyPr/>
              <a:lstStyle/>
              <a:p>
                <a:pPr>
                  <a:defRPr sz="650" b="0"/>
                </a:pPr>
              </a:p>
            </c:txPr>
            <c:dLblPos val="outEnd"/>
            <c:showLegendKey val="0"/>
            <c:showVal val="1"/>
            <c:showCatName val="0"/>
            <c:showSerName val="0"/>
            <c:showPercent val="0"/>
            <c:showBubbleSize val="0"/>
            <c:showLeaderLines val="1"/>
          </c:dLbls>
          <c:cat>
            <c:strRef>
              <c:f>Sheet1!$A$2:$A$8</c:f>
              <c:strCache>
                <c:ptCount val="7"/>
                <c:pt idx="0">
                  <c:v>Standard Insurance Limited</c:v>
                </c:pt>
                <c:pt idx="1">
                  <c:v>Santam Group</c:v>
                </c:pt>
                <c:pt idx="2">
                  <c:v>Discovery Insure</c:v>
                </c:pt>
                <c:pt idx="3">
                  <c:v>AFS Non-Life Insurance SA</c:v>
                </c:pt>
                <c:pt idx="4">
                  <c:v>Old Mutual Insure</c:v>
                </c:pt>
                <c:pt idx="5">
                  <c:v>Nedgroup Insurance Company</c:v>
                </c:pt>
                <c:pt idx="6">
                  <c:v>Hollard Insurance Company</c:v>
                </c:pt>
              </c:strCache>
            </c:strRef>
          </c:cat>
          <c:val>
            <c:numRef>
              <c:f>Sheet1!$B$2:$B$8</c:f>
              <c:numCache>
                <c:formatCode>General</c:formatCode>
                <c:ptCount val="7"/>
                <c:pt idx="0">
                  <c:v>0.736926790024135</c:v>
                </c:pt>
                <c:pt idx="1">
                  <c:v>0.874427637322501</c:v>
                </c:pt>
                <c:pt idx="2">
                  <c:v>0.88477047146402</c:v>
                </c:pt>
                <c:pt idx="3">
                  <c:v>0.815212091662604</c:v>
                </c:pt>
                <c:pt idx="4">
                  <c:v>0.905193699446573</c:v>
                </c:pt>
                <c:pt idx="5">
                  <c:v>0.94574122659908</c:v>
                </c:pt>
                <c:pt idx="6">
                  <c:v>0.930408457309963</c:v>
                </c:pt>
              </c:numCache>
            </c:numRef>
          </c:val>
        </c:ser>
        <c:ser>
          <c:idx val="1"/>
          <c:order val="1"/>
          <c:tx>
            <c:strRef>
              <c:f>Sheet1!$C$1</c:f>
              <c:strCache>
                <c:ptCount val="1"/>
                <c:pt idx="0">
                  <c:v>After non-attributable expenses</c:v>
                </c:pt>
              </c:strCache>
            </c:strRef>
          </c:tx>
          <c:spPr>
            <a:solidFill>
              <a:srgbClr val="1A1A24"/>
            </a:solidFill>
          </c:spPr>
          <c:dPt>
            <c:idx val="3"/>
            <c:spPr>
              <a:solidFill>
                <a:srgbClr val="FFE600"/>
              </a:solidFill>
            </c:spPr>
          </c:dPt>
          <c:dLbls>
            <c:numFmt formatCode="0.0%" sourceLinked="0"/>
            <c:txPr>
              <a:bodyPr/>
              <a:lstStyle/>
              <a:p>
                <a:pPr>
                  <a:defRPr sz="650" b="0"/>
                </a:pPr>
              </a:p>
            </c:txPr>
            <c:dLblPos val="outEnd"/>
            <c:showLegendKey val="0"/>
            <c:showVal val="1"/>
            <c:showCatName val="0"/>
            <c:showSerName val="0"/>
            <c:showPercent val="0"/>
            <c:showBubbleSize val="0"/>
            <c:showLeaderLines val="1"/>
          </c:dLbls>
          <c:cat>
            <c:strRef>
              <c:f>Sheet1!$A$2:$A$8</c:f>
              <c:strCache>
                <c:ptCount val="7"/>
                <c:pt idx="0">
                  <c:v>Standard Insurance Limited</c:v>
                </c:pt>
                <c:pt idx="1">
                  <c:v>Santam Group</c:v>
                </c:pt>
                <c:pt idx="2">
                  <c:v>Discovery Insure</c:v>
                </c:pt>
                <c:pt idx="3">
                  <c:v>AFS Non-Life Insurance SA</c:v>
                </c:pt>
                <c:pt idx="4">
                  <c:v>Old Mutual Insure</c:v>
                </c:pt>
                <c:pt idx="5">
                  <c:v>Nedgroup Insurance Company</c:v>
                </c:pt>
                <c:pt idx="6">
                  <c:v>Hollard Insurance Company</c:v>
                </c:pt>
              </c:strCache>
            </c:strRef>
          </c:cat>
          <c:val>
            <c:numRef>
              <c:f>Sheet1!$C$2:$C$8</c:f>
              <c:numCache>
                <c:formatCode>General</c:formatCode>
                <c:ptCount val="7"/>
                <c:pt idx="0">
                  <c:v>0.779297398766425</c:v>
                </c:pt>
                <c:pt idx="1">
                  <c:v>0.905802911254833</c:v>
                </c:pt>
                <c:pt idx="2">
                  <c:v>0.910980148883375</c:v>
                </c:pt>
                <c:pt idx="3">
                  <c:v>0.938078985860556</c:v>
                </c:pt>
                <c:pt idx="4">
                  <c:v>0.948190719455087</c:v>
                </c:pt>
                <c:pt idx="5">
                  <c:v>0.962854176299809</c:v>
                </c:pt>
                <c:pt idx="6">
                  <c:v>0.999130569183784</c:v>
                </c:pt>
              </c:numCache>
            </c:numRef>
          </c:val>
        </c:ser>
        <c:gapWidth val="40"/>
        <c:overlap val="-5"/>
        <c:axId val="-2068027336"/>
        <c:axId val="-2113994440"/>
      </c:barChart>
      <c:catAx>
        <c:axId val="-2068027336"/>
        <c:scaling>
          <c:orientation val="maxMin"/>
        </c:scaling>
        <c:delete val="0"/>
        <c:axPos val="l"/>
        <c:majorTickMark val="out"/>
        <c:minorTickMark val="none"/>
        <c:tickLblPos val="nextTo"/>
        <c:spPr>
          <a:ln>
            <a:solidFill>
              <a:srgbClr val="C4C4CD"/>
            </a:solidFill>
          </a:ln>
        </c:spPr>
        <c:txPr>
          <a:bodyPr/>
          <a:lstStyle/>
          <a:p>
            <a:pPr>
              <a:defRPr sz="750"/>
            </a:pPr>
          </a:p>
        </c:txPr>
        <c:crossAx val="-2113994440"/>
        <c:crosses val="autoZero"/>
        <c:auto val="1"/>
        <c:lblAlgn val="ctr"/>
        <c:lblOffset val="100"/>
        <c:noMultiLvlLbl val="0"/>
      </c:catAx>
      <c:valAx>
        <c:axId val="-2113994440"/>
        <c:scaling>
          <c:max val="1.05"/>
          <c:min val="0.65"/>
        </c:scaling>
        <c:delete val="0"/>
        <c:axPos val="b"/>
        <c:majorGridlines>
          <c:spPr>
            <a:ln>
              <a:solidFill>
                <a:srgbClr val="F6F6FA"/>
              </a:solidFill>
            </a:ln>
          </c:spPr>
        </c:majorGridlines>
        <c:numFmt formatCode="0%" sourceLinked="0"/>
        <c:majorTickMark val="out"/>
        <c:minorTickMark val="none"/>
        <c:tickLblPos val="nextTo"/>
        <c:spPr>
          <a:ln>
            <a:noFill/>
          </a:ln>
        </c:spPr>
        <c:txPr>
          <a:bodyPr/>
          <a:lstStyle/>
          <a:p>
            <a:pPr>
              <a:defRPr sz="800">
                <a:solidFill>
                  <a:srgbClr val="747480"/>
                </a:solidFill>
              </a:defRPr>
            </a:pPr>
          </a:p>
        </c:txPr>
        <c:crossAx val="-2068027336"/>
        <c:crosses val="autoZero"/>
      </c:valAx>
    </c:plotArea>
    <c:legend>
      <c:legendPos val="b"/>
      <c:overlay val="0"/>
      <c:txPr>
        <a:bodyPr/>
        <a:lstStyle/>
        <a:p>
          <a:pPr>
            <a:defRPr sz="800"/>
          </a:pPr>
        </a:p>
      </c:txPr>
    </c:legend>
    <c:dispBlanksAs val="gap"/>
  </c:chart>
  <c:spPr>
    <a:noFill/>
    <a:ln>
      <a:noFill/>
    </a:ln>
  </c:spPr>
  <c:txPr>
    <a:bodyPr/>
    <a:lstStyle/>
    <a:p>
      <a:pPr>
        <a:defRPr sz="800">
          <a:solidFill>
            <a:srgbClr val="1A1A24"/>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Acquisition cost / insurance revenue</c:v>
                </c:pt>
              </c:strCache>
            </c:strRef>
          </c:tx>
          <c:spPr>
            <a:solidFill>
              <a:srgbClr val="C4C4CD"/>
            </a:solidFill>
          </c:spPr>
          <c:dPt>
            <c:idx val="1"/>
            <c:spPr>
              <a:solidFill>
                <a:srgbClr val="FFE600"/>
              </a:solidFill>
            </c:spPr>
          </c:dPt>
          <c:dPt>
            <c:idx val="4"/>
            <c:spPr>
              <a:solidFill>
                <a:srgbClr val="FFE600"/>
              </a:solidFill>
            </c:spPr>
          </c:dPt>
          <c:dPt>
            <c:idx val="6"/>
            <c:spPr>
              <a:solidFill>
                <a:srgbClr val="FFE600"/>
              </a:solidFill>
            </c:spPr>
          </c:dPt>
          <c:dLbls>
            <c:numFmt formatCode="0.0%" sourceLinked="0"/>
            <c:txPr>
              <a:bodyPr/>
              <a:lstStyle/>
              <a:p>
                <a:pPr>
                  <a:defRPr sz="700" b="0"/>
                </a:pPr>
              </a:p>
            </c:txPr>
            <c:dLblPos val="outEnd"/>
            <c:showLegendKey val="0"/>
            <c:showVal val="1"/>
            <c:showCatName val="0"/>
            <c:showSerName val="0"/>
            <c:showPercent val="0"/>
            <c:showBubbleSize val="0"/>
            <c:showLeaderLines val="1"/>
          </c:dLbls>
          <c:cat>
            <c:strRef>
              <c:f>Sheet1!$A$2:$A$10</c:f>
              <c:strCache>
                <c:ptCount val="9"/>
                <c:pt idx="0">
                  <c:v>Nedbank Insurance</c:v>
                </c:pt>
                <c:pt idx="1">
                  <c:v>AFS, cash view incl. bank fee</c:v>
                </c:pt>
                <c:pt idx="2">
                  <c:v>Old Mutual Group</c:v>
                </c:pt>
                <c:pt idx="3">
                  <c:v>Etiqa (Maybank insurance and takaful segment)</c:v>
                </c:pt>
                <c:pt idx="4">
                  <c:v>AFS, amortised expense view</c:v>
                </c:pt>
                <c:pt idx="5">
                  <c:v>Momentum Group</c:v>
                </c:pt>
                <c:pt idx="6">
                  <c:v>AFS, cash view excl. R774m bank fee</c:v>
                </c:pt>
                <c:pt idx="7">
                  <c:v>FirstRand insurance activities (FNB Life, FNB STI)</c:v>
                </c:pt>
                <c:pt idx="8">
                  <c:v>Sanlam Group</c:v>
                </c:pt>
              </c:strCache>
            </c:strRef>
          </c:cat>
          <c:val>
            <c:numRef>
              <c:f>Sheet1!$B$2:$B$10</c:f>
              <c:numCache>
                <c:formatCode>General</c:formatCode>
                <c:ptCount val="9"/>
                <c:pt idx="0">
                  <c:v>0.156968876860622</c:v>
                </c:pt>
                <c:pt idx="1">
                  <c:v>0.152719344086618</c:v>
                </c:pt>
                <c:pt idx="2">
                  <c:v>0.149205609768058</c:v>
                </c:pt>
                <c:pt idx="3">
                  <c:v>0.110878361244942</c:v>
                </c:pt>
                <c:pt idx="4">
                  <c:v>0.108118151919153</c:v>
                </c:pt>
                <c:pt idx="5">
                  <c:v>0.101169343018143</c:v>
                </c:pt>
                <c:pt idx="6">
                  <c:v>0.0674676643862107</c:v>
                </c:pt>
                <c:pt idx="7">
                  <c:v>0.0530821917808219</c:v>
                </c:pt>
                <c:pt idx="8">
                  <c:v>0.04283645763486</c:v>
                </c:pt>
              </c:numCache>
            </c:numRef>
          </c:val>
        </c:ser>
        <c:gapWidth val="45"/>
        <c:axId val="-2068027336"/>
        <c:axId val="-2113994440"/>
      </c:barChart>
      <c:catAx>
        <c:axId val="-2068027336"/>
        <c:scaling>
          <c:orientation val="maxMin"/>
        </c:scaling>
        <c:delete val="0"/>
        <c:axPos val="l"/>
        <c:majorTickMark val="out"/>
        <c:minorTickMark val="none"/>
        <c:tickLblPos val="nextTo"/>
        <c:spPr>
          <a:ln>
            <a:solidFill>
              <a:srgbClr val="C4C4CD"/>
            </a:solidFill>
          </a:ln>
        </c:spPr>
        <c:txPr>
          <a:bodyPr/>
          <a:lstStyle/>
          <a:p>
            <a:pPr>
              <a:defRPr sz="750"/>
            </a:pPr>
          </a:p>
        </c:txPr>
        <c:crossAx val="-2113994440"/>
        <c:crosses val="autoZero"/>
        <c:auto val="1"/>
        <c:lblAlgn val="ctr"/>
        <c:lblOffset val="100"/>
        <c:noMultiLvlLbl val="0"/>
      </c:catAx>
      <c:valAx>
        <c:axId val="-2113994440"/>
        <c:scaling>
          <c:max val="0.2"/>
          <c:min val="0.0"/>
        </c:scaling>
        <c:delete val="0"/>
        <c:axPos val="b"/>
        <c:majorGridlines>
          <c:spPr>
            <a:ln>
              <a:solidFill>
                <a:srgbClr val="F6F6FA"/>
              </a:solidFill>
            </a:ln>
          </c:spPr>
        </c:majorGridlines>
        <c:numFmt formatCode="0%" sourceLinked="0"/>
        <c:majorTickMark val="out"/>
        <c:minorTickMark val="none"/>
        <c:tickLblPos val="nextTo"/>
        <c:spPr>
          <a:ln>
            <a:noFill/>
          </a:ln>
        </c:spPr>
        <c:txPr>
          <a:bodyPr/>
          <a:lstStyle/>
          <a:p>
            <a:pPr>
              <a:defRPr sz="800">
                <a:solidFill>
                  <a:srgbClr val="747480"/>
                </a:solidFill>
              </a:defRPr>
            </a:pPr>
          </a:p>
        </c:txPr>
        <c:crossAx val="-2068027336"/>
        <c:crosses val="autoZero"/>
      </c:valAx>
    </c:plotArea>
    <c:dispBlanksAs val="gap"/>
  </c:chart>
  <c:spPr>
    <a:noFill/>
    <a:ln>
      <a:noFill/>
    </a:ln>
  </c:spPr>
  <c:txPr>
    <a:bodyPr/>
    <a:lstStyle/>
    <a:p>
      <a:pPr>
        <a:defRPr sz="800">
          <a:solidFill>
            <a:srgbClr val="1A1A24"/>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Rm</c:v>
                </c:pt>
              </c:strCache>
            </c:strRef>
          </c:tx>
          <c:spPr>
            <a:solidFill>
              <a:srgbClr val="747480"/>
            </a:solidFill>
          </c:spPr>
          <c:dPt>
            <c:idx val="1"/>
            <c:spPr>
              <a:solidFill>
                <a:srgbClr val="FFE600"/>
              </a:solidFill>
            </c:spPr>
          </c:dPt>
          <c:dLbls>
            <c:numFmt formatCode="[&gt;=1000]#&quot; &quot;##0;0" sourceLinked="0"/>
            <c:txPr>
              <a:bodyPr/>
              <a:lstStyle/>
              <a:p>
                <a:pPr>
                  <a:defRPr sz="900" b="0"/>
                </a:pPr>
              </a:p>
            </c:txPr>
            <c:dLblPos val="outEnd"/>
            <c:showLegendKey val="0"/>
            <c:showVal val="1"/>
            <c:showCatName val="0"/>
            <c:showSerName val="0"/>
            <c:showPercent val="0"/>
            <c:showBubbleSize val="0"/>
            <c:showLeaderLines val="1"/>
          </c:dLbls>
          <c:cat>
            <c:strRef>
              <c:f>Sheet1!$A$2:$A$3</c:f>
              <c:strCache>
                <c:ptCount val="2"/>
                <c:pt idx="0">
                  <c:v>Non-interest income</c:v>
                </c:pt>
                <c:pt idx="1">
                  <c:v>Operating expenses</c:v>
                </c:pt>
              </c:strCache>
            </c:strRef>
          </c:cat>
          <c:val>
            <c:numRef>
              <c:f>Sheet1!$B$2:$B$3</c:f>
              <c:numCache>
                <c:formatCode>General</c:formatCode>
                <c:ptCount val="2"/>
                <c:pt idx="0">
                  <c:v>1104</c:v>
                </c:pt>
                <c:pt idx="1">
                  <c:v>1724</c:v>
                </c:pt>
              </c:numCache>
            </c:numRef>
          </c:val>
        </c:ser>
        <c:gapWidth val="60"/>
        <c:axId val="-2068027336"/>
        <c:axId val="-2113994440"/>
      </c:barChart>
      <c:catAx>
        <c:axId val="-2068027336"/>
        <c:scaling>
          <c:orientation val="maxMin"/>
        </c:scaling>
        <c:delete val="0"/>
        <c:axPos val="l"/>
        <c:majorTickMark val="out"/>
        <c:minorTickMark val="none"/>
        <c:tickLblPos val="nextTo"/>
        <c:spPr>
          <a:ln>
            <a:solidFill>
              <a:srgbClr val="C4C4CD"/>
            </a:solidFill>
          </a:ln>
        </c:spPr>
        <c:txPr>
          <a:bodyPr/>
          <a:lstStyle/>
          <a:p>
            <a:pPr>
              <a:defRPr sz="900"/>
            </a:pPr>
          </a:p>
        </c:txPr>
        <c:crossAx val="-2113994440"/>
        <c:crosses val="autoZero"/>
        <c:auto val="1"/>
        <c:lblAlgn val="ctr"/>
        <c:lblOffset val="100"/>
        <c:noMultiLvlLbl val="0"/>
      </c:catAx>
      <c:valAx>
        <c:axId val="-2113994440"/>
        <c:scaling>
          <c:max val="2100.0"/>
          <c:min val="0.0"/>
        </c:scaling>
        <c:delete val="0"/>
        <c:axPos val="b"/>
        <c:majorGridlines>
          <c:spPr>
            <a:ln>
              <a:solidFill>
                <a:srgbClr val="F6F6FA"/>
              </a:solidFill>
            </a:ln>
          </c:spPr>
        </c:majorGridlines>
        <c:numFmt formatCode="[&gt;=1000]#&quot; &quot;##0;0" sourceLinked="0"/>
        <c:majorTickMark val="out"/>
        <c:minorTickMark val="none"/>
        <c:tickLblPos val="nextTo"/>
        <c:spPr>
          <a:ln>
            <a:noFill/>
          </a:ln>
        </c:spPr>
        <c:txPr>
          <a:bodyPr/>
          <a:lstStyle/>
          <a:p>
            <a:pPr>
              <a:defRPr sz="900">
                <a:solidFill>
                  <a:srgbClr val="747480"/>
                </a:solidFill>
              </a:defRPr>
            </a:pPr>
          </a:p>
        </c:txPr>
        <c:crossAx val="-2068027336"/>
        <c:crosses val="autoZero"/>
      </c:valAx>
    </c:plotArea>
    <c:dispBlanksAs val="gap"/>
  </c:chart>
  <c:spPr>
    <a:noFill/>
    <a:ln>
      <a:noFill/>
    </a:ln>
  </c:spPr>
  <c:txPr>
    <a:bodyPr/>
    <a:lstStyle/>
    <a:p>
      <a:pPr>
        <a:defRPr sz="900">
          <a:solidFill>
            <a:srgbClr val="1A1A24"/>
          </a:solidFil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Savings on addressable base (precedent 6 to 13%)</c:v>
                </c:pt>
              </c:strCache>
            </c:strRef>
          </c:tx>
          <c:spPr>
            <a:solidFill>
              <a:srgbClr val="747480"/>
            </a:solidFill>
          </c:spPr>
          <c:dLbls>
            <c:numFmt formatCode="0" sourceLinked="0"/>
            <c:txPr>
              <a:bodyPr/>
              <a:lstStyle/>
              <a:p>
                <a:pPr>
                  <a:defRPr sz="750" b="0">
                    <a:solidFill>
                      <a:srgbClr val="FFFFFF"/>
                    </a:solidFill>
                  </a:defRPr>
                </a:pPr>
              </a:p>
            </c:txPr>
            <c:dLblPos val="ctr"/>
            <c:showLegendKey val="0"/>
            <c:showVal val="1"/>
            <c:showCatName val="0"/>
            <c:showSerName val="0"/>
            <c:showPercent val="0"/>
            <c:showBubbleSize val="0"/>
            <c:showLeaderLines val="1"/>
          </c:dLbls>
          <c:cat>
            <c:strRef>
              <c:f>Sheet1!$A$2:$A$4</c:f>
              <c:strCache>
                <c:ptCount val="3"/>
                <c:pt idx="0">
                  <c:v>Low</c:v>
                </c:pt>
                <c:pt idx="1">
                  <c:v>Base</c:v>
                </c:pt>
                <c:pt idx="2">
                  <c:v>High</c:v>
                </c:pt>
              </c:strCache>
            </c:strRef>
          </c:cat>
          <c:val>
            <c:numRef>
              <c:f>Sheet1!$B$2:$B$4</c:f>
              <c:numCache>
                <c:formatCode>General</c:formatCode>
                <c:ptCount val="3"/>
                <c:pt idx="0">
                  <c:v>211.457215497744</c:v>
                </c:pt>
                <c:pt idx="1">
                  <c:v>370.326683246617</c:v>
                </c:pt>
                <c:pt idx="2">
                  <c:v>593.632640245113</c:v>
                </c:pt>
              </c:numCache>
            </c:numRef>
          </c:val>
        </c:ser>
        <c:ser>
          <c:idx val="1"/>
          <c:order val="1"/>
          <c:tx>
            <c:strRef>
              <c:f>Sheet1!$C$1</c:f>
              <c:strCache>
                <c:ptCount val="1"/>
                <c:pt idx="0">
                  <c:v>Claims leakage</c:v>
                </c:pt>
              </c:strCache>
            </c:strRef>
          </c:tx>
          <c:spPr>
            <a:solidFill>
              <a:srgbClr val="C4C4CD"/>
            </a:solidFill>
          </c:spPr>
          <c:dLbls>
            <c:numFmt formatCode="0" sourceLinked="0"/>
            <c:txPr>
              <a:bodyPr/>
              <a:lstStyle/>
              <a:p>
                <a:pPr>
                  <a:defRPr sz="750" b="0">
                    <a:solidFill>
                      <a:srgbClr val="1A1A24"/>
                    </a:solidFill>
                  </a:defRPr>
                </a:pPr>
              </a:p>
            </c:txPr>
            <c:dLblPos val="ctr"/>
            <c:showLegendKey val="0"/>
            <c:showVal val="1"/>
            <c:showCatName val="0"/>
            <c:showSerName val="0"/>
            <c:showPercent val="0"/>
            <c:showBubbleSize val="0"/>
            <c:showLeaderLines val="1"/>
          </c:dLbls>
          <c:cat>
            <c:strRef>
              <c:f>Sheet1!$A$2:$A$4</c:f>
              <c:strCache>
                <c:ptCount val="3"/>
                <c:pt idx="0">
                  <c:v>Low</c:v>
                </c:pt>
                <c:pt idx="1">
                  <c:v>Base</c:v>
                </c:pt>
                <c:pt idx="2">
                  <c:v>High</c:v>
                </c:pt>
              </c:strCache>
            </c:strRef>
          </c:cat>
          <c:val>
            <c:numRef>
              <c:f>Sheet1!$C$2:$C$4</c:f>
              <c:numCache>
                <c:formatCode>General</c:formatCode>
                <c:ptCount val="3"/>
                <c:pt idx="0">
                  <c:v>54.5617111441263</c:v>
                </c:pt>
                <c:pt idx="1">
                  <c:v>114.570822288253</c:v>
                </c:pt>
                <c:pt idx="2">
                  <c:v>182.751033432379</c:v>
                </c:pt>
              </c:numCache>
            </c:numRef>
          </c:val>
        </c:ser>
        <c:ser>
          <c:idx val="2"/>
          <c:order val="2"/>
          <c:tx>
            <c:strRef>
              <c:f>Sheet1!$D$1</c:f>
              <c:strCache>
                <c:ptCount val="1"/>
                <c:pt idx="0">
                  <c:v>Reinsurance price</c:v>
                </c:pt>
              </c:strCache>
            </c:strRef>
          </c:tx>
          <c:spPr>
            <a:solidFill>
              <a:srgbClr val="1A1A24"/>
            </a:solidFill>
          </c:spPr>
          <c:dLbls>
            <c:dLbl>
              <c:idx val="2"/>
              <c:delete val="1"/>
            </c:dLbl>
            <c:dLbl>
              <c:idx val="1"/>
              <c:delete val="1"/>
            </c:dLbl>
            <c:dLbl>
              <c:idx val="0"/>
              <c:delete val="1"/>
            </c:dLbl>
            <c:numFmt formatCode="0" sourceLinked="0"/>
            <c:txPr>
              <a:bodyPr/>
              <a:lstStyle/>
              <a:p>
                <a:pPr>
                  <a:defRPr sz="750" b="0">
                    <a:solidFill>
                      <a:srgbClr val="FFFFFF"/>
                    </a:solidFill>
                  </a:defRPr>
                </a:pPr>
              </a:p>
            </c:txPr>
            <c:dLblPos val="ctr"/>
            <c:showLegendKey val="0"/>
            <c:showVal val="1"/>
            <c:showCatName val="0"/>
            <c:showSerName val="0"/>
            <c:showPercent val="0"/>
            <c:showBubbleSize val="0"/>
            <c:showLeaderLines val="1"/>
          </c:dLbls>
          <c:cat>
            <c:strRef>
              <c:f>Sheet1!$A$2:$A$4</c:f>
              <c:strCache>
                <c:ptCount val="3"/>
                <c:pt idx="0">
                  <c:v>Low</c:v>
                </c:pt>
                <c:pt idx="1">
                  <c:v>Base</c:v>
                </c:pt>
                <c:pt idx="2">
                  <c:v>High</c:v>
                </c:pt>
              </c:strCache>
            </c:strRef>
          </c:cat>
          <c:val>
            <c:numRef>
              <c:f>Sheet1!$D$2:$D$4</c:f>
              <c:numCache>
                <c:formatCode>General</c:formatCode>
                <c:ptCount val="3"/>
                <c:pt idx="0">
                  <c:v>9.95</c:v>
                </c:pt>
                <c:pt idx="1">
                  <c:v>19.9</c:v>
                </c:pt>
                <c:pt idx="2">
                  <c:v>29.85</c:v>
                </c:pt>
              </c:numCache>
            </c:numRef>
          </c:val>
        </c:ser>
        <c:ser>
          <c:idx val="3"/>
          <c:order val="3"/>
          <c:tx>
            <c:strRef>
              <c:f>Sheet1!$E$1</c:f>
              <c:strCache>
                <c:ptCount val="1"/>
                <c:pt idx="0">
                  <c:v>Trapped capital and licence (economic)</c:v>
                </c:pt>
              </c:strCache>
            </c:strRef>
          </c:tx>
          <c:spPr>
            <a:solidFill>
              <a:srgbClr val="FFE600"/>
            </a:solidFill>
          </c:spPr>
          <c:dLbls>
            <c:dLbl>
              <c:idx val="0"/>
              <c:delete val="1"/>
            </c:dLbl>
            <c:numFmt formatCode="0" sourceLinked="0"/>
            <c:txPr>
              <a:bodyPr/>
              <a:lstStyle/>
              <a:p>
                <a:pPr>
                  <a:defRPr sz="750" b="0">
                    <a:solidFill>
                      <a:srgbClr val="1A1A24"/>
                    </a:solidFill>
                  </a:defRPr>
                </a:pPr>
              </a:p>
            </c:txPr>
            <c:dLblPos val="ctr"/>
            <c:showLegendKey val="0"/>
            <c:showVal val="1"/>
            <c:showCatName val="0"/>
            <c:showSerName val="0"/>
            <c:showPercent val="0"/>
            <c:showBubbleSize val="0"/>
            <c:showLeaderLines val="1"/>
          </c:dLbls>
          <c:cat>
            <c:strRef>
              <c:f>Sheet1!$A$2:$A$4</c:f>
              <c:strCache>
                <c:ptCount val="3"/>
                <c:pt idx="0">
                  <c:v>Low</c:v>
                </c:pt>
                <c:pt idx="1">
                  <c:v>Base</c:v>
                </c:pt>
                <c:pt idx="2">
                  <c:v>High</c:v>
                </c:pt>
              </c:strCache>
            </c:strRef>
          </c:cat>
          <c:val>
            <c:numRef>
              <c:f>Sheet1!$E$2:$E$4</c:f>
              <c:numCache>
                <c:formatCode>General</c:formatCode>
                <c:ptCount val="3"/>
                <c:pt idx="0">
                  <c:v>10</c:v>
                </c:pt>
                <c:pt idx="1">
                  <c:v>98.6010738255033</c:v>
                </c:pt>
                <c:pt idx="2">
                  <c:v>169.390604026846</c:v>
                </c:pt>
              </c:numCache>
            </c:numRef>
          </c:val>
        </c:ser>
        <c:gapWidth val="55"/>
        <c:overlap val="100"/>
        <c:axId val="-2068027336"/>
        <c:axId val="-2113994440"/>
      </c:barChart>
      <c:lineChart>
        <c:grouping val="standard"/>
        <c:varyColors val="0"/>
        <c:ser>
          <c:idx val="4"/>
          <c:order val="4"/>
          <c:tx>
            <c:strRef>
              <c:f>Sheet1!$F$1</c:f>
              <c:strCache>
                <c:ptCount val="1"/>
                <c:pt idx="0">
                  <c:v>Total</c:v>
                </c:pt>
              </c:strCache>
            </c:strRef>
          </c:tx>
          <c:spPr>
            <a:ln>
              <a:noFill/>
            </a:ln>
          </c:spPr>
          <c:marker>
            <c:symbol val="none"/>
          </c:marker>
          <c:dLbls>
            <c:dLbl>
              <c:idx val="0"/>
              <c:tx>
                <c:rich>
                  <a:bodyPr/>
                  <a:lstStyle/>
                  <a:p>
                    <a:r>
                      <a:rPr sz="750" b="1">
                        <a:solidFill>
                          <a:srgbClr val="1A1A24"/>
                        </a:solidFill>
                      </a:rPr>
                      <a:t>Accounting total 276 (plus economic 10)</a:t>
                    </a:r>
                  </a:p>
                </c:rich>
              </c:tx>
              <c:dLblPos val="t"/>
              <c:showLegendKey val="0"/>
              <c:showVal val="1"/>
              <c:showCatName val="0"/>
              <c:showSerName val="0"/>
              <c:showPercent val="0"/>
              <c:showBubbleSize val="0"/>
            </c:dLbl>
            <c:dLbl>
              <c:idx val="1"/>
              <c:tx>
                <c:rich>
                  <a:bodyPr/>
                  <a:lstStyle/>
                  <a:p>
                    <a:r>
                      <a:rPr sz="750" b="1">
                        <a:solidFill>
                          <a:srgbClr val="1A1A24"/>
                        </a:solidFill>
                      </a:rPr>
                      <a:t>Accounting total 505 (plus economic 99)</a:t>
                    </a:r>
                  </a:p>
                </c:rich>
              </c:tx>
              <c:dLblPos val="t"/>
              <c:showLegendKey val="0"/>
              <c:showVal val="1"/>
              <c:showCatName val="0"/>
              <c:showSerName val="0"/>
              <c:showPercent val="0"/>
              <c:showBubbleSize val="0"/>
            </c:dLbl>
            <c:dLbl>
              <c:idx val="2"/>
              <c:tx>
                <c:rich>
                  <a:bodyPr/>
                  <a:lstStyle/>
                  <a:p>
                    <a:r>
                      <a:rPr sz="750" b="1">
                        <a:solidFill>
                          <a:srgbClr val="1A1A24"/>
                        </a:solidFill>
                      </a:rPr>
                      <a:t>Accounting total 806 (plus economic 169)</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Low</c:v>
                </c:pt>
                <c:pt idx="1">
                  <c:v>Base</c:v>
                </c:pt>
                <c:pt idx="2">
                  <c:v>High</c:v>
                </c:pt>
              </c:strCache>
            </c:strRef>
          </c:cat>
          <c:val>
            <c:numRef>
              <c:f>Sheet1!$F$2:$F$4</c:f>
              <c:numCache>
                <c:formatCode>General</c:formatCode>
                <c:ptCount val="3"/>
                <c:pt idx="0">
                  <c:v>285.96892664187027</c:v>
                </c:pt>
                <c:pt idx="1">
                  <c:v>603.3985793603733</c:v>
                </c:pt>
                <c:pt idx="2">
                  <c:v>975.6242777043379</c:v>
                </c:pt>
              </c:numCache>
            </c:numRef>
          </c:val>
          <c:smooth val="0"/>
        </c:ser>
        <c:marker val="1"/>
        <c:axId val="-2068027336"/>
        <c:axId val="-2113994440"/>
      </c:lineChart>
      <c:catAx>
        <c:axId val="-2068027336"/>
        <c:scaling>
          <c:orientation val="minMax"/>
        </c:scaling>
        <c:delete val="0"/>
        <c:axPos val="b"/>
        <c:majorTickMark val="out"/>
        <c:minorTickMark val="none"/>
        <c:tickLblPos val="nextTo"/>
        <c:spPr>
          <a:ln>
            <a:solidFill>
              <a:srgbClr val="C4C4CD"/>
            </a:solidFill>
          </a:ln>
        </c:spPr>
        <c:txPr>
          <a:bodyPr/>
          <a:lstStyle/>
          <a:p>
            <a:pPr>
              <a:defRPr sz="800"/>
            </a:pPr>
          </a:p>
        </c:txPr>
        <c:crossAx val="-2113994440"/>
        <c:crosses val="autoZero"/>
        <c:auto val="1"/>
        <c:lblAlgn val="ctr"/>
        <c:lblOffset val="100"/>
        <c:noMultiLvlLbl val="0"/>
      </c:catAx>
      <c:valAx>
        <c:axId val="-2113994440"/>
        <c:scaling>
          <c:max val="1150.0"/>
          <c:min val="0.0"/>
        </c:scaling>
        <c:delete val="0"/>
        <c:axPos val="l"/>
        <c:majorGridlines>
          <c:spPr>
            <a:ln>
              <a:solidFill>
                <a:srgbClr val="F6F6FA"/>
              </a:solidFill>
            </a:ln>
          </c:spPr>
        </c:majorGridlines>
        <c:numFmt formatCode="[&gt;=1000]#&quot; &quot;##0;0" sourceLinked="0"/>
        <c:majorTickMark val="out"/>
        <c:minorTickMark val="none"/>
        <c:tickLblPos val="nextTo"/>
        <c:spPr>
          <a:ln>
            <a:noFill/>
          </a:ln>
        </c:spPr>
        <c:txPr>
          <a:bodyPr/>
          <a:lstStyle/>
          <a:p>
            <a:pPr>
              <a:defRPr sz="800">
                <a:solidFill>
                  <a:srgbClr val="747480"/>
                </a:solidFill>
              </a:defRPr>
            </a:pPr>
          </a:p>
        </c:txPr>
        <c:crossAx val="-2068027336"/>
        <c:crosses val="autoZero"/>
      </c:valAx>
    </c:plotArea>
    <c:legend>
      <c:legendPos val="b"/>
      <c:legendEntry>
        <c:idx val="4"/>
        <c:delete val="1"/>
      </c:legendEntry>
      <c:overlay val="0"/>
      <c:txPr>
        <a:bodyPr/>
        <a:lstStyle/>
        <a:p>
          <a:pPr>
            <a:defRPr sz="800"/>
          </a:pPr>
        </a:p>
      </c:txPr>
    </c:legend>
    <c:dispBlanksAs val="gap"/>
  </c:chart>
  <c:spPr>
    <a:noFill/>
    <a:ln>
      <a:noFill/>
    </a:ln>
  </c:spPr>
  <c:txPr>
    <a:bodyPr/>
    <a:lstStyle/>
    <a:p>
      <a:pPr>
        <a:defRPr sz="800">
          <a:solidFill>
            <a:srgbClr val="1A1A24"/>
          </a:solidFil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Savings as a share of base, percent</c:v>
                </c:pt>
              </c:strCache>
            </c:strRef>
          </c:tx>
          <c:spPr>
            <a:solidFill>
              <a:srgbClr val="747480"/>
            </a:solidFill>
          </c:spPr>
          <c:dPt>
            <c:idx val="0"/>
            <c:spPr>
              <a:solidFill>
                <a:srgbClr val="C4C4CD"/>
              </a:solidFill>
            </c:spPr>
          </c:dPt>
          <c:dLbls>
            <c:numFmt formatCode="0.0&quot;%&quot;" sourceLinked="0"/>
            <c:txPr>
              <a:bodyPr/>
              <a:lstStyle/>
              <a:p>
                <a:pPr>
                  <a:defRPr sz="700" b="0"/>
                </a:pPr>
              </a:p>
            </c:txPr>
            <c:dLblPos val="outEnd"/>
            <c:showLegendKey val="0"/>
            <c:showVal val="1"/>
            <c:showCatName val="0"/>
            <c:showSerName val="0"/>
            <c:showPercent val="0"/>
            <c:showBubbleSize val="0"/>
            <c:showLeaderLines val="1"/>
          </c:dLbls>
          <c:cat>
            <c:strRef>
              <c:f>Sheet1!$A$2:$A$9</c:f>
              <c:strCache>
                <c:ptCount val="8"/>
                <c:pt idx="0">
                  <c:v>Prudential head office (2019-21)</c:v>
                </c:pt>
                <c:pt idx="1">
                  <c:v>Aegon (2021-23)</c:v>
                </c:pt>
                <c:pt idx="2">
                  <c:v>Phoenix / Standard Life (2018-23)</c:v>
                </c:pt>
                <c:pt idx="3">
                  <c:v>Quilter Phase II (2023-25)</c:v>
                </c:pt>
                <c:pt idx="4">
                  <c:v>Momentum Reset and Grow (2018-21)</c:v>
                </c:pt>
                <c:pt idx="5">
                  <c:v>Old Mutual R1bn (2017-19) delivered</c:v>
                </c:pt>
                <c:pt idx="6">
                  <c:v>Old Mutual R1bn (2017-19) target</c:v>
                </c:pt>
                <c:pt idx="7">
                  <c:v>MMI R750m (2016-19)</c:v>
                </c:pt>
              </c:strCache>
            </c:strRef>
          </c:cat>
          <c:val>
            <c:numRef>
              <c:f>Sheet1!$B$2:$B$9</c:f>
              <c:numCache>
                <c:formatCode>General</c:formatCode>
                <c:ptCount val="8"/>
                <c:pt idx="0">
                  <c:v>36.7</c:v>
                </c:pt>
                <c:pt idx="1">
                  <c:v>13.0</c:v>
                </c:pt>
                <c:pt idx="2">
                  <c:v>12.5</c:v>
                </c:pt>
                <c:pt idx="3">
                  <c:v>10.9</c:v>
                </c:pt>
                <c:pt idx="4">
                  <c:v>7.6</c:v>
                </c:pt>
                <c:pt idx="5">
                  <c:v>7.3</c:v>
                </c:pt>
                <c:pt idx="6">
                  <c:v>5.9</c:v>
                </c:pt>
                <c:pt idx="7">
                  <c:v>5.6</c:v>
                </c:pt>
              </c:numCache>
            </c:numRef>
          </c:val>
        </c:ser>
        <c:gapWidth val="45"/>
        <c:axId val="-2068027336"/>
        <c:axId val="-2113994440"/>
      </c:barChart>
      <c:catAx>
        <c:axId val="-2068027336"/>
        <c:scaling>
          <c:orientation val="maxMin"/>
        </c:scaling>
        <c:delete val="0"/>
        <c:axPos val="l"/>
        <c:majorTickMark val="out"/>
        <c:minorTickMark val="none"/>
        <c:tickLblPos val="nextTo"/>
        <c:spPr>
          <a:ln>
            <a:solidFill>
              <a:srgbClr val="C4C4CD"/>
            </a:solidFill>
          </a:ln>
        </c:spPr>
        <c:txPr>
          <a:bodyPr/>
          <a:lstStyle/>
          <a:p>
            <a:pPr>
              <a:defRPr sz="750"/>
            </a:pPr>
          </a:p>
        </c:txPr>
        <c:crossAx val="-2113994440"/>
        <c:crosses val="autoZero"/>
        <c:auto val="1"/>
        <c:lblAlgn val="ctr"/>
        <c:lblOffset val="100"/>
        <c:noMultiLvlLbl val="0"/>
      </c:catAx>
      <c:valAx>
        <c:axId val="-2113994440"/>
        <c:scaling>
          <c:max val="42.0"/>
          <c:min val="0.0"/>
        </c:scaling>
        <c:delete val="0"/>
        <c:axPos val="b"/>
        <c:majorGridlines>
          <c:spPr>
            <a:ln>
              <a:solidFill>
                <a:srgbClr val="F6F6FA"/>
              </a:solidFill>
            </a:ln>
          </c:spPr>
        </c:majorGridlines>
        <c:numFmt formatCode="0&quot;%&quot;" sourceLinked="0"/>
        <c:majorTickMark val="out"/>
        <c:minorTickMark val="none"/>
        <c:tickLblPos val="nextTo"/>
        <c:spPr>
          <a:ln>
            <a:noFill/>
          </a:ln>
        </c:spPr>
        <c:txPr>
          <a:bodyPr/>
          <a:lstStyle/>
          <a:p>
            <a:pPr>
              <a:defRPr sz="800">
                <a:solidFill>
                  <a:srgbClr val="747480"/>
                </a:solidFill>
              </a:defRPr>
            </a:pPr>
          </a:p>
        </c:txPr>
        <c:crossAx val="-2068027336"/>
        <c:crosses val="autoZero"/>
      </c:valAx>
    </c:plotArea>
    <c:dispBlanksAs val="gap"/>
  </c:chart>
  <c:spPr>
    <a:noFill/>
    <a:ln>
      <a:noFill/>
    </a:ln>
  </c:spPr>
  <c:txPr>
    <a:bodyPr/>
    <a:lstStyle/>
    <a:p>
      <a:pPr>
        <a:defRPr sz="800">
          <a:solidFill>
            <a:srgbClr val="1A1A24"/>
          </a:solidFil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Savings on addressable base</c:v>
                </c:pt>
              </c:strCache>
            </c:strRef>
          </c:tx>
          <c:spPr>
            <a:solidFill>
              <a:srgbClr val="747480"/>
            </a:solidFill>
          </c:spPr>
          <c:dLbls>
            <c:numFmt formatCode="0" sourceLinked="0"/>
            <c:txPr>
              <a:bodyPr/>
              <a:lstStyle/>
              <a:p>
                <a:pPr>
                  <a:defRPr sz="750" b="0">
                    <a:solidFill>
                      <a:srgbClr val="FFFFFF"/>
                    </a:solidFill>
                  </a:defRPr>
                </a:pPr>
              </a:p>
            </c:txPr>
            <c:dLblPos val="ctr"/>
            <c:showLegendKey val="0"/>
            <c:showVal val="1"/>
            <c:showCatName val="0"/>
            <c:showSerName val="0"/>
            <c:showPercent val="0"/>
            <c:showBubbleSize val="0"/>
            <c:showLeaderLines val="1"/>
          </c:dLbls>
          <c:cat>
            <c:strRef>
              <c:f>Sheet1!$A$2:$A$7</c:f>
              <c:strCache>
                <c:ptCount val="6"/>
                <c:pt idx="0">
                  <c:v>Case A low</c:v>
                </c:pt>
                <c:pt idx="1">
                  <c:v>Case A base</c:v>
                </c:pt>
                <c:pt idx="2">
                  <c:v>Case A high</c:v>
                </c:pt>
                <c:pt idx="3">
                  <c:v>Case B low</c:v>
                </c:pt>
                <c:pt idx="4">
                  <c:v>Case B base</c:v>
                </c:pt>
                <c:pt idx="5">
                  <c:v>Case B high</c:v>
                </c:pt>
              </c:strCache>
            </c:strRef>
          </c:cat>
          <c:val>
            <c:numRef>
              <c:f>Sheet1!$B$2:$B$7</c:f>
              <c:numCache>
                <c:formatCode>General</c:formatCode>
                <c:ptCount val="6"/>
                <c:pt idx="0">
                  <c:v>197.360067797895</c:v>
                </c:pt>
                <c:pt idx="1">
                  <c:v>271.572901047519</c:v>
                </c:pt>
                <c:pt idx="2">
                  <c:v>347.046774297143</c:v>
                </c:pt>
                <c:pt idx="3">
                  <c:v>211.457215497744</c:v>
                </c:pt>
                <c:pt idx="4">
                  <c:v>370.326683246617</c:v>
                </c:pt>
                <c:pt idx="5">
                  <c:v>593.632640245113</c:v>
                </c:pt>
              </c:numCache>
            </c:numRef>
          </c:val>
        </c:ser>
        <c:ser>
          <c:idx val="1"/>
          <c:order val="1"/>
          <c:tx>
            <c:strRef>
              <c:f>Sheet1!$C$1</c:f>
              <c:strCache>
                <c:ptCount val="1"/>
                <c:pt idx="0">
                  <c:v>Claims leakage</c:v>
                </c:pt>
              </c:strCache>
            </c:strRef>
          </c:tx>
          <c:spPr>
            <a:solidFill>
              <a:srgbClr val="C4C4CD"/>
            </a:solidFill>
          </c:spPr>
          <c:dLbls>
            <c:numFmt formatCode="0" sourceLinked="0"/>
            <c:txPr>
              <a:bodyPr/>
              <a:lstStyle/>
              <a:p>
                <a:pPr>
                  <a:defRPr sz="750" b="0">
                    <a:solidFill>
                      <a:srgbClr val="1A1A24"/>
                    </a:solidFill>
                  </a:defRPr>
                </a:pPr>
              </a:p>
            </c:txPr>
            <c:dLblPos val="ctr"/>
            <c:showLegendKey val="0"/>
            <c:showVal val="1"/>
            <c:showCatName val="0"/>
            <c:showSerName val="0"/>
            <c:showPercent val="0"/>
            <c:showBubbleSize val="0"/>
            <c:showLeaderLines val="1"/>
          </c:dLbls>
          <c:cat>
            <c:strRef>
              <c:f>Sheet1!$A$2:$A$7</c:f>
              <c:strCache>
                <c:ptCount val="6"/>
                <c:pt idx="0">
                  <c:v>Case A low</c:v>
                </c:pt>
                <c:pt idx="1">
                  <c:v>Case A base</c:v>
                </c:pt>
                <c:pt idx="2">
                  <c:v>Case A high</c:v>
                </c:pt>
                <c:pt idx="3">
                  <c:v>Case B low</c:v>
                </c:pt>
                <c:pt idx="4">
                  <c:v>Case B base</c:v>
                </c:pt>
                <c:pt idx="5">
                  <c:v>Case B high</c:v>
                </c:pt>
              </c:strCache>
            </c:strRef>
          </c:cat>
          <c:val>
            <c:numRef>
              <c:f>Sheet1!$C$2:$C$7</c:f>
              <c:numCache>
                <c:formatCode>General</c:formatCode>
                <c:ptCount val="6"/>
                <c:pt idx="0">
                  <c:v>54.5617111441263</c:v>
                </c:pt>
                <c:pt idx="1">
                  <c:v>114.570822288253</c:v>
                </c:pt>
                <c:pt idx="2">
                  <c:v>182.751033432379</c:v>
                </c:pt>
                <c:pt idx="3">
                  <c:v>54.5617111441263</c:v>
                </c:pt>
                <c:pt idx="4">
                  <c:v>114.570822288253</c:v>
                </c:pt>
                <c:pt idx="5">
                  <c:v>182.751033432379</c:v>
                </c:pt>
              </c:numCache>
            </c:numRef>
          </c:val>
        </c:ser>
        <c:ser>
          <c:idx val="2"/>
          <c:order val="2"/>
          <c:tx>
            <c:strRef>
              <c:f>Sheet1!$D$1</c:f>
              <c:strCache>
                <c:ptCount val="1"/>
                <c:pt idx="0">
                  <c:v>Reinsurance price</c:v>
                </c:pt>
              </c:strCache>
            </c:strRef>
          </c:tx>
          <c:spPr>
            <a:solidFill>
              <a:srgbClr val="1A1A24"/>
            </a:solidFill>
          </c:spPr>
          <c:dLbls>
            <c:dLbl>
              <c:idx val="5"/>
              <c:delete val="1"/>
            </c:dLbl>
            <c:dLbl>
              <c:idx val="4"/>
              <c:delete val="1"/>
            </c:dLbl>
            <c:dLbl>
              <c:idx val="3"/>
              <c:delete val="1"/>
            </c:dLbl>
            <c:dLbl>
              <c:idx val="2"/>
              <c:delete val="1"/>
            </c:dLbl>
            <c:dLbl>
              <c:idx val="1"/>
              <c:delete val="1"/>
            </c:dLbl>
            <c:dLbl>
              <c:idx val="0"/>
              <c:delete val="1"/>
            </c:dLbl>
            <c:numFmt formatCode="0" sourceLinked="0"/>
            <c:txPr>
              <a:bodyPr/>
              <a:lstStyle/>
              <a:p>
                <a:pPr>
                  <a:defRPr sz="750" b="0">
                    <a:solidFill>
                      <a:srgbClr val="FFFFFF"/>
                    </a:solidFill>
                  </a:defRPr>
                </a:pPr>
              </a:p>
            </c:txPr>
            <c:dLblPos val="ctr"/>
            <c:showLegendKey val="0"/>
            <c:showVal val="1"/>
            <c:showCatName val="0"/>
            <c:showSerName val="0"/>
            <c:showPercent val="0"/>
            <c:showBubbleSize val="0"/>
            <c:showLeaderLines val="1"/>
          </c:dLbls>
          <c:cat>
            <c:strRef>
              <c:f>Sheet1!$A$2:$A$7</c:f>
              <c:strCache>
                <c:ptCount val="6"/>
                <c:pt idx="0">
                  <c:v>Case A low</c:v>
                </c:pt>
                <c:pt idx="1">
                  <c:v>Case A base</c:v>
                </c:pt>
                <c:pt idx="2">
                  <c:v>Case A high</c:v>
                </c:pt>
                <c:pt idx="3">
                  <c:v>Case B low</c:v>
                </c:pt>
                <c:pt idx="4">
                  <c:v>Case B base</c:v>
                </c:pt>
                <c:pt idx="5">
                  <c:v>Case B high</c:v>
                </c:pt>
              </c:strCache>
            </c:strRef>
          </c:cat>
          <c:val>
            <c:numRef>
              <c:f>Sheet1!$D$2:$D$7</c:f>
              <c:numCache>
                <c:formatCode>General</c:formatCode>
                <c:ptCount val="6"/>
                <c:pt idx="0">
                  <c:v>2.4875</c:v>
                </c:pt>
                <c:pt idx="1">
                  <c:v>9.95</c:v>
                </c:pt>
                <c:pt idx="2">
                  <c:v>22.3875</c:v>
                </c:pt>
                <c:pt idx="3">
                  <c:v>9.95</c:v>
                </c:pt>
                <c:pt idx="4">
                  <c:v>19.9</c:v>
                </c:pt>
                <c:pt idx="5">
                  <c:v>29.85</c:v>
                </c:pt>
              </c:numCache>
            </c:numRef>
          </c:val>
        </c:ser>
        <c:ser>
          <c:idx val="3"/>
          <c:order val="3"/>
          <c:tx>
            <c:strRef>
              <c:f>Sheet1!$E$1</c:f>
              <c:strCache>
                <c:ptCount val="1"/>
                <c:pt idx="0">
                  <c:v>Trapped capital and licence (economic)</c:v>
                </c:pt>
              </c:strCache>
            </c:strRef>
          </c:tx>
          <c:spPr>
            <a:solidFill>
              <a:srgbClr val="FFE600"/>
            </a:solidFill>
          </c:spPr>
          <c:dLbls>
            <c:dLbl>
              <c:idx val="3"/>
              <c:delete val="1"/>
            </c:dLbl>
            <c:dLbl>
              <c:idx val="2"/>
              <c:delete val="1"/>
            </c:dLbl>
            <c:dLbl>
              <c:idx val="1"/>
              <c:delete val="1"/>
            </c:dLbl>
            <c:dLbl>
              <c:idx val="0"/>
              <c:delete val="1"/>
            </c:dLbl>
            <c:numFmt formatCode="0" sourceLinked="0"/>
            <c:txPr>
              <a:bodyPr/>
              <a:lstStyle/>
              <a:p>
                <a:pPr>
                  <a:defRPr sz="750" b="0">
                    <a:solidFill>
                      <a:srgbClr val="1A1A24"/>
                    </a:solidFill>
                  </a:defRPr>
                </a:pPr>
              </a:p>
            </c:txPr>
            <c:dLblPos val="ctr"/>
            <c:showLegendKey val="0"/>
            <c:showVal val="1"/>
            <c:showCatName val="0"/>
            <c:showSerName val="0"/>
            <c:showPercent val="0"/>
            <c:showBubbleSize val="0"/>
            <c:showLeaderLines val="1"/>
          </c:dLbls>
          <c:cat>
            <c:strRef>
              <c:f>Sheet1!$A$2:$A$7</c:f>
              <c:strCache>
                <c:ptCount val="6"/>
                <c:pt idx="0">
                  <c:v>Case A low</c:v>
                </c:pt>
                <c:pt idx="1">
                  <c:v>Case A base</c:v>
                </c:pt>
                <c:pt idx="2">
                  <c:v>Case A high</c:v>
                </c:pt>
                <c:pt idx="3">
                  <c:v>Case B low</c:v>
                </c:pt>
                <c:pt idx="4">
                  <c:v>Case B base</c:v>
                </c:pt>
                <c:pt idx="5">
                  <c:v>Case B high</c:v>
                </c:pt>
              </c:strCache>
            </c:strRef>
          </c:cat>
          <c:val>
            <c:numRef>
              <c:f>Sheet1!$E$2:$E$7</c:f>
              <c:numCache>
                <c:formatCode>General</c:formatCode>
                <c:ptCount val="6"/>
                <c:pt idx="0">
                  <c:v>0</c:v>
                </c:pt>
                <c:pt idx="1">
                  <c:v>0</c:v>
                </c:pt>
                <c:pt idx="2">
                  <c:v>0</c:v>
                </c:pt>
                <c:pt idx="3">
                  <c:v>10</c:v>
                </c:pt>
                <c:pt idx="4">
                  <c:v>98.6010738255033</c:v>
                </c:pt>
                <c:pt idx="5">
                  <c:v>169.390604026846</c:v>
                </c:pt>
              </c:numCache>
            </c:numRef>
          </c:val>
        </c:ser>
        <c:gapWidth val="55"/>
        <c:overlap val="100"/>
        <c:axId val="-2068027336"/>
        <c:axId val="-2113994440"/>
      </c:barChart>
      <c:lineChart>
        <c:grouping val="standard"/>
        <c:varyColors val="0"/>
        <c:ser>
          <c:idx val="4"/>
          <c:order val="4"/>
          <c:tx>
            <c:strRef>
              <c:f>Sheet1!$F$1</c:f>
              <c:strCache>
                <c:ptCount val="1"/>
                <c:pt idx="0">
                  <c:v>Total</c:v>
                </c:pt>
              </c:strCache>
            </c:strRef>
          </c:tx>
          <c:spPr>
            <a:ln>
              <a:noFill/>
            </a:ln>
          </c:spPr>
          <c:marker>
            <c:symbol val="none"/>
          </c:marker>
          <c:dLbls>
            <c:dLbl>
              <c:idx val="0"/>
              <c:tx>
                <c:rich>
                  <a:bodyPr/>
                  <a:lstStyle/>
                  <a:p>
                    <a:r>
                      <a:rPr sz="750" b="1">
                        <a:solidFill>
                          <a:srgbClr val="1A1A24"/>
                        </a:solidFill>
                      </a:rPr>
                      <a:t>254</a:t>
                    </a:r>
                  </a:p>
                </c:rich>
              </c:tx>
              <c:dLblPos val="t"/>
              <c:showLegendKey val="0"/>
              <c:showVal val="1"/>
              <c:showCatName val="0"/>
              <c:showSerName val="0"/>
              <c:showPercent val="0"/>
              <c:showBubbleSize val="0"/>
            </c:dLbl>
            <c:dLbl>
              <c:idx val="1"/>
              <c:tx>
                <c:rich>
                  <a:bodyPr/>
                  <a:lstStyle/>
                  <a:p>
                    <a:r>
                      <a:rPr sz="750" b="1">
                        <a:solidFill>
                          <a:srgbClr val="1A1A24"/>
                        </a:solidFill>
                      </a:rPr>
                      <a:t>396</a:t>
                    </a:r>
                  </a:p>
                </c:rich>
              </c:tx>
              <c:dLblPos val="t"/>
              <c:showLegendKey val="0"/>
              <c:showVal val="1"/>
              <c:showCatName val="0"/>
              <c:showSerName val="0"/>
              <c:showPercent val="0"/>
              <c:showBubbleSize val="0"/>
            </c:dLbl>
            <c:dLbl>
              <c:idx val="2"/>
              <c:tx>
                <c:rich>
                  <a:bodyPr/>
                  <a:lstStyle/>
                  <a:p>
                    <a:r>
                      <a:rPr sz="750" b="1">
                        <a:solidFill>
                          <a:srgbClr val="1A1A24"/>
                        </a:solidFill>
                      </a:rPr>
                      <a:t>552</a:t>
                    </a:r>
                  </a:p>
                </c:rich>
              </c:tx>
              <c:dLblPos val="t"/>
              <c:showLegendKey val="0"/>
              <c:showVal val="1"/>
              <c:showCatName val="0"/>
              <c:showSerName val="0"/>
              <c:showPercent val="0"/>
              <c:showBubbleSize val="0"/>
            </c:dLbl>
            <c:dLbl>
              <c:idx val="3"/>
              <c:tx>
                <c:rich>
                  <a:bodyPr/>
                  <a:lstStyle/>
                  <a:p>
                    <a:r>
                      <a:rPr sz="750" b="1">
                        <a:solidFill>
                          <a:srgbClr val="1A1A24"/>
                        </a:solidFill>
                      </a:rPr>
                      <a:t>276 (plus 10 economic)</a:t>
                    </a:r>
                  </a:p>
                </c:rich>
              </c:tx>
              <c:dLblPos val="t"/>
              <c:showLegendKey val="0"/>
              <c:showVal val="1"/>
              <c:showCatName val="0"/>
              <c:showSerName val="0"/>
              <c:showPercent val="0"/>
              <c:showBubbleSize val="0"/>
            </c:dLbl>
            <c:dLbl>
              <c:idx val="4"/>
              <c:tx>
                <c:rich>
                  <a:bodyPr/>
                  <a:lstStyle/>
                  <a:p>
                    <a:r>
                      <a:rPr sz="750" b="1">
                        <a:solidFill>
                          <a:srgbClr val="1A1A24"/>
                        </a:solidFill>
                      </a:rPr>
                      <a:t>505 (plus 99 economic)</a:t>
                    </a:r>
                  </a:p>
                </c:rich>
              </c:tx>
              <c:dLblPos val="t"/>
              <c:showLegendKey val="0"/>
              <c:showVal val="1"/>
              <c:showCatName val="0"/>
              <c:showSerName val="0"/>
              <c:showPercent val="0"/>
              <c:showBubbleSize val="0"/>
            </c:dLbl>
            <c:dLbl>
              <c:idx val="5"/>
              <c:tx>
                <c:rich>
                  <a:bodyPr/>
                  <a:lstStyle/>
                  <a:p>
                    <a:r>
                      <a:rPr sz="750" b="1">
                        <a:solidFill>
                          <a:srgbClr val="1A1A24"/>
                        </a:solidFill>
                      </a:rPr>
                      <a:t>806 (plus 169 economic)</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Case A low</c:v>
                </c:pt>
                <c:pt idx="1">
                  <c:v>Case A base</c:v>
                </c:pt>
                <c:pt idx="2">
                  <c:v>Case A high</c:v>
                </c:pt>
                <c:pt idx="3">
                  <c:v>Case B low</c:v>
                </c:pt>
                <c:pt idx="4">
                  <c:v>Case B base</c:v>
                </c:pt>
                <c:pt idx="5">
                  <c:v>Case B high</c:v>
                </c:pt>
              </c:strCache>
            </c:strRef>
          </c:cat>
          <c:val>
            <c:numRef>
              <c:f>Sheet1!$F$2:$F$7</c:f>
              <c:numCache>
                <c:formatCode>General</c:formatCode>
                <c:ptCount val="6"/>
                <c:pt idx="0">
                  <c:v>254.4092789420213</c:v>
                </c:pt>
                <c:pt idx="1">
                  <c:v>396.093723335772</c:v>
                </c:pt>
                <c:pt idx="2">
                  <c:v>552.1853077295219</c:v>
                </c:pt>
                <c:pt idx="3">
                  <c:v>285.96892664187027</c:v>
                </c:pt>
                <c:pt idx="4">
                  <c:v>603.3985793603733</c:v>
                </c:pt>
                <c:pt idx="5">
                  <c:v>975.6242777043379</c:v>
                </c:pt>
              </c:numCache>
            </c:numRef>
          </c:val>
          <c:smooth val="0"/>
        </c:ser>
        <c:marker val="1"/>
        <c:axId val="-2068027336"/>
        <c:axId val="-2113994440"/>
      </c:lineChart>
      <c:catAx>
        <c:axId val="-2068027336"/>
        <c:scaling>
          <c:orientation val="minMax"/>
        </c:scaling>
        <c:delete val="0"/>
        <c:axPos val="b"/>
        <c:majorTickMark val="out"/>
        <c:minorTickMark val="none"/>
        <c:tickLblPos val="nextTo"/>
        <c:spPr>
          <a:ln>
            <a:solidFill>
              <a:srgbClr val="C4C4CD"/>
            </a:solidFill>
          </a:ln>
        </c:spPr>
        <c:txPr>
          <a:bodyPr/>
          <a:lstStyle/>
          <a:p>
            <a:pPr>
              <a:defRPr sz="800"/>
            </a:pPr>
          </a:p>
        </c:txPr>
        <c:crossAx val="-2113994440"/>
        <c:crosses val="autoZero"/>
        <c:auto val="1"/>
        <c:lblAlgn val="ctr"/>
        <c:lblOffset val="100"/>
        <c:noMultiLvlLbl val="0"/>
      </c:catAx>
      <c:valAx>
        <c:axId val="-2113994440"/>
        <c:scaling>
          <c:max val="1150.0"/>
          <c:min val="0.0"/>
        </c:scaling>
        <c:delete val="0"/>
        <c:axPos val="l"/>
        <c:majorGridlines>
          <c:spPr>
            <a:ln>
              <a:solidFill>
                <a:srgbClr val="F6F6FA"/>
              </a:solidFill>
            </a:ln>
          </c:spPr>
        </c:majorGridlines>
        <c:numFmt formatCode="[&gt;=1000]#&quot; &quot;##0;0" sourceLinked="0"/>
        <c:majorTickMark val="out"/>
        <c:minorTickMark val="none"/>
        <c:tickLblPos val="nextTo"/>
        <c:spPr>
          <a:ln>
            <a:noFill/>
          </a:ln>
        </c:spPr>
        <c:txPr>
          <a:bodyPr/>
          <a:lstStyle/>
          <a:p>
            <a:pPr>
              <a:defRPr sz="800">
                <a:solidFill>
                  <a:srgbClr val="747480"/>
                </a:solidFill>
              </a:defRPr>
            </a:pPr>
          </a:p>
        </c:txPr>
        <c:crossAx val="-2068027336"/>
        <c:crosses val="autoZero"/>
      </c:valAx>
    </c:plotArea>
    <c:legend>
      <c:legendPos val="b"/>
      <c:legendEntry>
        <c:idx val="4"/>
        <c:delete val="1"/>
      </c:legendEntry>
      <c:overlay val="0"/>
      <c:txPr>
        <a:bodyPr/>
        <a:lstStyle/>
        <a:p>
          <a:pPr>
            <a:defRPr sz="800"/>
          </a:pPr>
        </a:p>
      </c:txPr>
    </c:legend>
    <c:dispBlanksAs val="gap"/>
  </c:chart>
  <c:spPr>
    <a:noFill/>
    <a:ln>
      <a:noFill/>
    </a:ln>
  </c:spPr>
  <c:txPr>
    <a:bodyPr/>
    <a:lstStyle/>
    <a:p>
      <a:pPr>
        <a:defRPr sz="800">
          <a:solidFill>
            <a:srgbClr val="1A1A24"/>
          </a:solidFil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Wave one: independent (leakage, reinsurance repricing)</c:v>
                </c:pt>
              </c:strCache>
            </c:strRef>
          </c:tx>
          <c:spPr>
            <a:solidFill>
              <a:srgbClr val="C4C4CD"/>
            </a:solidFill>
          </c:spPr>
          <c:dLbls>
            <c:dLbl>
              <c:idx val="0"/>
              <c:delete val="1"/>
            </c:dLbl>
            <c:numFmt formatCode="0" sourceLinked="0"/>
            <c:txPr>
              <a:bodyPr/>
              <a:lstStyle/>
              <a:p>
                <a:pPr>
                  <a:defRPr sz="750" b="0">
                    <a:solidFill>
                      <a:srgbClr val="1A1A24"/>
                    </a:solidFill>
                  </a:defRPr>
                </a:pPr>
              </a:p>
            </c:txPr>
            <c:dLblPos val="ctr"/>
            <c:showLegendKey val="0"/>
            <c:showVal val="1"/>
            <c:showCatName val="0"/>
            <c:showSerName val="0"/>
            <c:showPercent val="0"/>
            <c:showBubbleSize val="0"/>
            <c:showLeaderLines val="1"/>
          </c:dLbls>
          <c:cat>
            <c:strRef>
              <c:f>Sheet1!$A$2:$A$5</c:f>
              <c:strCache>
                <c:ptCount val="4"/>
                <c:pt idx="0">
                  <c:v>Start</c:v>
                </c:pt>
                <c:pt idx="1">
                  <c:v>End year 1</c:v>
                </c:pt>
                <c:pt idx="2">
                  <c:v>End year 2</c:v>
                </c:pt>
                <c:pt idx="3">
                  <c:v>End year 3</c:v>
                </c:pt>
              </c:strCache>
            </c:strRef>
          </c:cat>
          <c:val>
            <c:numRef>
              <c:f>Sheet1!$B$2:$B$5</c:f>
              <c:numCache>
                <c:formatCode>General</c:formatCode>
                <c:ptCount val="4"/>
                <c:pt idx="0">
                  <c:v>0</c:v>
                </c:pt>
                <c:pt idx="1">
                  <c:v>74.7124933729516</c:v>
                </c:pt>
                <c:pt idx="2">
                  <c:v>124.520822288253</c:v>
                </c:pt>
                <c:pt idx="3">
                  <c:v>124.520822288253</c:v>
                </c:pt>
              </c:numCache>
            </c:numRef>
          </c:val>
        </c:ser>
        <c:ser>
          <c:idx val="1"/>
          <c:order val="1"/>
          <c:tx>
            <c:strRef>
              <c:f>Sheet1!$C$1</c:f>
              <c:strCache>
                <c:ptCount val="1"/>
                <c:pt idx="0">
                  <c:v>Wave two: adjacent (operating programme)</c:v>
                </c:pt>
              </c:strCache>
            </c:strRef>
          </c:tx>
          <c:spPr>
            <a:solidFill>
              <a:srgbClr val="747480"/>
            </a:solidFill>
          </c:spPr>
          <c:dLbls>
            <c:dLbl>
              <c:idx val="0"/>
              <c:delete val="1"/>
            </c:dLbl>
            <c:numFmt formatCode="0" sourceLinked="0"/>
            <c:txPr>
              <a:bodyPr/>
              <a:lstStyle/>
              <a:p>
                <a:pPr>
                  <a:defRPr sz="750" b="0">
                    <a:solidFill>
                      <a:srgbClr val="FFFFFF"/>
                    </a:solidFill>
                  </a:defRPr>
                </a:pPr>
              </a:p>
            </c:txPr>
            <c:dLblPos val="ctr"/>
            <c:showLegendKey val="0"/>
            <c:showVal val="1"/>
            <c:showCatName val="0"/>
            <c:showSerName val="0"/>
            <c:showPercent val="0"/>
            <c:showBubbleSize val="0"/>
            <c:showLeaderLines val="1"/>
          </c:dLbls>
          <c:cat>
            <c:strRef>
              <c:f>Sheet1!$A$2:$A$5</c:f>
              <c:strCache>
                <c:ptCount val="4"/>
                <c:pt idx="0">
                  <c:v>Start</c:v>
                </c:pt>
                <c:pt idx="1">
                  <c:v>End year 1</c:v>
                </c:pt>
                <c:pt idx="2">
                  <c:v>End year 2</c:v>
                </c:pt>
                <c:pt idx="3">
                  <c:v>End year 3</c:v>
                </c:pt>
              </c:strCache>
            </c:strRef>
          </c:cat>
          <c:val>
            <c:numRef>
              <c:f>Sheet1!$C$2:$C$5</c:f>
              <c:numCache>
                <c:formatCode>General</c:formatCode>
                <c:ptCount val="4"/>
                <c:pt idx="0">
                  <c:v>0</c:v>
                </c:pt>
                <c:pt idx="1">
                  <c:v>162.943740628511</c:v>
                </c:pt>
                <c:pt idx="2">
                  <c:v>271.572901047519</c:v>
                </c:pt>
                <c:pt idx="3">
                  <c:v>271.572901047519</c:v>
                </c:pt>
              </c:numCache>
            </c:numRef>
          </c:val>
        </c:ser>
        <c:ser>
          <c:idx val="2"/>
          <c:order val="2"/>
          <c:tx>
            <c:strRef>
              <c:f>Sheet1!$D$1</c:f>
              <c:strCache>
                <c:ptCount val="1"/>
                <c:pt idx="0">
                  <c:v>Wave three: direct (the increment, on the structural decision)</c:v>
                </c:pt>
              </c:strCache>
            </c:strRef>
          </c:tx>
          <c:spPr>
            <a:solidFill>
              <a:srgbClr val="FFE600"/>
            </a:solidFill>
          </c:spPr>
          <c:dLbls>
            <c:dLbl>
              <c:idx val="1"/>
              <c:delete val="1"/>
            </c:dLbl>
            <c:dLbl>
              <c:idx val="0"/>
              <c:delete val="1"/>
            </c:dLbl>
            <c:numFmt formatCode="0" sourceLinked="0"/>
            <c:txPr>
              <a:bodyPr/>
              <a:lstStyle/>
              <a:p>
                <a:pPr>
                  <a:defRPr sz="750" b="0">
                    <a:solidFill>
                      <a:srgbClr val="1A1A24"/>
                    </a:solidFill>
                  </a:defRPr>
                </a:pPr>
              </a:p>
            </c:txPr>
            <c:dLblPos val="ctr"/>
            <c:showLegendKey val="0"/>
            <c:showVal val="1"/>
            <c:showCatName val="0"/>
            <c:showSerName val="0"/>
            <c:showPercent val="0"/>
            <c:showBubbleSize val="0"/>
            <c:showLeaderLines val="1"/>
          </c:dLbls>
          <c:cat>
            <c:strRef>
              <c:f>Sheet1!$A$2:$A$5</c:f>
              <c:strCache>
                <c:ptCount val="4"/>
                <c:pt idx="0">
                  <c:v>Start</c:v>
                </c:pt>
                <c:pt idx="1">
                  <c:v>End year 1</c:v>
                </c:pt>
                <c:pt idx="2">
                  <c:v>End year 2</c:v>
                </c:pt>
                <c:pt idx="3">
                  <c:v>End year 3</c:v>
                </c:pt>
              </c:strCache>
            </c:strRef>
          </c:cat>
          <c:val>
            <c:numRef>
              <c:f>Sheet1!$D$2:$D$5</c:f>
              <c:numCache>
                <c:formatCode>General</c:formatCode>
                <c:ptCount val="4"/>
                <c:pt idx="0">
                  <c:v>0</c:v>
                </c:pt>
                <c:pt idx="1">
                  <c:v>10.8703782199098</c:v>
                </c:pt>
                <c:pt idx="2">
                  <c:v>54.3518910995489</c:v>
                </c:pt>
                <c:pt idx="3">
                  <c:v>108.703782199098</c:v>
                </c:pt>
              </c:numCache>
            </c:numRef>
          </c:val>
        </c:ser>
        <c:gapWidth val="55"/>
        <c:overlap val="100"/>
        <c:axId val="-2068027336"/>
        <c:axId val="-2113994440"/>
      </c:barChart>
      <c:lineChart>
        <c:grouping val="standard"/>
        <c:varyColors val="0"/>
        <c:ser>
          <c:idx val="3"/>
          <c:order val="3"/>
          <c:tx>
            <c:strRef>
              <c:f>Sheet1!$E$1</c:f>
              <c:strCache>
                <c:ptCount val="1"/>
                <c:pt idx="0">
                  <c:v>Total</c:v>
                </c:pt>
              </c:strCache>
            </c:strRef>
          </c:tx>
          <c:spPr>
            <a:ln>
              <a:noFill/>
            </a:ln>
          </c:spPr>
          <c:marker>
            <c:symbol val="none"/>
            <c:size val="6"/>
          </c:marker>
          <c:dLbls>
            <c:dLbl>
              <c:idx val="0"/>
              <c:tx>
                <c:rich>
                  <a:bodyPr/>
                  <a:lstStyle/>
                  <a:p/>
                </c:rich>
              </c:tx>
              <c:dLblPos val="t"/>
              <c:showLegendKey val="0"/>
              <c:showVal val="1"/>
              <c:showCatName val="0"/>
              <c:showSerName val="0"/>
              <c:showPercent val="0"/>
              <c:showBubbleSize val="0"/>
            </c:dLbl>
            <c:dLbl>
              <c:idx val="1"/>
              <c:tx>
                <c:rich>
                  <a:bodyPr/>
                  <a:lstStyle/>
                  <a:p>
                    <a:r>
                      <a:rPr sz="750" b="1">
                        <a:solidFill>
                          <a:srgbClr val="1A1A24"/>
                        </a:solidFill>
                      </a:rPr>
                      <a:t>249 (127 to 465)</a:t>
                    </a:r>
                  </a:p>
                </c:rich>
              </c:tx>
              <c:dLblPos val="t"/>
              <c:showLegendKey val="0"/>
              <c:showVal val="1"/>
              <c:showCatName val="0"/>
              <c:showSerName val="0"/>
              <c:showPercent val="0"/>
              <c:showBubbleSize val="0"/>
            </c:dLbl>
            <c:dLbl>
              <c:idx val="2"/>
              <c:tx>
                <c:rich>
                  <a:bodyPr/>
                  <a:lstStyle/>
                  <a:p>
                    <a:r>
                      <a:rPr sz="750" b="1">
                        <a:solidFill>
                          <a:srgbClr val="1A1A24"/>
                        </a:solidFill>
                      </a:rPr>
                      <a:t>450 (238 to 730)</a:t>
                    </a:r>
                  </a:p>
                </c:rich>
              </c:tx>
              <c:dLblPos val="t"/>
              <c:showLegendKey val="0"/>
              <c:showVal val="1"/>
              <c:showCatName val="0"/>
              <c:showSerName val="0"/>
              <c:showPercent val="0"/>
              <c:showBubbleSize val="0"/>
            </c:dLbl>
            <c:dLbl>
              <c:idx val="3"/>
              <c:tx>
                <c:rich>
                  <a:bodyPr/>
                  <a:lstStyle/>
                  <a:p>
                    <a:r>
                      <a:rPr sz="750" b="1">
                        <a:solidFill>
                          <a:srgbClr val="1A1A24"/>
                        </a:solidFill>
                      </a:rPr>
                      <a:t>505 (276 to 806)</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Start</c:v>
                </c:pt>
                <c:pt idx="1">
                  <c:v>End year 1</c:v>
                </c:pt>
                <c:pt idx="2">
                  <c:v>End year 2</c:v>
                </c:pt>
                <c:pt idx="3">
                  <c:v>End year 3</c:v>
                </c:pt>
              </c:strCache>
            </c:strRef>
          </c:cat>
          <c:val>
            <c:numRef>
              <c:f>Sheet1!$E$2:$E$5</c:f>
              <c:numCache>
                <c:formatCode>General</c:formatCode>
                <c:ptCount val="4"/>
                <c:pt idx="1">
                  <c:v>248.526612221373</c:v>
                </c:pt>
                <c:pt idx="2">
                  <c:v>450.44561443532</c:v>
                </c:pt>
                <c:pt idx="3">
                  <c:v>504.797505534869</c:v>
                </c:pt>
              </c:numCache>
            </c:numRef>
          </c:val>
          <c:smooth val="0"/>
        </c:ser>
        <c:ser>
          <c:idx val="4"/>
          <c:order val="4"/>
          <c:tx>
            <c:strRef>
              <c:f>Sheet1!$F$1</c:f>
              <c:strCache>
                <c:ptCount val="1"/>
                <c:pt idx="0">
                  <c:v>Cumulative cost to achieve, base (lever-mix basis)</c:v>
                </c:pt>
              </c:strCache>
            </c:strRef>
          </c:tx>
          <c:spPr>
            <a:ln w="25400">
              <a:solidFill>
                <a:srgbClr val="1A1A24"/>
              </a:solidFill>
            </a:ln>
          </c:spPr>
          <c:marker>
            <c:symbol val="circle"/>
            <c:size val="6"/>
            <c:spPr>
              <a:solidFill>
                <a:srgbClr val="1A1A24"/>
              </a:solidFill>
            </c:spPr>
          </c:marker>
          <c:dLbls>
            <c:numFmt formatCode="0" sourceLinked="0"/>
            <c:txPr>
              <a:bodyPr/>
              <a:lstStyle/>
              <a:p>
                <a:pPr>
                  <a:defRPr sz="750" b="1"/>
                </a:pPr>
              </a:p>
            </c:txPr>
            <c:dLblPos val="t"/>
            <c:showLegendKey val="0"/>
            <c:showVal val="1"/>
            <c:showCatName val="0"/>
            <c:showSerName val="0"/>
            <c:showPercent val="0"/>
            <c:showBubbleSize val="0"/>
            <c:showLeaderLines val="1"/>
          </c:dLbls>
          <c:cat>
            <c:strRef>
              <c:f>Sheet1!$A$2:$A$5</c:f>
              <c:strCache>
                <c:ptCount val="4"/>
                <c:pt idx="0">
                  <c:v>Start</c:v>
                </c:pt>
                <c:pt idx="1">
                  <c:v>End year 1</c:v>
                </c:pt>
                <c:pt idx="2">
                  <c:v>End year 2</c:v>
                </c:pt>
                <c:pt idx="3">
                  <c:v>End year 3</c:v>
                </c:pt>
              </c:strCache>
            </c:strRef>
          </c:cat>
          <c:val>
            <c:numRef>
              <c:f>Sheet1!$F$2:$F$5</c:f>
              <c:numCache>
                <c:formatCode>General</c:formatCode>
                <c:ptCount val="4"/>
                <c:pt idx="1">
                  <c:v>179.538834003103</c:v>
                </c:pt>
                <c:pt idx="2">
                  <c:v>305.216017805275</c:v>
                </c:pt>
                <c:pt idx="3">
                  <c:v>359.077668006206</c:v>
                </c:pt>
              </c:numCache>
            </c:numRef>
          </c:val>
          <c:smooth val="0"/>
        </c:ser>
        <c:marker val="1"/>
        <c:axId val="-2068027336"/>
        <c:axId val="-2113994440"/>
      </c:lineChart>
      <c:catAx>
        <c:axId val="-2068027336"/>
        <c:scaling>
          <c:orientation val="minMax"/>
        </c:scaling>
        <c:delete val="0"/>
        <c:axPos val="b"/>
        <c:majorTickMark val="out"/>
        <c:minorTickMark val="none"/>
        <c:tickLblPos val="nextTo"/>
        <c:spPr>
          <a:ln>
            <a:solidFill>
              <a:srgbClr val="C4C4CD"/>
            </a:solidFill>
          </a:ln>
        </c:spPr>
        <c:txPr>
          <a:bodyPr/>
          <a:lstStyle/>
          <a:p>
            <a:pPr>
              <a:defRPr sz="800"/>
            </a:pPr>
          </a:p>
        </c:txPr>
        <c:crossAx val="-2113994440"/>
        <c:crosses val="autoZero"/>
        <c:auto val="1"/>
        <c:lblAlgn val="ctr"/>
        <c:lblOffset val="100"/>
        <c:noMultiLvlLbl val="0"/>
      </c:catAx>
      <c:valAx>
        <c:axId val="-2113994440"/>
        <c:scaling>
          <c:max val="700.0"/>
          <c:min val="0.0"/>
        </c:scaling>
        <c:delete val="0"/>
        <c:axPos val="l"/>
        <c:majorGridlines>
          <c:spPr>
            <a:ln>
              <a:solidFill>
                <a:srgbClr val="F6F6FA"/>
              </a:solidFill>
            </a:ln>
          </c:spPr>
        </c:majorGridlines>
        <c:numFmt formatCode="[&gt;=1000]#&quot; &quot;##0;0" sourceLinked="0"/>
        <c:majorTickMark val="out"/>
        <c:minorTickMark val="none"/>
        <c:tickLblPos val="nextTo"/>
        <c:spPr>
          <a:ln>
            <a:noFill/>
          </a:ln>
        </c:spPr>
        <c:txPr>
          <a:bodyPr/>
          <a:lstStyle/>
          <a:p>
            <a:pPr>
              <a:defRPr sz="800">
                <a:solidFill>
                  <a:srgbClr val="747480"/>
                </a:solidFill>
              </a:defRPr>
            </a:pPr>
          </a:p>
        </c:txPr>
        <c:crossAx val="-2068027336"/>
        <c:crosses val="autoZero"/>
      </c:valAx>
    </c:plotArea>
    <c:legend>
      <c:legendPos val="b"/>
      <c:legendEntry>
        <c:idx val="3"/>
        <c:delete val="1"/>
      </c:legendEntry>
      <c:overlay val="0"/>
      <c:txPr>
        <a:bodyPr/>
        <a:lstStyle/>
        <a:p>
          <a:pPr>
            <a:defRPr sz="800"/>
          </a:pPr>
        </a:p>
      </c:txPr>
    </c:legend>
    <c:dispBlanksAs val="gap"/>
  </c:chart>
  <c:spPr>
    <a:noFill/>
    <a:ln>
      <a:noFill/>
    </a:ln>
  </c:spPr>
  <c:txPr>
    <a:bodyPr/>
    <a:lstStyle/>
    <a:p>
      <a:pPr>
        <a:defRPr sz="800">
          <a:solidFill>
            <a:srgbClr val="1A1A24"/>
          </a:solidFil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GB" dirty="0">
              <a:latin typeface="Arial" pitchFamily="34" charset="0"/>
            </a:endParaRPr>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F46A4B97-00A5-44E7-B49F-659C8D90A0D8}" type="datetimeFigureOut">
              <a:rPr lang="en-GB" smtClean="0">
                <a:latin typeface="Arial" pitchFamily="34" charset="0"/>
              </a:rPr>
              <a:t>11/07/2026</a:t>
            </a:fld>
            <a:endParaRPr lang="en-GB" dirty="0">
              <a:latin typeface="Arial" pitchFamily="34" charset="0"/>
            </a:endParaRPr>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GB" dirty="0">
              <a:latin typeface="Arial" pitchFamily="34" charset="0"/>
            </a:endParaRPr>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D3A5C721-4BB5-4DB6-AD65-4BA2A62B05B6}" type="slidenum">
              <a:rPr lang="en-GB" smtClean="0">
                <a:latin typeface="Arial" pitchFamily="34" charset="0"/>
              </a:rPr>
              <a:pPr/>
              <a:t>‹#›</a:t>
            </a:fld>
            <a:endParaRPr lang="en-GB" dirty="0">
              <a:latin typeface="Arial" pitchFamily="34" charset="0"/>
            </a:endParaRPr>
          </a:p>
        </p:txBody>
      </p:sp>
    </p:spTree>
    <p:extLst>
      <p:ext uri="{BB962C8B-B14F-4D97-AF65-F5344CB8AC3E}">
        <p14:creationId xmlns:p14="http://schemas.microsoft.com/office/powerpoint/2010/main" val="19916323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atin typeface="Arial" pitchFamily="34" charset="0"/>
              </a:defRPr>
            </a:lvl1pPr>
          </a:lstStyle>
          <a:p>
            <a:endParaRPr lang="en-GB" dirty="0"/>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atin typeface="Arial" pitchFamily="34" charset="0"/>
              </a:defRPr>
            </a:lvl1pPr>
          </a:lstStyle>
          <a:p>
            <a:fld id="{1509B038-C0E1-4257-A8F7-E83797F429AE}" type="datetimeFigureOut">
              <a:rPr lang="en-GB" smtClean="0"/>
              <a:t>11/07/2026</a:t>
            </a:fld>
            <a:endParaRPr lang="en-GB" dirty="0"/>
          </a:p>
        </p:txBody>
      </p:sp>
      <p:sp>
        <p:nvSpPr>
          <p:cNvPr id="4" name="Slide Image Placeholder 3"/>
          <p:cNvSpPr>
            <a:spLocks noGrp="1" noRot="1" noChangeAspect="1"/>
          </p:cNvSpPr>
          <p:nvPr>
            <p:ph type="sldImg" idx="2"/>
          </p:nvPr>
        </p:nvSpPr>
        <p:spPr>
          <a:xfrm>
            <a:off x="395288" y="692150"/>
            <a:ext cx="6159500" cy="3463925"/>
          </a:xfrm>
          <a:prstGeom prst="rect">
            <a:avLst/>
          </a:prstGeom>
          <a:noFill/>
          <a:ln w="12700">
            <a:solidFill>
              <a:prstClr val="black"/>
            </a:solidFill>
          </a:ln>
        </p:spPr>
        <p:txBody>
          <a:bodyPr vert="horz" lIns="92492" tIns="46246" rIns="92492" bIns="46246" rtlCol="0" anchor="ctr"/>
          <a:lstStyle/>
          <a:p>
            <a:endParaRPr lang="en-GB" dirty="0"/>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atin typeface="Arial" pitchFamily="34" charset="0"/>
              </a:defRPr>
            </a:lvl1pPr>
          </a:lstStyle>
          <a:p>
            <a:endParaRPr lang="en-GB" dirty="0"/>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atin typeface="Arial" pitchFamily="34" charset="0"/>
              </a:defRPr>
            </a:lvl1pPr>
          </a:lstStyle>
          <a:p>
            <a:fld id="{5B43D19E-BFDB-4C92-8EDD-32EDDA8F41DF}" type="slidenum">
              <a:rPr lang="en-GB" smtClean="0"/>
              <a:pPr/>
              <a:t>‹#›</a:t>
            </a:fld>
            <a:endParaRPr lang="en-GB" dirty="0"/>
          </a:p>
        </p:txBody>
      </p:sp>
    </p:spTree>
    <p:extLst>
      <p:ext uri="{BB962C8B-B14F-4D97-AF65-F5344CB8AC3E}">
        <p14:creationId xmlns:p14="http://schemas.microsoft.com/office/powerpoint/2010/main" val="160627034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3826" y="369888"/>
            <a:ext cx="11224800" cy="470898"/>
          </a:xfrm>
        </p:spPr>
        <p:txBody>
          <a:bodyPr/>
          <a:lstStyle/>
          <a:p>
            <a:r>
              <a:rPr lang="en-US"/>
              <a:t>Click to edit Master title style</a:t>
            </a:r>
          </a:p>
        </p:txBody>
      </p:sp>
      <p:sp>
        <p:nvSpPr>
          <p:cNvPr id="14" name="Content Placeholder">
            <a:extLst>
              <a:ext uri="{FF2B5EF4-FFF2-40B4-BE49-F238E27FC236}">
                <a16:creationId xmlns:a16="http://schemas.microsoft.com/office/drawing/2014/main" id="{A5EED3AD-188C-E954-617B-9CB9E1BA8A14}"/>
              </a:ext>
            </a:extLst>
          </p:cNvPr>
          <p:cNvSpPr>
            <a:spLocks noGrp="1"/>
          </p:cNvSpPr>
          <p:nvPr>
            <p:ph sz="quarter" idx="16"/>
          </p:nvPr>
        </p:nvSpPr>
        <p:spPr>
          <a:xfrm>
            <a:off x="485521" y="1411287"/>
            <a:ext cx="11224800" cy="4638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6ABEF5EE-C1B0-CB56-30BC-F2EA02D0DD7E}"/>
              </a:ext>
            </a:extLst>
          </p:cNvPr>
          <p:cNvSpPr>
            <a:spLocks noGrp="1"/>
          </p:cNvSpPr>
          <p:nvPr>
            <p:ph type="dt" sz="half" idx="17"/>
          </p:nvPr>
        </p:nvSpPr>
        <p:spPr/>
        <p:txBody>
          <a:bodyPr/>
          <a:lstStyle/>
          <a:p>
            <a:fld id="{53898BEC-6674-4B10-9A95-1B1E7C9060E3}" type="datetime3">
              <a:rPr lang="en-US" smtClean="0"/>
              <a:t>11 July 2026</a:t>
            </a:fld>
            <a:endParaRPr lang="en-US" dirty="0"/>
          </a:p>
        </p:txBody>
      </p:sp>
      <p:sp>
        <p:nvSpPr>
          <p:cNvPr id="8" name="Footer Placeholder 7">
            <a:extLst>
              <a:ext uri="{FF2B5EF4-FFF2-40B4-BE49-F238E27FC236}">
                <a16:creationId xmlns:a16="http://schemas.microsoft.com/office/drawing/2014/main" id="{E539B410-713F-D002-C7AD-50375ABC034D}"/>
              </a:ext>
            </a:extLst>
          </p:cNvPr>
          <p:cNvSpPr>
            <a:spLocks noGrp="1"/>
          </p:cNvSpPr>
          <p:nvPr>
            <p:ph type="ftr" sz="quarter" idx="18"/>
          </p:nvPr>
        </p:nvSpPr>
        <p:spPr/>
        <p:txBody>
          <a:bodyPr/>
          <a:lstStyle/>
          <a:p>
            <a:r>
              <a:rPr lang="en-US"/>
              <a:t>Insert footer text here</a:t>
            </a:r>
          </a:p>
        </p:txBody>
      </p:sp>
      <p:sp>
        <p:nvSpPr>
          <p:cNvPr id="9" name="Slide Number Placeholder 8">
            <a:extLst>
              <a:ext uri="{FF2B5EF4-FFF2-40B4-BE49-F238E27FC236}">
                <a16:creationId xmlns:a16="http://schemas.microsoft.com/office/drawing/2014/main" id="{24877F87-1E81-7C70-C23C-765CF083A38E}"/>
              </a:ext>
            </a:extLst>
          </p:cNvPr>
          <p:cNvSpPr>
            <a:spLocks noGrp="1"/>
          </p:cNvSpPr>
          <p:nvPr>
            <p:ph type="sldNum" sz="quarter" idx="19"/>
          </p:nvPr>
        </p:nvSpPr>
        <p:spPr/>
        <p:txBody>
          <a:bodyPr/>
          <a:lstStyle/>
          <a:p>
            <a:fld id="{F1BC30E3-FFE5-4B91-AA19-87A149EBB9EE}" type="slidenum">
              <a:rPr lang="en-GB" smtClean="0"/>
              <a:pPr/>
              <a:t>‹#›</a:t>
            </a:fld>
            <a:endParaRPr lang="en-GB" dirty="0"/>
          </a:p>
        </p:txBody>
      </p:sp>
      <p:sp>
        <p:nvSpPr>
          <p:cNvPr id="3" name="Highlight line 1">
            <a:extLst>
              <a:ext uri="{FF2B5EF4-FFF2-40B4-BE49-F238E27FC236}">
                <a16:creationId xmlns:a16="http://schemas.microsoft.com/office/drawing/2014/main" id="{F851C8EF-1338-D82C-0A79-D82F19A8A652}"/>
              </a:ext>
            </a:extLst>
          </p:cNvPr>
          <p:cNvSpPr>
            <a:spLocks noGrp="1"/>
          </p:cNvSpPr>
          <p:nvPr>
            <p:ph type="dgm" sz="quarter" idx="15" hasCustomPrompt="1"/>
          </p:nvPr>
        </p:nvSpPr>
        <p:spPr>
          <a:xfrm>
            <a:off x="483827" y="1209871"/>
            <a:ext cx="11224800" cy="36000"/>
          </a:xfrm>
          <a:solidFill>
            <a:schemeClr val="tx2"/>
          </a:solidFill>
        </p:spPr>
        <p:txBody>
          <a:bodyPr/>
          <a:lstStyle>
            <a:lvl1pPr marL="0" indent="0">
              <a:buNone/>
              <a:defRPr sz="800"/>
            </a:lvl1pPr>
          </a:lstStyle>
          <a:p>
            <a:r>
              <a:rPr lang="en-US" dirty="0"/>
              <a:t> </a:t>
            </a:r>
          </a:p>
        </p:txBody>
      </p:sp>
    </p:spTree>
    <p:extLst>
      <p:ext uri="{BB962C8B-B14F-4D97-AF65-F5344CB8AC3E}">
        <p14:creationId xmlns:p14="http://schemas.microsoft.com/office/powerpoint/2010/main" val="2027650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69888"/>
            <a:ext cx="11224347" cy="470898"/>
          </a:xfrm>
        </p:spPr>
        <p:txBody>
          <a:bodyPr/>
          <a:lstStyle/>
          <a:p>
            <a:r>
              <a:rPr lang="en-US"/>
              <a:t>Click to edit Master title style</a:t>
            </a:r>
          </a:p>
        </p:txBody>
      </p:sp>
      <p:sp>
        <p:nvSpPr>
          <p:cNvPr id="14" name="Content Placeholder 1">
            <a:extLst>
              <a:ext uri="{FF2B5EF4-FFF2-40B4-BE49-F238E27FC236}">
                <a16:creationId xmlns:a16="http://schemas.microsoft.com/office/drawing/2014/main" id="{A5EED3AD-188C-E954-617B-9CB9E1BA8A14}"/>
              </a:ext>
            </a:extLst>
          </p:cNvPr>
          <p:cNvSpPr>
            <a:spLocks noGrp="1"/>
          </p:cNvSpPr>
          <p:nvPr>
            <p:ph sz="quarter" idx="16"/>
          </p:nvPr>
        </p:nvSpPr>
        <p:spPr>
          <a:xfrm>
            <a:off x="485520" y="1411287"/>
            <a:ext cx="5356800" cy="4638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C87884BD-C538-2E4C-E4FE-1C5F73563883}"/>
              </a:ext>
            </a:extLst>
          </p:cNvPr>
          <p:cNvSpPr>
            <a:spLocks noGrp="1"/>
          </p:cNvSpPr>
          <p:nvPr>
            <p:ph sz="quarter" idx="15"/>
          </p:nvPr>
        </p:nvSpPr>
        <p:spPr>
          <a:xfrm>
            <a:off x="6353070" y="1411287"/>
            <a:ext cx="5356800" cy="4638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92BA3469-5BB8-40A8-9B5D-6AD61965D7D9}" type="datetime3">
              <a:rPr lang="en-US" smtClean="0"/>
              <a:t>11 July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8" name="Highlight line 1">
            <a:extLst>
              <a:ext uri="{FF2B5EF4-FFF2-40B4-BE49-F238E27FC236}">
                <a16:creationId xmlns:a16="http://schemas.microsoft.com/office/drawing/2014/main" id="{82DA146A-5709-F447-3346-204EE5B815A7}"/>
              </a:ext>
            </a:extLst>
          </p:cNvPr>
          <p:cNvSpPr>
            <a:spLocks noGrp="1"/>
          </p:cNvSpPr>
          <p:nvPr>
            <p:ph type="dgm" sz="quarter" idx="17" hasCustomPrompt="1"/>
          </p:nvPr>
        </p:nvSpPr>
        <p:spPr>
          <a:xfrm>
            <a:off x="485523" y="1209871"/>
            <a:ext cx="11224347" cy="36000"/>
          </a:xfrm>
          <a:solidFill>
            <a:schemeClr val="tx2"/>
          </a:solidFill>
        </p:spPr>
        <p:txBody>
          <a:bodyPr vert="horz" lIns="0" tIns="0" rIns="0" bIns="0" rtlCol="0" anchor="t" anchorCtr="0">
            <a:noAutofit/>
          </a:bodyPr>
          <a:lstStyle>
            <a:lvl1pPr marL="0" indent="0">
              <a:buNone/>
              <a:defRPr lang="en-US" dirty="0"/>
            </a:lvl1pPr>
          </a:lstStyle>
          <a:p>
            <a:pPr marL="252000" lvl="0" indent="-252000"/>
            <a:r>
              <a:rPr lang="en-US" dirty="0"/>
              <a:t> </a:t>
            </a:r>
          </a:p>
        </p:txBody>
      </p:sp>
    </p:spTree>
    <p:extLst>
      <p:ext uri="{BB962C8B-B14F-4D97-AF65-F5344CB8AC3E}">
        <p14:creationId xmlns:p14="http://schemas.microsoft.com/office/powerpoint/2010/main" val="1053481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69888"/>
            <a:ext cx="11224347" cy="470898"/>
          </a:xfrm>
        </p:spPr>
        <p:txBody>
          <a:bodyPr/>
          <a:lstStyle/>
          <a:p>
            <a:r>
              <a:rPr lang="en-US"/>
              <a:t>Click to edit Master title style</a:t>
            </a:r>
          </a:p>
        </p:txBody>
      </p:sp>
      <p:sp>
        <p:nvSpPr>
          <p:cNvPr id="7" name="Content Placeholder 1">
            <a:extLst>
              <a:ext uri="{FF2B5EF4-FFF2-40B4-BE49-F238E27FC236}">
                <a16:creationId xmlns:a16="http://schemas.microsoft.com/office/drawing/2014/main" id="{99DD3D67-FDA7-A413-313B-AF74B5AA9F16}"/>
              </a:ext>
            </a:extLst>
          </p:cNvPr>
          <p:cNvSpPr>
            <a:spLocks noGrp="1"/>
          </p:cNvSpPr>
          <p:nvPr>
            <p:ph idx="1"/>
          </p:nvPr>
        </p:nvSpPr>
        <p:spPr>
          <a:xfrm>
            <a:off x="485522"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p:nvPr>
        </p:nvSpPr>
        <p:spPr>
          <a:xfrm>
            <a:off x="4312686"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p:nvPr>
        </p:nvSpPr>
        <p:spPr>
          <a:xfrm>
            <a:off x="8139851"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F94DA00A-665A-4303-A29D-1ED418210110}" type="datetime3">
              <a:rPr lang="en-US" smtClean="0"/>
              <a:t>11 July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8" name="Highlight line 1">
            <a:extLst>
              <a:ext uri="{FF2B5EF4-FFF2-40B4-BE49-F238E27FC236}">
                <a16:creationId xmlns:a16="http://schemas.microsoft.com/office/drawing/2014/main" id="{DBBCF896-27E0-C01F-F29F-E119A69C26B8}"/>
              </a:ext>
            </a:extLst>
          </p:cNvPr>
          <p:cNvSpPr>
            <a:spLocks noGrp="1"/>
          </p:cNvSpPr>
          <p:nvPr>
            <p:ph type="dgm" sz="quarter" idx="15" hasCustomPrompt="1"/>
          </p:nvPr>
        </p:nvSpPr>
        <p:spPr>
          <a:xfrm>
            <a:off x="485523" y="1209871"/>
            <a:ext cx="11224347" cy="36000"/>
          </a:xfrm>
          <a:solidFill>
            <a:schemeClr val="tx2"/>
          </a:solidFill>
        </p:spPr>
        <p:txBody>
          <a:bodyPr vert="horz" lIns="0" tIns="0" rIns="0" bIns="0" rtlCol="0" anchor="t" anchorCtr="0">
            <a:noAutofit/>
          </a:bodyPr>
          <a:lstStyle>
            <a:lvl1pPr marL="0" indent="0">
              <a:buNone/>
              <a:defRPr lang="en-US" dirty="0"/>
            </a:lvl1pPr>
          </a:lstStyle>
          <a:p>
            <a:pPr marL="252000" lvl="0" indent="-252000"/>
            <a:r>
              <a:rPr lang="en-US" dirty="0"/>
              <a:t> </a:t>
            </a:r>
          </a:p>
        </p:txBody>
      </p:sp>
    </p:spTree>
    <p:extLst>
      <p:ext uri="{BB962C8B-B14F-4D97-AF65-F5344CB8AC3E}">
        <p14:creationId xmlns:p14="http://schemas.microsoft.com/office/powerpoint/2010/main" val="16575909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with Highligh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69888"/>
            <a:ext cx="11224347" cy="470898"/>
          </a:xfrm>
        </p:spPr>
        <p:txBody>
          <a:bodyPr/>
          <a:lstStyle/>
          <a:p>
            <a:r>
              <a:rPr lang="en-US"/>
              <a:t>Click to edit Master title style</a:t>
            </a:r>
            <a:endParaRPr lang="en-US" dirty="0"/>
          </a:p>
        </p:txBody>
      </p:sp>
      <p:sp>
        <p:nvSpPr>
          <p:cNvPr id="7" name="Content Placeholder 1">
            <a:extLst>
              <a:ext uri="{FF2B5EF4-FFF2-40B4-BE49-F238E27FC236}">
                <a16:creationId xmlns:a16="http://schemas.microsoft.com/office/drawing/2014/main" id="{99DD3D67-FDA7-A413-313B-AF74B5AA9F16}"/>
              </a:ext>
            </a:extLst>
          </p:cNvPr>
          <p:cNvSpPr>
            <a:spLocks noGrp="1"/>
          </p:cNvSpPr>
          <p:nvPr>
            <p:ph idx="1" hasCustomPrompt="1"/>
          </p:nvPr>
        </p:nvSpPr>
        <p:spPr bwMode="auto">
          <a:xfrm>
            <a:off x="485522"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dirty="0"/>
              <a:t>Only one highlight line should appear. Delete the other two lines.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hasCustomPrompt="1"/>
          </p:nvPr>
        </p:nvSpPr>
        <p:spPr bwMode="auto">
          <a:xfrm>
            <a:off x="4312222"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dirty="0"/>
              <a:t>Only one highlight line should appear. Delete the other two lines.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hasCustomPrompt="1"/>
          </p:nvPr>
        </p:nvSpPr>
        <p:spPr bwMode="auto">
          <a:xfrm>
            <a:off x="8138670"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dirty="0"/>
              <a:t>Only one highlight line should appear. Delete the other two lines.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ACE44839-9649-4B53-A3EA-AC7730617800}" type="datetime3">
              <a:rPr lang="en-US" smtClean="0"/>
              <a:t>11 July 2026</a:t>
            </a:fld>
            <a:endParaRPr lang="en-US"/>
          </a:p>
        </p:txBody>
      </p:sp>
      <p:sp>
        <p:nvSpPr>
          <p:cNvPr id="5" name="Footer Placeholder ">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8" name="Highlight line 1">
            <a:extLst>
              <a:ext uri="{FF2B5EF4-FFF2-40B4-BE49-F238E27FC236}">
                <a16:creationId xmlns:a16="http://schemas.microsoft.com/office/drawing/2014/main" id="{E1FBA9F5-4E1E-7157-650F-920396E6BD16}"/>
              </a:ext>
            </a:extLst>
          </p:cNvPr>
          <p:cNvSpPr>
            <a:spLocks noGrp="1"/>
          </p:cNvSpPr>
          <p:nvPr>
            <p:ph type="dgm" sz="quarter" idx="15" hasCustomPrompt="1"/>
          </p:nvPr>
        </p:nvSpPr>
        <p:spPr>
          <a:xfrm>
            <a:off x="485775" y="1411287"/>
            <a:ext cx="3571200" cy="36000"/>
          </a:xfrm>
          <a:solidFill>
            <a:schemeClr val="tx2"/>
          </a:solidFill>
        </p:spPr>
        <p:txBody>
          <a:bodyPr/>
          <a:lstStyle>
            <a:lvl1pPr marL="0" indent="0">
              <a:buNone/>
              <a:defRPr sz="800"/>
            </a:lvl1pPr>
          </a:lstStyle>
          <a:p>
            <a:r>
              <a:rPr lang="en-US" dirty="0"/>
              <a:t> </a:t>
            </a:r>
          </a:p>
        </p:txBody>
      </p:sp>
      <p:sp>
        <p:nvSpPr>
          <p:cNvPr id="9" name="Highlight line 2">
            <a:extLst>
              <a:ext uri="{FF2B5EF4-FFF2-40B4-BE49-F238E27FC236}">
                <a16:creationId xmlns:a16="http://schemas.microsoft.com/office/drawing/2014/main" id="{F0D5216F-CE4B-8B47-FCA1-EA9B01BBAD6B}"/>
              </a:ext>
            </a:extLst>
          </p:cNvPr>
          <p:cNvSpPr>
            <a:spLocks noGrp="1"/>
          </p:cNvSpPr>
          <p:nvPr>
            <p:ph type="dgm" sz="quarter" idx="16" hasCustomPrompt="1"/>
          </p:nvPr>
        </p:nvSpPr>
        <p:spPr>
          <a:xfrm>
            <a:off x="4312222" y="1411287"/>
            <a:ext cx="3571200" cy="36000"/>
          </a:xfrm>
          <a:solidFill>
            <a:schemeClr val="tx2"/>
          </a:solidFill>
        </p:spPr>
        <p:txBody>
          <a:bodyPr/>
          <a:lstStyle>
            <a:lvl1pPr marL="0" indent="0">
              <a:buNone/>
              <a:defRPr sz="800"/>
            </a:lvl1pPr>
          </a:lstStyle>
          <a:p>
            <a:r>
              <a:rPr lang="en-US" dirty="0"/>
              <a:t> </a:t>
            </a:r>
          </a:p>
        </p:txBody>
      </p:sp>
      <p:sp>
        <p:nvSpPr>
          <p:cNvPr id="10" name="Highlight line 3">
            <a:extLst>
              <a:ext uri="{FF2B5EF4-FFF2-40B4-BE49-F238E27FC236}">
                <a16:creationId xmlns:a16="http://schemas.microsoft.com/office/drawing/2014/main" id="{945CF969-2B44-5C5F-B1A2-132B74FE4B46}"/>
              </a:ext>
            </a:extLst>
          </p:cNvPr>
          <p:cNvSpPr>
            <a:spLocks noGrp="1"/>
          </p:cNvSpPr>
          <p:nvPr>
            <p:ph type="dgm" sz="quarter" idx="17" hasCustomPrompt="1"/>
          </p:nvPr>
        </p:nvSpPr>
        <p:spPr>
          <a:xfrm>
            <a:off x="8138670" y="1411287"/>
            <a:ext cx="3571200" cy="36000"/>
          </a:xfrm>
          <a:solidFill>
            <a:schemeClr val="tx2"/>
          </a:solidFill>
        </p:spPr>
        <p:txBody>
          <a:bodyPr/>
          <a:lstStyle>
            <a:lvl1pPr marL="0" indent="0">
              <a:buNone/>
              <a:defRPr sz="800"/>
            </a:lvl1pPr>
          </a:lstStyle>
          <a:p>
            <a:r>
              <a:rPr lang="en-US" dirty="0"/>
              <a:t> </a:t>
            </a:r>
          </a:p>
        </p:txBody>
      </p:sp>
    </p:spTree>
    <p:extLst>
      <p:ext uri="{BB962C8B-B14F-4D97-AF65-F5344CB8AC3E}">
        <p14:creationId xmlns:p14="http://schemas.microsoft.com/office/powerpoint/2010/main" val="4162598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922DF48-3559-E7A7-D505-A6D3643BCD33}"/>
              </a:ext>
            </a:extLst>
          </p:cNvPr>
          <p:cNvSpPr>
            <a:spLocks noGrp="1"/>
          </p:cNvSpPr>
          <p:nvPr>
            <p:ph type="dt" sz="half" idx="10"/>
          </p:nvPr>
        </p:nvSpPr>
        <p:spPr/>
        <p:txBody>
          <a:bodyPr/>
          <a:lstStyle/>
          <a:p>
            <a:fld id="{9C4C4898-07B2-4A34-B4C1-97EA83C388DD}" type="datetime3">
              <a:rPr lang="en-US" smtClean="0"/>
              <a:t>11 July 2026</a:t>
            </a:fld>
            <a:endParaRPr lang="en-US" dirty="0"/>
          </a:p>
        </p:txBody>
      </p:sp>
      <p:sp>
        <p:nvSpPr>
          <p:cNvPr id="4" name="Footer Placeholder 3">
            <a:extLst>
              <a:ext uri="{FF2B5EF4-FFF2-40B4-BE49-F238E27FC236}">
                <a16:creationId xmlns:a16="http://schemas.microsoft.com/office/drawing/2014/main" id="{84089C7F-B322-1F93-A5AB-0E322FB93D58}"/>
              </a:ext>
            </a:extLst>
          </p:cNvPr>
          <p:cNvSpPr>
            <a:spLocks noGrp="1"/>
          </p:cNvSpPr>
          <p:nvPr>
            <p:ph type="ftr" sz="quarter" idx="11"/>
          </p:nvPr>
        </p:nvSpPr>
        <p:spPr/>
        <p:txBody>
          <a:bodyPr/>
          <a:lstStyle/>
          <a:p>
            <a:r>
              <a:rPr lang="en-US"/>
              <a:t>Insert footer text here</a:t>
            </a:r>
            <a:endParaRPr lang="en-US" dirty="0"/>
          </a:p>
        </p:txBody>
      </p:sp>
      <p:sp>
        <p:nvSpPr>
          <p:cNvPr id="5" name="Slide Number Placeholder 4">
            <a:extLst>
              <a:ext uri="{FF2B5EF4-FFF2-40B4-BE49-F238E27FC236}">
                <a16:creationId xmlns:a16="http://schemas.microsoft.com/office/drawing/2014/main" id="{0226D098-604F-1C6E-4D3F-56B3EFAD11F7}"/>
              </a:ext>
            </a:extLst>
          </p:cNvPr>
          <p:cNvSpPr>
            <a:spLocks noGrp="1"/>
          </p:cNvSpPr>
          <p:nvPr>
            <p:ph type="sldNum" sz="quarter" idx="12"/>
          </p:nvPr>
        </p:nvSpPr>
        <p:spPr/>
        <p:txBody>
          <a:bodyPr/>
          <a:lstStyle/>
          <a:p>
            <a:fld id="{F1BC30E3-FFE5-4B91-AA19-87A149EBB9EE}" type="slidenum">
              <a:rPr lang="en-GB" smtClean="0"/>
              <a:pPr/>
              <a:t>‹#›</a:t>
            </a:fld>
            <a:endParaRPr lang="en-GB" dirty="0"/>
          </a:p>
        </p:txBody>
      </p:sp>
      <p:sp>
        <p:nvSpPr>
          <p:cNvPr id="7" name="Content Placeholder 2">
            <a:extLst>
              <a:ext uri="{FF2B5EF4-FFF2-40B4-BE49-F238E27FC236}">
                <a16:creationId xmlns:a16="http://schemas.microsoft.com/office/drawing/2014/main" id="{34560AA6-636D-C99A-75CC-1AC2E4A0E42F}"/>
              </a:ext>
            </a:extLst>
          </p:cNvPr>
          <p:cNvSpPr>
            <a:spLocks noGrp="1"/>
          </p:cNvSpPr>
          <p:nvPr>
            <p:ph idx="1"/>
          </p:nvPr>
        </p:nvSpPr>
        <p:spPr>
          <a:xfrm>
            <a:off x="485522" y="2016125"/>
            <a:ext cx="5610479" cy="4033837"/>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CD83AEB6-812D-A880-EAD7-47C376F054B5}"/>
              </a:ext>
            </a:extLst>
          </p:cNvPr>
          <p:cNvSpPr>
            <a:spLocks noGrp="1"/>
          </p:cNvSpPr>
          <p:nvPr>
            <p:ph type="pic" sz="quarter" idx="13"/>
          </p:nvPr>
        </p:nvSpPr>
        <p:spPr>
          <a:xfrm>
            <a:off x="6349868" y="0"/>
            <a:ext cx="5842132" cy="6858000"/>
          </a:xfrm>
        </p:spPr>
        <p:txBody>
          <a:bodyPr/>
          <a:lstStyle/>
          <a:p>
            <a:r>
              <a:rPr lang="en-US"/>
              <a:t>Click icon to add picture</a:t>
            </a:r>
          </a:p>
        </p:txBody>
      </p:sp>
      <p:sp>
        <p:nvSpPr>
          <p:cNvPr id="13" name="Title 12">
            <a:extLst>
              <a:ext uri="{FF2B5EF4-FFF2-40B4-BE49-F238E27FC236}">
                <a16:creationId xmlns:a16="http://schemas.microsoft.com/office/drawing/2014/main" id="{097C4A53-D484-0A91-32DE-DC7DFBC6D51F}"/>
              </a:ext>
            </a:extLst>
          </p:cNvPr>
          <p:cNvSpPr>
            <a:spLocks noGrp="1"/>
          </p:cNvSpPr>
          <p:nvPr>
            <p:ph type="title"/>
          </p:nvPr>
        </p:nvSpPr>
        <p:spPr>
          <a:xfrm>
            <a:off x="485523" y="369889"/>
            <a:ext cx="5610479" cy="1057473"/>
          </a:xfrm>
        </p:spPr>
        <p:txBody>
          <a:bodyPr/>
          <a:lstStyle/>
          <a:p>
            <a:r>
              <a:rPr lang="en-US"/>
              <a:t>Click to edit Master title style</a:t>
            </a:r>
            <a:endParaRPr lang="en-US" dirty="0"/>
          </a:p>
        </p:txBody>
      </p:sp>
      <p:sp>
        <p:nvSpPr>
          <p:cNvPr id="12" name="SmartArt Placeholder 13">
            <a:extLst>
              <a:ext uri="{FF2B5EF4-FFF2-40B4-BE49-F238E27FC236}">
                <a16:creationId xmlns:a16="http://schemas.microsoft.com/office/drawing/2014/main" id="{5E68C722-CAA8-3CF2-F9DD-E5B39ADB52BF}"/>
              </a:ext>
            </a:extLst>
          </p:cNvPr>
          <p:cNvSpPr>
            <a:spLocks noGrp="1"/>
          </p:cNvSpPr>
          <p:nvPr>
            <p:ph type="dgm" sz="quarter" idx="28" hasCustomPrompt="1"/>
          </p:nvPr>
        </p:nvSpPr>
        <p:spPr bwMode="black">
          <a:xfrm>
            <a:off x="11623900" y="6276977"/>
            <a:ext cx="346158" cy="126864"/>
          </a:xfrm>
          <a:custGeom>
            <a:avLst/>
            <a:gdLst>
              <a:gd name="connsiteX0" fmla="*/ 346158 w 346158"/>
              <a:gd name="connsiteY0" fmla="*/ 0 h 126864"/>
              <a:gd name="connsiteX1" fmla="*/ 346158 w 346158"/>
              <a:gd name="connsiteY1" fmla="*/ 65245 h 126864"/>
              <a:gd name="connsiteX2" fmla="*/ 0 w 346158"/>
              <a:gd name="connsiteY2" fmla="*/ 126864 h 126864"/>
            </a:gdLst>
            <a:ahLst/>
            <a:cxnLst>
              <a:cxn ang="0">
                <a:pos x="connsiteX0" y="connsiteY0"/>
              </a:cxn>
              <a:cxn ang="0">
                <a:pos x="connsiteX1" y="connsiteY1"/>
              </a:cxn>
              <a:cxn ang="0">
                <a:pos x="connsiteX2" y="connsiteY2"/>
              </a:cxn>
            </a:cxnLst>
            <a:rect l="l" t="t" r="r" b="b"/>
            <a:pathLst>
              <a:path w="346158" h="126864">
                <a:moveTo>
                  <a:pt x="346158" y="0"/>
                </a:moveTo>
                <a:lnTo>
                  <a:pt x="346158" y="65245"/>
                </a:lnTo>
                <a:lnTo>
                  <a:pt x="0" y="126864"/>
                </a:lnTo>
                <a:close/>
              </a:path>
            </a:pathLst>
          </a:custGeom>
          <a:solidFill>
            <a:schemeClr val="tx2"/>
          </a:solidFill>
        </p:spPr>
        <p:txBody>
          <a:bodyPr wrap="square">
            <a:noAutofit/>
          </a:bodyPr>
          <a:lstStyle>
            <a:lvl1pPr marL="0" indent="0">
              <a:buFont typeface="Arial" panose="020B0604020202020204" pitchFamily="34" charset="0"/>
              <a:buNone/>
              <a:defRPr sz="800"/>
            </a:lvl1pPr>
          </a:lstStyle>
          <a:p>
            <a:r>
              <a:rPr lang="en-US" dirty="0"/>
              <a:t> </a:t>
            </a:r>
          </a:p>
        </p:txBody>
      </p:sp>
      <p:sp>
        <p:nvSpPr>
          <p:cNvPr id="14" name="SmartArt Placeholder 14">
            <a:extLst>
              <a:ext uri="{FF2B5EF4-FFF2-40B4-BE49-F238E27FC236}">
                <a16:creationId xmlns:a16="http://schemas.microsoft.com/office/drawing/2014/main" id="{9FAE36C1-9D06-0B3F-8C2C-7956FDBBC48B}"/>
              </a:ext>
            </a:extLst>
          </p:cNvPr>
          <p:cNvSpPr>
            <a:spLocks noGrp="1"/>
          </p:cNvSpPr>
          <p:nvPr>
            <p:ph type="dgm" sz="quarter" idx="29" hasCustomPrompt="1"/>
          </p:nvPr>
        </p:nvSpPr>
        <p:spPr bwMode="black">
          <a:xfrm>
            <a:off x="11625712" y="6456399"/>
            <a:ext cx="291788" cy="175797"/>
          </a:xfrm>
          <a:custGeom>
            <a:avLst/>
            <a:gdLst>
              <a:gd name="connsiteX0" fmla="*/ 117803 w 291788"/>
              <a:gd name="connsiteY0" fmla="*/ 0 h 175797"/>
              <a:gd name="connsiteX1" fmla="*/ 175798 w 291788"/>
              <a:gd name="connsiteY1" fmla="*/ 0 h 175797"/>
              <a:gd name="connsiteX2" fmla="*/ 204796 w 291788"/>
              <a:gd name="connsiteY2" fmla="*/ 57995 h 175797"/>
              <a:gd name="connsiteX3" fmla="*/ 233793 w 291788"/>
              <a:gd name="connsiteY3" fmla="*/ 0 h 175797"/>
              <a:gd name="connsiteX4" fmla="*/ 291788 w 291788"/>
              <a:gd name="connsiteY4" fmla="*/ 0 h 175797"/>
              <a:gd name="connsiteX5" fmla="*/ 230168 w 291788"/>
              <a:gd name="connsiteY5" fmla="*/ 105116 h 175797"/>
              <a:gd name="connsiteX6" fmla="*/ 230168 w 291788"/>
              <a:gd name="connsiteY6" fmla="*/ 175797 h 175797"/>
              <a:gd name="connsiteX7" fmla="*/ 177610 w 291788"/>
              <a:gd name="connsiteY7" fmla="*/ 175797 h 175797"/>
              <a:gd name="connsiteX8" fmla="*/ 177610 w 291788"/>
              <a:gd name="connsiteY8" fmla="*/ 105116 h 175797"/>
              <a:gd name="connsiteX9" fmla="*/ 0 w 291788"/>
              <a:gd name="connsiteY9" fmla="*/ 0 h 175797"/>
              <a:gd name="connsiteX10" fmla="*/ 99679 w 291788"/>
              <a:gd name="connsiteY10" fmla="*/ 0 h 175797"/>
              <a:gd name="connsiteX11" fmla="*/ 123240 w 291788"/>
              <a:gd name="connsiteY11" fmla="*/ 39872 h 175797"/>
              <a:gd name="connsiteX12" fmla="*/ 54370 w 291788"/>
              <a:gd name="connsiteY12" fmla="*/ 39872 h 175797"/>
              <a:gd name="connsiteX13" fmla="*/ 54370 w 291788"/>
              <a:gd name="connsiteY13" fmla="*/ 68869 h 175797"/>
              <a:gd name="connsiteX14" fmla="*/ 117802 w 291788"/>
              <a:gd name="connsiteY14" fmla="*/ 68869 h 175797"/>
              <a:gd name="connsiteX15" fmla="*/ 117802 w 291788"/>
              <a:gd name="connsiteY15" fmla="*/ 105116 h 175797"/>
              <a:gd name="connsiteX16" fmla="*/ 54370 w 291788"/>
              <a:gd name="connsiteY16" fmla="*/ 105116 h 175797"/>
              <a:gd name="connsiteX17" fmla="*/ 54370 w 291788"/>
              <a:gd name="connsiteY17" fmla="*/ 134113 h 175797"/>
              <a:gd name="connsiteX18" fmla="*/ 141363 w 291788"/>
              <a:gd name="connsiteY18" fmla="*/ 134113 h 175797"/>
              <a:gd name="connsiteX19" fmla="*/ 141363 w 291788"/>
              <a:gd name="connsiteY19" fmla="*/ 175797 h 175797"/>
              <a:gd name="connsiteX20" fmla="*/ 0 w 291788"/>
              <a:gd name="connsiteY20" fmla="*/ 175797 h 17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1788" h="175797">
                <a:moveTo>
                  <a:pt x="117803" y="0"/>
                </a:moveTo>
                <a:lnTo>
                  <a:pt x="175798" y="0"/>
                </a:lnTo>
                <a:lnTo>
                  <a:pt x="204796" y="57995"/>
                </a:lnTo>
                <a:lnTo>
                  <a:pt x="233793" y="0"/>
                </a:lnTo>
                <a:lnTo>
                  <a:pt x="291788" y="0"/>
                </a:lnTo>
                <a:lnTo>
                  <a:pt x="230168" y="105116"/>
                </a:lnTo>
                <a:lnTo>
                  <a:pt x="230168" y="175797"/>
                </a:lnTo>
                <a:lnTo>
                  <a:pt x="177610" y="175797"/>
                </a:lnTo>
                <a:lnTo>
                  <a:pt x="177610" y="105116"/>
                </a:lnTo>
                <a:close/>
                <a:moveTo>
                  <a:pt x="0" y="0"/>
                </a:moveTo>
                <a:lnTo>
                  <a:pt x="99679" y="0"/>
                </a:lnTo>
                <a:lnTo>
                  <a:pt x="123240" y="39872"/>
                </a:lnTo>
                <a:lnTo>
                  <a:pt x="54370" y="39872"/>
                </a:lnTo>
                <a:lnTo>
                  <a:pt x="54370" y="68869"/>
                </a:lnTo>
                <a:lnTo>
                  <a:pt x="117802" y="68869"/>
                </a:lnTo>
                <a:lnTo>
                  <a:pt x="117802" y="105116"/>
                </a:lnTo>
                <a:lnTo>
                  <a:pt x="54370" y="105116"/>
                </a:lnTo>
                <a:lnTo>
                  <a:pt x="54370" y="134113"/>
                </a:lnTo>
                <a:lnTo>
                  <a:pt x="141363" y="134113"/>
                </a:lnTo>
                <a:lnTo>
                  <a:pt x="141363" y="175797"/>
                </a:lnTo>
                <a:lnTo>
                  <a:pt x="0" y="175797"/>
                </a:lnTo>
                <a:close/>
              </a:path>
            </a:pathLst>
          </a:custGeom>
          <a:solidFill>
            <a:schemeClr val="bg2"/>
          </a:solidFill>
        </p:spPr>
        <p:txBody>
          <a:bodyPr wrap="square">
            <a:noAutofit/>
          </a:bodyPr>
          <a:lstStyle>
            <a:lvl1pPr marL="0" indent="0">
              <a:buFont typeface="Arial" panose="020B0604020202020204" pitchFamily="34" charset="0"/>
              <a:buNone/>
              <a:defRPr sz="800"/>
            </a:lvl1pPr>
          </a:lstStyle>
          <a:p>
            <a:r>
              <a:rPr lang="en-US" dirty="0"/>
              <a:t> </a:t>
            </a:r>
          </a:p>
        </p:txBody>
      </p:sp>
    </p:spTree>
    <p:extLst>
      <p:ext uri="{BB962C8B-B14F-4D97-AF65-F5344CB8AC3E}">
        <p14:creationId xmlns:p14="http://schemas.microsoft.com/office/powerpoint/2010/main" val="1006645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ey Numb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a:xfrm>
            <a:off x="485523" y="369888"/>
            <a:ext cx="11224347" cy="470898"/>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4F606926-A98A-4458-A31F-AAEB45E760CD}" type="datetime3">
              <a:rPr lang="en-US" smtClean="0"/>
              <a:t>11 July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Insert footer text here</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7" name="Text Placeholder 6">
            <a:extLst>
              <a:ext uri="{FF2B5EF4-FFF2-40B4-BE49-F238E27FC236}">
                <a16:creationId xmlns:a16="http://schemas.microsoft.com/office/drawing/2014/main" id="{B1F20FD9-346B-5423-9ECF-F0D4E362CCCE}"/>
              </a:ext>
            </a:extLst>
          </p:cNvPr>
          <p:cNvSpPr>
            <a:spLocks noGrp="1"/>
          </p:cNvSpPr>
          <p:nvPr>
            <p:ph type="body" sz="quarter" idx="13" hasCustomPrompt="1"/>
          </p:nvPr>
        </p:nvSpPr>
        <p:spPr>
          <a:xfrm>
            <a:off x="485523" y="2523291"/>
            <a:ext cx="3571200" cy="1438855"/>
          </a:xfrm>
        </p:spPr>
        <p:txBody>
          <a:bodyPr>
            <a:spAutoFit/>
          </a:bodyPr>
          <a:lstStyle>
            <a:lvl1pPr marL="0" indent="0" algn="ctr">
              <a:lnSpc>
                <a:spcPct val="85000"/>
              </a:lnSpc>
              <a:buNone/>
              <a:defRPr sz="11000" b="1">
                <a:solidFill>
                  <a:schemeClr val="bg1"/>
                </a:solidFill>
                <a:latin typeface="EYInterstate" panose="02000503020000020004" pitchFamily="2" charset="0"/>
              </a:defRPr>
            </a:lvl1pPr>
            <a:lvl2pPr marL="252000" indent="0" algn="ctr">
              <a:buNone/>
              <a:defRPr/>
            </a:lvl2pPr>
            <a:lvl3pPr algn="ctr">
              <a:defRPr/>
            </a:lvl3pPr>
            <a:lvl4pPr algn="ctr">
              <a:defRPr/>
            </a:lvl4pPr>
            <a:lvl5pPr algn="ctr">
              <a:defRPr/>
            </a:lvl5pPr>
          </a:lstStyle>
          <a:p>
            <a:pPr lvl="0"/>
            <a:r>
              <a:rPr lang="en-GB" dirty="0"/>
              <a:t>000</a:t>
            </a:r>
          </a:p>
        </p:txBody>
      </p:sp>
      <p:sp>
        <p:nvSpPr>
          <p:cNvPr id="6" name="Text Placeholder 6">
            <a:extLst>
              <a:ext uri="{FF2B5EF4-FFF2-40B4-BE49-F238E27FC236}">
                <a16:creationId xmlns:a16="http://schemas.microsoft.com/office/drawing/2014/main" id="{50886606-7F7C-229B-523F-A51D629D8F76}"/>
              </a:ext>
            </a:extLst>
          </p:cNvPr>
          <p:cNvSpPr>
            <a:spLocks noGrp="1"/>
          </p:cNvSpPr>
          <p:nvPr>
            <p:ph type="body" sz="quarter" idx="14" hasCustomPrompt="1"/>
          </p:nvPr>
        </p:nvSpPr>
        <p:spPr>
          <a:xfrm>
            <a:off x="4312096" y="2531683"/>
            <a:ext cx="3571200" cy="1438855"/>
          </a:xfrm>
        </p:spPr>
        <p:txBody>
          <a:bodyPr>
            <a:spAutoFit/>
          </a:bodyPr>
          <a:lstStyle>
            <a:lvl1pPr marL="0" indent="0" algn="ctr">
              <a:lnSpc>
                <a:spcPct val="85000"/>
              </a:lnSpc>
              <a:buNone/>
              <a:defRPr sz="11000" b="1">
                <a:solidFill>
                  <a:schemeClr val="bg1"/>
                </a:solidFill>
                <a:latin typeface="EYInterstate" panose="02000503020000020004" pitchFamily="2" charset="0"/>
              </a:defRPr>
            </a:lvl1pPr>
            <a:lvl2pPr algn="ctr">
              <a:defRPr/>
            </a:lvl2pPr>
            <a:lvl3pPr algn="ctr">
              <a:defRPr/>
            </a:lvl3pPr>
            <a:lvl4pPr algn="ctr">
              <a:defRPr/>
            </a:lvl4pPr>
            <a:lvl5pPr algn="ctr">
              <a:defRPr/>
            </a:lvl5pPr>
          </a:lstStyle>
          <a:p>
            <a:pPr lvl="0"/>
            <a:r>
              <a:rPr lang="en-GB" dirty="0"/>
              <a:t>000</a:t>
            </a:r>
          </a:p>
        </p:txBody>
      </p:sp>
      <p:sp>
        <p:nvSpPr>
          <p:cNvPr id="8" name="Text Placeholder 6">
            <a:extLst>
              <a:ext uri="{FF2B5EF4-FFF2-40B4-BE49-F238E27FC236}">
                <a16:creationId xmlns:a16="http://schemas.microsoft.com/office/drawing/2014/main" id="{4DFDFED0-9426-6F78-EE09-B416D3559689}"/>
              </a:ext>
            </a:extLst>
          </p:cNvPr>
          <p:cNvSpPr>
            <a:spLocks noGrp="1"/>
          </p:cNvSpPr>
          <p:nvPr>
            <p:ph type="body" sz="quarter" idx="15" hasCustomPrompt="1"/>
          </p:nvPr>
        </p:nvSpPr>
        <p:spPr>
          <a:xfrm>
            <a:off x="8138670" y="2531683"/>
            <a:ext cx="3571200" cy="1438855"/>
          </a:xfrm>
        </p:spPr>
        <p:txBody>
          <a:bodyPr>
            <a:spAutoFit/>
          </a:bodyPr>
          <a:lstStyle>
            <a:lvl1pPr marL="0" indent="0" algn="ctr">
              <a:lnSpc>
                <a:spcPct val="85000"/>
              </a:lnSpc>
              <a:buNone/>
              <a:defRPr sz="11000" b="1">
                <a:solidFill>
                  <a:schemeClr val="bg1"/>
                </a:solidFill>
                <a:latin typeface="EYInterstate" panose="02000503020000020004" pitchFamily="2" charset="0"/>
              </a:defRPr>
            </a:lvl1pPr>
            <a:lvl2pPr algn="ctr">
              <a:defRPr/>
            </a:lvl2pPr>
            <a:lvl3pPr algn="ctr">
              <a:defRPr/>
            </a:lvl3pPr>
            <a:lvl4pPr algn="ctr">
              <a:defRPr/>
            </a:lvl4pPr>
            <a:lvl5pPr algn="ctr">
              <a:defRPr/>
            </a:lvl5pPr>
          </a:lstStyle>
          <a:p>
            <a:pPr lvl="0"/>
            <a:r>
              <a:rPr lang="en-GB" dirty="0"/>
              <a:t>000</a:t>
            </a:r>
          </a:p>
        </p:txBody>
      </p:sp>
      <p:sp>
        <p:nvSpPr>
          <p:cNvPr id="10" name="Text Placeholder 9">
            <a:extLst>
              <a:ext uri="{FF2B5EF4-FFF2-40B4-BE49-F238E27FC236}">
                <a16:creationId xmlns:a16="http://schemas.microsoft.com/office/drawing/2014/main" id="{B60D1CEB-1876-8DB7-6913-D6F96D953AA4}"/>
              </a:ext>
            </a:extLst>
          </p:cNvPr>
          <p:cNvSpPr>
            <a:spLocks noGrp="1"/>
          </p:cNvSpPr>
          <p:nvPr>
            <p:ph type="body" sz="quarter" idx="16"/>
          </p:nvPr>
        </p:nvSpPr>
        <p:spPr>
          <a:xfrm>
            <a:off x="485523" y="3936165"/>
            <a:ext cx="3571200" cy="2113797"/>
          </a:xfrm>
        </p:spPr>
        <p:txBody>
          <a:bodyPr/>
          <a:lstStyle>
            <a:lvl1pPr marL="0" indent="0" algn="ctr">
              <a:buNone/>
              <a:defRPr/>
            </a:lvl1pPr>
            <a:lvl2pPr marL="0" indent="0" algn="ctr">
              <a:buNone/>
              <a:defRPr sz="1800"/>
            </a:lvl2pPr>
            <a:lvl3pPr marL="0" indent="0" algn="ctr">
              <a:buNone/>
              <a:defRPr sz="1600"/>
            </a:lvl3pPr>
            <a:lvl4pPr marL="0" indent="0" algn="ctr">
              <a:buNone/>
              <a:defRPr sz="1400"/>
            </a:lvl4pPr>
            <a:lvl5pPr marL="0"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9">
            <a:extLst>
              <a:ext uri="{FF2B5EF4-FFF2-40B4-BE49-F238E27FC236}">
                <a16:creationId xmlns:a16="http://schemas.microsoft.com/office/drawing/2014/main" id="{1344ED76-364E-1538-DFB0-B25FC3D75E0B}"/>
              </a:ext>
            </a:extLst>
          </p:cNvPr>
          <p:cNvSpPr>
            <a:spLocks noGrp="1"/>
          </p:cNvSpPr>
          <p:nvPr>
            <p:ph type="body" sz="quarter" idx="17"/>
          </p:nvPr>
        </p:nvSpPr>
        <p:spPr>
          <a:xfrm>
            <a:off x="4312096" y="3936165"/>
            <a:ext cx="3571200" cy="2113797"/>
          </a:xfrm>
        </p:spPr>
        <p:txBody>
          <a:bodyPr/>
          <a:lstStyle>
            <a:lvl1pPr marL="0" indent="0" algn="ctr">
              <a:buNone/>
              <a:defRPr/>
            </a:lvl1pPr>
            <a:lvl2pPr marL="0" indent="0" algn="ctr">
              <a:buNone/>
              <a:defRPr sz="1800"/>
            </a:lvl2pPr>
            <a:lvl3pPr marL="0" indent="0" algn="ctr">
              <a:buNone/>
              <a:defRPr sz="1600"/>
            </a:lvl3pPr>
            <a:lvl4pPr marL="0" indent="0" algn="ctr">
              <a:buNone/>
              <a:defRPr sz="1400"/>
            </a:lvl4pPr>
            <a:lvl5pPr marL="0"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9">
            <a:extLst>
              <a:ext uri="{FF2B5EF4-FFF2-40B4-BE49-F238E27FC236}">
                <a16:creationId xmlns:a16="http://schemas.microsoft.com/office/drawing/2014/main" id="{2CFE1354-17C3-F8BE-C22A-B4DC2FEEE4D1}"/>
              </a:ext>
            </a:extLst>
          </p:cNvPr>
          <p:cNvSpPr>
            <a:spLocks noGrp="1"/>
          </p:cNvSpPr>
          <p:nvPr>
            <p:ph type="body" sz="quarter" idx="18"/>
          </p:nvPr>
        </p:nvSpPr>
        <p:spPr>
          <a:xfrm>
            <a:off x="8138670" y="3936165"/>
            <a:ext cx="3571200" cy="2113797"/>
          </a:xfrm>
        </p:spPr>
        <p:txBody>
          <a:bodyPr/>
          <a:lstStyle>
            <a:lvl1pPr marL="0" indent="0" algn="ctr">
              <a:buNone/>
              <a:defRPr/>
            </a:lvl1pPr>
            <a:lvl2pPr marL="0" indent="0" algn="ctr">
              <a:buNone/>
              <a:defRPr sz="1800"/>
            </a:lvl2pPr>
            <a:lvl3pPr marL="0" indent="0" algn="ctr">
              <a:buNone/>
              <a:defRPr sz="1600"/>
            </a:lvl3pPr>
            <a:lvl4pPr marL="0" indent="0" algn="ctr">
              <a:buNone/>
              <a:defRPr sz="1400"/>
            </a:lvl4pPr>
            <a:lvl5pPr marL="0"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Highlight line 1">
            <a:extLst>
              <a:ext uri="{FF2B5EF4-FFF2-40B4-BE49-F238E27FC236}">
                <a16:creationId xmlns:a16="http://schemas.microsoft.com/office/drawing/2014/main" id="{34F207C9-9A8B-EF87-98D3-1C82E5A73D92}"/>
              </a:ext>
            </a:extLst>
          </p:cNvPr>
          <p:cNvSpPr>
            <a:spLocks noGrp="1"/>
          </p:cNvSpPr>
          <p:nvPr>
            <p:ph type="dgm" sz="quarter" idx="19" hasCustomPrompt="1"/>
          </p:nvPr>
        </p:nvSpPr>
        <p:spPr>
          <a:xfrm>
            <a:off x="485523" y="2386525"/>
            <a:ext cx="3571200" cy="36000"/>
          </a:xfrm>
          <a:solidFill>
            <a:schemeClr val="tx2"/>
          </a:solidFill>
        </p:spPr>
        <p:txBody>
          <a:bodyPr/>
          <a:lstStyle>
            <a:lvl1pPr marL="0" indent="0">
              <a:buNone/>
              <a:defRPr sz="800"/>
            </a:lvl1pPr>
          </a:lstStyle>
          <a:p>
            <a:r>
              <a:rPr lang="en-US" dirty="0"/>
              <a:t> </a:t>
            </a:r>
          </a:p>
        </p:txBody>
      </p:sp>
      <p:sp>
        <p:nvSpPr>
          <p:cNvPr id="14" name="Highlight line 2">
            <a:extLst>
              <a:ext uri="{FF2B5EF4-FFF2-40B4-BE49-F238E27FC236}">
                <a16:creationId xmlns:a16="http://schemas.microsoft.com/office/drawing/2014/main" id="{F2F8A8EF-34AC-8909-599F-945923D00AEF}"/>
              </a:ext>
            </a:extLst>
          </p:cNvPr>
          <p:cNvSpPr>
            <a:spLocks noGrp="1"/>
          </p:cNvSpPr>
          <p:nvPr>
            <p:ph type="dgm" sz="quarter" idx="20" hasCustomPrompt="1"/>
          </p:nvPr>
        </p:nvSpPr>
        <p:spPr>
          <a:xfrm>
            <a:off x="4312096" y="2386525"/>
            <a:ext cx="3571200" cy="36000"/>
          </a:xfrm>
          <a:solidFill>
            <a:schemeClr val="tx2"/>
          </a:solidFill>
        </p:spPr>
        <p:txBody>
          <a:bodyPr/>
          <a:lstStyle>
            <a:lvl1pPr marL="0" indent="0">
              <a:buNone/>
              <a:defRPr sz="800"/>
            </a:lvl1pPr>
          </a:lstStyle>
          <a:p>
            <a:r>
              <a:rPr lang="en-US" dirty="0"/>
              <a:t> </a:t>
            </a:r>
          </a:p>
        </p:txBody>
      </p:sp>
      <p:sp>
        <p:nvSpPr>
          <p:cNvPr id="15" name="Highlight line 3">
            <a:extLst>
              <a:ext uri="{FF2B5EF4-FFF2-40B4-BE49-F238E27FC236}">
                <a16:creationId xmlns:a16="http://schemas.microsoft.com/office/drawing/2014/main" id="{FAEBBCA3-F771-49F4-C4AD-11D468F96AB6}"/>
              </a:ext>
            </a:extLst>
          </p:cNvPr>
          <p:cNvSpPr>
            <a:spLocks noGrp="1"/>
          </p:cNvSpPr>
          <p:nvPr>
            <p:ph type="dgm" sz="quarter" idx="21" hasCustomPrompt="1"/>
          </p:nvPr>
        </p:nvSpPr>
        <p:spPr>
          <a:xfrm>
            <a:off x="8138670" y="2386525"/>
            <a:ext cx="3571200" cy="36000"/>
          </a:xfrm>
          <a:solidFill>
            <a:schemeClr val="tx2"/>
          </a:solidFill>
        </p:spPr>
        <p:txBody>
          <a:bodyPr/>
          <a:lstStyle>
            <a:lvl1pPr marL="0" indent="0">
              <a:buNone/>
              <a:defRPr sz="800"/>
            </a:lvl1pPr>
          </a:lstStyle>
          <a:p>
            <a:r>
              <a:rPr lang="en-US" dirty="0"/>
              <a:t> </a:t>
            </a:r>
          </a:p>
        </p:txBody>
      </p:sp>
    </p:spTree>
    <p:extLst>
      <p:ext uri="{BB962C8B-B14F-4D97-AF65-F5344CB8AC3E}">
        <p14:creationId xmlns:p14="http://schemas.microsoft.com/office/powerpoint/2010/main" val="1983646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ideo and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69888"/>
            <a:ext cx="11224347" cy="470898"/>
          </a:xfrm>
        </p:spPr>
        <p:txBody>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ECBF593C-742F-4ACB-9EDA-A69C3A2A1B41}" type="datetime3">
              <a:rPr lang="en-US" smtClean="0"/>
              <a:t>11 July 2026</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2" name="Media Placeholder 11">
            <a:extLst>
              <a:ext uri="{FF2B5EF4-FFF2-40B4-BE49-F238E27FC236}">
                <a16:creationId xmlns:a16="http://schemas.microsoft.com/office/drawing/2014/main" id="{7AA8680C-DF0E-A59A-1D40-85E5B348B8F4}"/>
              </a:ext>
            </a:extLst>
          </p:cNvPr>
          <p:cNvSpPr>
            <a:spLocks noGrp="1"/>
          </p:cNvSpPr>
          <p:nvPr>
            <p:ph type="media" sz="quarter" idx="13"/>
          </p:nvPr>
        </p:nvSpPr>
        <p:spPr>
          <a:xfrm>
            <a:off x="485524" y="1411287"/>
            <a:ext cx="8160263" cy="4638675"/>
          </a:xfrm>
        </p:spPr>
        <p:txBody>
          <a:bodyPr/>
          <a:lstStyle/>
          <a:p>
            <a:r>
              <a:rPr lang="en-US"/>
              <a:t>Click icon to add media</a:t>
            </a:r>
            <a:endParaRPr lang="en-US" dirty="0"/>
          </a:p>
        </p:txBody>
      </p:sp>
      <p:sp>
        <p:nvSpPr>
          <p:cNvPr id="14" name="Text Placeholder 13">
            <a:extLst>
              <a:ext uri="{FF2B5EF4-FFF2-40B4-BE49-F238E27FC236}">
                <a16:creationId xmlns:a16="http://schemas.microsoft.com/office/drawing/2014/main" id="{7E85579B-86BF-EE24-023A-9F648CFE072C}"/>
              </a:ext>
            </a:extLst>
          </p:cNvPr>
          <p:cNvSpPr>
            <a:spLocks noGrp="1"/>
          </p:cNvSpPr>
          <p:nvPr>
            <p:ph type="body" sz="quarter" idx="14"/>
          </p:nvPr>
        </p:nvSpPr>
        <p:spPr>
          <a:xfrm>
            <a:off x="8904632" y="1411287"/>
            <a:ext cx="2805238"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37514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69888"/>
            <a:ext cx="11224347" cy="470898"/>
          </a:xfrm>
        </p:spPr>
        <p:txBody>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86289568-CF1E-47A1-8D4A-16809EE0BA80}" type="datetime3">
              <a:rPr lang="en-US" smtClean="0"/>
              <a:t>11 July 2026</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0" name="Text Placeholder 9">
            <a:extLst>
              <a:ext uri="{FF2B5EF4-FFF2-40B4-BE49-F238E27FC236}">
                <a16:creationId xmlns:a16="http://schemas.microsoft.com/office/drawing/2014/main" id="{8EC20394-F6AE-DC91-F7F3-91384D375648}"/>
              </a:ext>
            </a:extLst>
          </p:cNvPr>
          <p:cNvSpPr>
            <a:spLocks noGrp="1"/>
          </p:cNvSpPr>
          <p:nvPr>
            <p:ph type="body" sz="quarter" idx="13" hasCustomPrompt="1"/>
          </p:nvPr>
        </p:nvSpPr>
        <p:spPr>
          <a:xfrm>
            <a:off x="485523"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dirty="0"/>
              <a:t>Name</a:t>
            </a:r>
            <a:endParaRPr lang="en-US" dirty="0"/>
          </a:p>
        </p:txBody>
      </p:sp>
      <p:sp>
        <p:nvSpPr>
          <p:cNvPr id="11" name="Text Placeholder 9">
            <a:extLst>
              <a:ext uri="{FF2B5EF4-FFF2-40B4-BE49-F238E27FC236}">
                <a16:creationId xmlns:a16="http://schemas.microsoft.com/office/drawing/2014/main" id="{F8C26B76-6BF1-741E-77C9-1AE58FAA9D3D}"/>
              </a:ext>
            </a:extLst>
          </p:cNvPr>
          <p:cNvSpPr>
            <a:spLocks noGrp="1"/>
          </p:cNvSpPr>
          <p:nvPr>
            <p:ph type="body" sz="quarter" idx="14" hasCustomPrompt="1"/>
          </p:nvPr>
        </p:nvSpPr>
        <p:spPr>
          <a:xfrm>
            <a:off x="485523" y="5243516"/>
            <a:ext cx="2545200" cy="276999"/>
          </a:xfrm>
        </p:spPr>
        <p:txBody>
          <a:bodyPr wrap="square">
            <a:spAutoFit/>
          </a:bodyPr>
          <a:lstStyle>
            <a:lvl1pPr marL="0" indent="0">
              <a:buNone/>
              <a:defRPr sz="1800" b="0" i="0">
                <a:solidFill>
                  <a:schemeClr val="bg1"/>
                </a:solidFill>
                <a:latin typeface="+mn-lt"/>
              </a:defRPr>
            </a:lvl1pPr>
          </a:lstStyle>
          <a:p>
            <a:pPr lvl="0"/>
            <a:r>
              <a:rPr lang="en-GB" dirty="0"/>
              <a:t>Job title</a:t>
            </a:r>
            <a:endParaRPr lang="en-US" dirty="0"/>
          </a:p>
        </p:txBody>
      </p:sp>
      <p:sp>
        <p:nvSpPr>
          <p:cNvPr id="3" name="Text Placeholder 9">
            <a:extLst>
              <a:ext uri="{FF2B5EF4-FFF2-40B4-BE49-F238E27FC236}">
                <a16:creationId xmlns:a16="http://schemas.microsoft.com/office/drawing/2014/main" id="{B5250BC2-E0E2-741C-128C-67991E7FE31C}"/>
              </a:ext>
            </a:extLst>
          </p:cNvPr>
          <p:cNvSpPr>
            <a:spLocks noGrp="1"/>
          </p:cNvSpPr>
          <p:nvPr>
            <p:ph type="body" sz="quarter" idx="16" hasCustomPrompt="1"/>
          </p:nvPr>
        </p:nvSpPr>
        <p:spPr>
          <a:xfrm>
            <a:off x="3378572"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dirty="0"/>
              <a:t>Name</a:t>
            </a:r>
            <a:endParaRPr lang="en-US" dirty="0"/>
          </a:p>
        </p:txBody>
      </p:sp>
      <p:sp>
        <p:nvSpPr>
          <p:cNvPr id="7" name="Text Placeholder 9">
            <a:extLst>
              <a:ext uri="{FF2B5EF4-FFF2-40B4-BE49-F238E27FC236}">
                <a16:creationId xmlns:a16="http://schemas.microsoft.com/office/drawing/2014/main" id="{BAB1B720-8C35-31CC-E8BA-A24F76EC23CD}"/>
              </a:ext>
            </a:extLst>
          </p:cNvPr>
          <p:cNvSpPr>
            <a:spLocks noGrp="1"/>
          </p:cNvSpPr>
          <p:nvPr>
            <p:ph type="body" sz="quarter" idx="17" hasCustomPrompt="1"/>
          </p:nvPr>
        </p:nvSpPr>
        <p:spPr>
          <a:xfrm>
            <a:off x="3378572" y="5243516"/>
            <a:ext cx="2545200" cy="276999"/>
          </a:xfrm>
        </p:spPr>
        <p:txBody>
          <a:bodyPr wrap="square">
            <a:spAutoFit/>
          </a:bodyPr>
          <a:lstStyle>
            <a:lvl1pPr marL="0" indent="0">
              <a:buNone/>
              <a:defRPr sz="1800" b="0" i="0">
                <a:solidFill>
                  <a:schemeClr val="bg1"/>
                </a:solidFill>
                <a:latin typeface="+mn-lt"/>
              </a:defRPr>
            </a:lvl1pPr>
          </a:lstStyle>
          <a:p>
            <a:pPr lvl="0"/>
            <a:r>
              <a:rPr lang="en-GB" dirty="0"/>
              <a:t>Job title</a:t>
            </a:r>
            <a:endParaRPr lang="en-US" dirty="0"/>
          </a:p>
        </p:txBody>
      </p:sp>
      <p:sp>
        <p:nvSpPr>
          <p:cNvPr id="9" name="Text Placeholder 9">
            <a:extLst>
              <a:ext uri="{FF2B5EF4-FFF2-40B4-BE49-F238E27FC236}">
                <a16:creationId xmlns:a16="http://schemas.microsoft.com/office/drawing/2014/main" id="{A9756EF2-9996-0FB9-D7B0-C8F68A711B39}"/>
              </a:ext>
            </a:extLst>
          </p:cNvPr>
          <p:cNvSpPr>
            <a:spLocks noGrp="1"/>
          </p:cNvSpPr>
          <p:nvPr>
            <p:ph type="body" sz="quarter" idx="19" hasCustomPrompt="1"/>
          </p:nvPr>
        </p:nvSpPr>
        <p:spPr>
          <a:xfrm>
            <a:off x="6271620"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dirty="0"/>
              <a:t>Name</a:t>
            </a:r>
            <a:endParaRPr lang="en-US" dirty="0"/>
          </a:p>
        </p:txBody>
      </p:sp>
      <p:sp>
        <p:nvSpPr>
          <p:cNvPr id="12" name="Text Placeholder 9">
            <a:extLst>
              <a:ext uri="{FF2B5EF4-FFF2-40B4-BE49-F238E27FC236}">
                <a16:creationId xmlns:a16="http://schemas.microsoft.com/office/drawing/2014/main" id="{EBDC17D8-DC6B-1BF9-23DC-FF6D20C0FD02}"/>
              </a:ext>
            </a:extLst>
          </p:cNvPr>
          <p:cNvSpPr>
            <a:spLocks noGrp="1"/>
          </p:cNvSpPr>
          <p:nvPr>
            <p:ph type="body" sz="quarter" idx="20" hasCustomPrompt="1"/>
          </p:nvPr>
        </p:nvSpPr>
        <p:spPr>
          <a:xfrm>
            <a:off x="6271620" y="5243516"/>
            <a:ext cx="2545200" cy="276999"/>
          </a:xfrm>
        </p:spPr>
        <p:txBody>
          <a:bodyPr wrap="square">
            <a:spAutoFit/>
          </a:bodyPr>
          <a:lstStyle>
            <a:lvl1pPr marL="0" indent="0">
              <a:buNone/>
              <a:defRPr sz="1800" b="0" i="0">
                <a:solidFill>
                  <a:schemeClr val="bg1"/>
                </a:solidFill>
                <a:latin typeface="+mn-lt"/>
              </a:defRPr>
            </a:lvl1pPr>
          </a:lstStyle>
          <a:p>
            <a:pPr lvl="0"/>
            <a:r>
              <a:rPr lang="en-GB" dirty="0"/>
              <a:t>Job title</a:t>
            </a:r>
            <a:endParaRPr lang="en-US" dirty="0"/>
          </a:p>
        </p:txBody>
      </p:sp>
      <p:sp>
        <p:nvSpPr>
          <p:cNvPr id="24" name="Text Placeholder 9">
            <a:extLst>
              <a:ext uri="{FF2B5EF4-FFF2-40B4-BE49-F238E27FC236}">
                <a16:creationId xmlns:a16="http://schemas.microsoft.com/office/drawing/2014/main" id="{FDE2BFA5-8DD3-AAE2-BA88-2C21E5EA3829}"/>
              </a:ext>
            </a:extLst>
          </p:cNvPr>
          <p:cNvSpPr>
            <a:spLocks noGrp="1"/>
          </p:cNvSpPr>
          <p:nvPr>
            <p:ph type="body" sz="quarter" idx="22" hasCustomPrompt="1"/>
          </p:nvPr>
        </p:nvSpPr>
        <p:spPr>
          <a:xfrm>
            <a:off x="9164669"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dirty="0"/>
              <a:t>Name</a:t>
            </a:r>
            <a:endParaRPr lang="en-US" dirty="0"/>
          </a:p>
        </p:txBody>
      </p:sp>
      <p:sp>
        <p:nvSpPr>
          <p:cNvPr id="25" name="Text Placeholder 9">
            <a:extLst>
              <a:ext uri="{FF2B5EF4-FFF2-40B4-BE49-F238E27FC236}">
                <a16:creationId xmlns:a16="http://schemas.microsoft.com/office/drawing/2014/main" id="{A6334C15-AC9A-3BC9-AC49-BB8588AC064E}"/>
              </a:ext>
            </a:extLst>
          </p:cNvPr>
          <p:cNvSpPr>
            <a:spLocks noGrp="1"/>
          </p:cNvSpPr>
          <p:nvPr>
            <p:ph type="body" sz="quarter" idx="23" hasCustomPrompt="1"/>
          </p:nvPr>
        </p:nvSpPr>
        <p:spPr>
          <a:xfrm>
            <a:off x="9164670" y="5243516"/>
            <a:ext cx="2545200" cy="276999"/>
          </a:xfrm>
        </p:spPr>
        <p:txBody>
          <a:bodyPr wrap="square">
            <a:spAutoFit/>
          </a:bodyPr>
          <a:lstStyle>
            <a:lvl1pPr marL="0" indent="0">
              <a:buNone/>
              <a:defRPr sz="1800" b="0" i="0">
                <a:solidFill>
                  <a:schemeClr val="bg1"/>
                </a:solidFill>
                <a:latin typeface="+mn-lt"/>
              </a:defRPr>
            </a:lvl1pPr>
          </a:lstStyle>
          <a:p>
            <a:pPr lvl="0"/>
            <a:r>
              <a:rPr lang="en-GB" dirty="0"/>
              <a:t>Job title</a:t>
            </a:r>
            <a:endParaRPr lang="en-US" dirty="0"/>
          </a:p>
        </p:txBody>
      </p:sp>
      <p:sp>
        <p:nvSpPr>
          <p:cNvPr id="14" name="Picture Placeholder 12">
            <a:extLst>
              <a:ext uri="{FF2B5EF4-FFF2-40B4-BE49-F238E27FC236}">
                <a16:creationId xmlns:a16="http://schemas.microsoft.com/office/drawing/2014/main" id="{0BA6537A-D367-6DF9-2A2C-F0EF216DD535}"/>
              </a:ext>
            </a:extLst>
          </p:cNvPr>
          <p:cNvSpPr>
            <a:spLocks noGrp="1"/>
          </p:cNvSpPr>
          <p:nvPr>
            <p:ph type="pic" sz="quarter" idx="15"/>
          </p:nvPr>
        </p:nvSpPr>
        <p:spPr>
          <a:xfrm>
            <a:off x="487323" y="1693850"/>
            <a:ext cx="2541600" cy="2541600"/>
          </a:xfrm>
          <a:prstGeom prst="ellipse">
            <a:avLst/>
          </a:prstGeom>
        </p:spPr>
        <p:txBody>
          <a:bodyPr anchor="ctr"/>
          <a:lstStyle>
            <a:lvl1pPr marL="0" indent="0" algn="ctr">
              <a:buNone/>
              <a:defRPr>
                <a:solidFill>
                  <a:schemeClr val="bg1"/>
                </a:solidFill>
              </a:defRPr>
            </a:lvl1pPr>
          </a:lstStyle>
          <a:p>
            <a:r>
              <a:rPr lang="en-US"/>
              <a:t>Click icon to add picture</a:t>
            </a:r>
            <a:endParaRPr lang="en-US" dirty="0"/>
          </a:p>
        </p:txBody>
      </p:sp>
      <p:sp>
        <p:nvSpPr>
          <p:cNvPr id="15" name="Picture Placeholder 12">
            <a:extLst>
              <a:ext uri="{FF2B5EF4-FFF2-40B4-BE49-F238E27FC236}">
                <a16:creationId xmlns:a16="http://schemas.microsoft.com/office/drawing/2014/main" id="{1ABE1BD9-533C-1930-8960-4BAE5CA74634}"/>
              </a:ext>
            </a:extLst>
          </p:cNvPr>
          <p:cNvSpPr>
            <a:spLocks noGrp="1"/>
          </p:cNvSpPr>
          <p:nvPr>
            <p:ph type="pic" sz="quarter" idx="18"/>
          </p:nvPr>
        </p:nvSpPr>
        <p:spPr>
          <a:xfrm>
            <a:off x="3380372" y="1693850"/>
            <a:ext cx="2541600" cy="2541600"/>
          </a:xfrm>
          <a:prstGeom prst="ellipse">
            <a:avLst/>
          </a:prstGeom>
        </p:spPr>
        <p:txBody>
          <a:bodyPr anchor="ctr"/>
          <a:lstStyle>
            <a:lvl1pPr marL="0" indent="0" algn="ctr">
              <a:buNone/>
              <a:defRPr>
                <a:solidFill>
                  <a:schemeClr val="bg1"/>
                </a:solidFill>
              </a:defRPr>
            </a:lvl1pPr>
          </a:lstStyle>
          <a:p>
            <a:r>
              <a:rPr lang="en-US"/>
              <a:t>Click icon to add picture</a:t>
            </a:r>
            <a:endParaRPr lang="en-US" dirty="0"/>
          </a:p>
        </p:txBody>
      </p:sp>
      <p:sp>
        <p:nvSpPr>
          <p:cNvPr id="16" name="Picture Placeholder 12">
            <a:extLst>
              <a:ext uri="{FF2B5EF4-FFF2-40B4-BE49-F238E27FC236}">
                <a16:creationId xmlns:a16="http://schemas.microsoft.com/office/drawing/2014/main" id="{EFFEBD01-EBC9-7BDA-3CC5-39B4C8203AAA}"/>
              </a:ext>
            </a:extLst>
          </p:cNvPr>
          <p:cNvSpPr>
            <a:spLocks noGrp="1"/>
          </p:cNvSpPr>
          <p:nvPr>
            <p:ph type="pic" sz="quarter" idx="21"/>
          </p:nvPr>
        </p:nvSpPr>
        <p:spPr>
          <a:xfrm>
            <a:off x="6273420" y="1693850"/>
            <a:ext cx="2541600" cy="2541600"/>
          </a:xfrm>
          <a:prstGeom prst="ellipse">
            <a:avLst/>
          </a:prstGeom>
        </p:spPr>
        <p:txBody>
          <a:bodyPr anchor="ctr"/>
          <a:lstStyle>
            <a:lvl1pPr marL="0" indent="0" algn="ctr">
              <a:buNone/>
              <a:defRPr>
                <a:solidFill>
                  <a:schemeClr val="bg1"/>
                </a:solidFill>
              </a:defRPr>
            </a:lvl1pPr>
          </a:lstStyle>
          <a:p>
            <a:r>
              <a:rPr lang="en-US"/>
              <a:t>Click icon to add picture</a:t>
            </a:r>
            <a:endParaRPr lang="en-US" dirty="0"/>
          </a:p>
        </p:txBody>
      </p:sp>
      <p:sp>
        <p:nvSpPr>
          <p:cNvPr id="17" name="Picture Placeholder 12">
            <a:extLst>
              <a:ext uri="{FF2B5EF4-FFF2-40B4-BE49-F238E27FC236}">
                <a16:creationId xmlns:a16="http://schemas.microsoft.com/office/drawing/2014/main" id="{38869CAE-EFD2-4214-1658-F59F26B22258}"/>
              </a:ext>
            </a:extLst>
          </p:cNvPr>
          <p:cNvSpPr>
            <a:spLocks noGrp="1"/>
          </p:cNvSpPr>
          <p:nvPr>
            <p:ph type="pic" sz="quarter" idx="24"/>
          </p:nvPr>
        </p:nvSpPr>
        <p:spPr>
          <a:xfrm>
            <a:off x="9166469" y="1693850"/>
            <a:ext cx="2541600" cy="2541600"/>
          </a:xfrm>
          <a:prstGeom prst="ellipse">
            <a:avLst/>
          </a:prstGeom>
        </p:spPr>
        <p:txBody>
          <a:bodyPr anchor="ctr"/>
          <a:lstStyle>
            <a:lvl1pPr marL="0" indent="0"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2284032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a:xfrm>
            <a:off x="485523" y="369888"/>
            <a:ext cx="11224347" cy="470898"/>
          </a:xfrm>
        </p:spPr>
        <p:txBody>
          <a:bodyPr/>
          <a:lstStyle/>
          <a:p>
            <a:r>
              <a:rPr lang="en-US"/>
              <a:t>Click to edit Master title style</a:t>
            </a:r>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C92274D7-F369-4AAB-A2F9-B9A50811F718}" type="datetime3">
              <a:rPr lang="en-US" smtClean="0"/>
              <a:t>11 July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Insert footer text here</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6" name="Highlight line 1">
            <a:extLst>
              <a:ext uri="{FF2B5EF4-FFF2-40B4-BE49-F238E27FC236}">
                <a16:creationId xmlns:a16="http://schemas.microsoft.com/office/drawing/2014/main" id="{D638E914-C7FD-199D-8EA9-54168F74DB4B}"/>
              </a:ext>
            </a:extLst>
          </p:cNvPr>
          <p:cNvSpPr>
            <a:spLocks noGrp="1"/>
          </p:cNvSpPr>
          <p:nvPr>
            <p:ph type="dgm" sz="quarter" idx="15" hasCustomPrompt="1"/>
          </p:nvPr>
        </p:nvSpPr>
        <p:spPr>
          <a:xfrm>
            <a:off x="485523" y="1209871"/>
            <a:ext cx="11224347" cy="36000"/>
          </a:xfrm>
          <a:solidFill>
            <a:schemeClr val="tx2"/>
          </a:solidFill>
        </p:spPr>
        <p:txBody>
          <a:bodyPr/>
          <a:lstStyle>
            <a:lvl1pPr marL="0" indent="0">
              <a:buNone/>
              <a:defRPr sz="800"/>
            </a:lvl1pPr>
          </a:lstStyle>
          <a:p>
            <a:r>
              <a:rPr lang="en-US" dirty="0"/>
              <a:t> </a:t>
            </a:r>
          </a:p>
        </p:txBody>
      </p:sp>
    </p:spTree>
    <p:extLst>
      <p:ext uri="{BB962C8B-B14F-4D97-AF65-F5344CB8AC3E}">
        <p14:creationId xmlns:p14="http://schemas.microsoft.com/office/powerpoint/2010/main" val="606214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without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C73657C9-63D2-49CD-83E6-A14162FB84D8}" type="datetime3">
              <a:rPr lang="en-US" smtClean="0"/>
              <a:t>11 July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Insert footer text here</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Tree>
    <p:extLst>
      <p:ext uri="{BB962C8B-B14F-4D97-AF65-F5344CB8AC3E}">
        <p14:creationId xmlns:p14="http://schemas.microsoft.com/office/powerpoint/2010/main" val="308200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14" name="Content Placeholder">
            <a:extLst>
              <a:ext uri="{FF2B5EF4-FFF2-40B4-BE49-F238E27FC236}">
                <a16:creationId xmlns:a16="http://schemas.microsoft.com/office/drawing/2014/main" id="{A5EED3AD-188C-E954-617B-9CB9E1BA8A14}"/>
              </a:ext>
            </a:extLst>
          </p:cNvPr>
          <p:cNvSpPr>
            <a:spLocks noGrp="1"/>
          </p:cNvSpPr>
          <p:nvPr>
            <p:ph sz="quarter" idx="16"/>
          </p:nvPr>
        </p:nvSpPr>
        <p:spPr>
          <a:xfrm>
            <a:off x="485521" y="1411287"/>
            <a:ext cx="11224800" cy="463867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C2E28B2B-ED84-D8B9-C6E0-AF4BC1706BD2}"/>
              </a:ext>
            </a:extLst>
          </p:cNvPr>
          <p:cNvSpPr>
            <a:spLocks noGrp="1"/>
          </p:cNvSpPr>
          <p:nvPr>
            <p:ph type="dt" sz="half" idx="17"/>
          </p:nvPr>
        </p:nvSpPr>
        <p:spPr/>
        <p:txBody>
          <a:bodyPr/>
          <a:lstStyle/>
          <a:p>
            <a:fld id="{C8AD6562-534C-460E-9220-88AF17BCBE4D}" type="datetime3">
              <a:rPr lang="en-US" smtClean="0"/>
              <a:t>11 July 2026</a:t>
            </a:fld>
            <a:endParaRPr lang="en-US" dirty="0"/>
          </a:p>
        </p:txBody>
      </p:sp>
      <p:sp>
        <p:nvSpPr>
          <p:cNvPr id="5" name="Footer Placeholder 4">
            <a:extLst>
              <a:ext uri="{FF2B5EF4-FFF2-40B4-BE49-F238E27FC236}">
                <a16:creationId xmlns:a16="http://schemas.microsoft.com/office/drawing/2014/main" id="{422FBA85-AB9A-E34B-448A-B5BB1CE520BD}"/>
              </a:ext>
            </a:extLst>
          </p:cNvPr>
          <p:cNvSpPr>
            <a:spLocks noGrp="1"/>
          </p:cNvSpPr>
          <p:nvPr>
            <p:ph type="ftr" sz="quarter" idx="18"/>
          </p:nvPr>
        </p:nvSpPr>
        <p:spPr/>
        <p:txBody>
          <a:bodyPr/>
          <a:lstStyle/>
          <a:p>
            <a:r>
              <a:rPr lang="en-US"/>
              <a:t>Insert footer text here</a:t>
            </a:r>
          </a:p>
        </p:txBody>
      </p:sp>
      <p:sp>
        <p:nvSpPr>
          <p:cNvPr id="6" name="Slide Number Placeholder 5">
            <a:extLst>
              <a:ext uri="{FF2B5EF4-FFF2-40B4-BE49-F238E27FC236}">
                <a16:creationId xmlns:a16="http://schemas.microsoft.com/office/drawing/2014/main" id="{6A1C081B-AFD3-2CFE-BC00-E7A72056889B}"/>
              </a:ext>
            </a:extLst>
          </p:cNvPr>
          <p:cNvSpPr>
            <a:spLocks noGrp="1"/>
          </p:cNvSpPr>
          <p:nvPr>
            <p:ph type="sldNum" sz="quarter" idx="19"/>
          </p:nvPr>
        </p:nvSpPr>
        <p:spPr/>
        <p:txBody>
          <a:bodyPr/>
          <a:lstStyle/>
          <a:p>
            <a:fld id="{F1BC30E3-FFE5-4B91-AA19-87A149EBB9EE}" type="slidenum">
              <a:rPr lang="en-GB" smtClean="0"/>
              <a:pPr/>
              <a:t>‹#›</a:t>
            </a:fld>
            <a:endParaRPr lang="en-GB" dirty="0"/>
          </a:p>
        </p:txBody>
      </p:sp>
      <p:sp>
        <p:nvSpPr>
          <p:cNvPr id="3" name="Highlight line 1">
            <a:extLst>
              <a:ext uri="{FF2B5EF4-FFF2-40B4-BE49-F238E27FC236}">
                <a16:creationId xmlns:a16="http://schemas.microsoft.com/office/drawing/2014/main" id="{67D32DCB-72F6-BC64-6A9F-4F444D870309}"/>
              </a:ext>
            </a:extLst>
          </p:cNvPr>
          <p:cNvSpPr>
            <a:spLocks noGrp="1"/>
          </p:cNvSpPr>
          <p:nvPr>
            <p:ph type="dgm" sz="quarter" idx="15" hasCustomPrompt="1"/>
          </p:nvPr>
        </p:nvSpPr>
        <p:spPr>
          <a:xfrm>
            <a:off x="485523" y="1209871"/>
            <a:ext cx="11224347" cy="36000"/>
          </a:xfrm>
          <a:solidFill>
            <a:schemeClr val="tx2"/>
          </a:solidFill>
        </p:spPr>
        <p:txBody>
          <a:bodyPr/>
          <a:lstStyle>
            <a:lvl1pPr marL="0" indent="0">
              <a:buNone/>
              <a:defRPr sz="800"/>
            </a:lvl1pPr>
          </a:lstStyle>
          <a:p>
            <a:r>
              <a:rPr lang="en-US" dirty="0"/>
              <a:t> </a:t>
            </a:r>
          </a:p>
        </p:txBody>
      </p:sp>
    </p:spTree>
    <p:extLst>
      <p:ext uri="{BB962C8B-B14F-4D97-AF65-F5344CB8AC3E}">
        <p14:creationId xmlns:p14="http://schemas.microsoft.com/office/powerpoint/2010/main" val="4244377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14" name="Content Placeholder 1">
            <a:extLst>
              <a:ext uri="{FF2B5EF4-FFF2-40B4-BE49-F238E27FC236}">
                <a16:creationId xmlns:a16="http://schemas.microsoft.com/office/drawing/2014/main" id="{A5EED3AD-188C-E954-617B-9CB9E1BA8A14}"/>
              </a:ext>
            </a:extLst>
          </p:cNvPr>
          <p:cNvSpPr>
            <a:spLocks noGrp="1"/>
          </p:cNvSpPr>
          <p:nvPr>
            <p:ph sz="quarter" idx="16"/>
          </p:nvPr>
        </p:nvSpPr>
        <p:spPr>
          <a:xfrm>
            <a:off x="485520" y="1411287"/>
            <a:ext cx="5356800" cy="463867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Content Placeholder 2">
            <a:extLst>
              <a:ext uri="{FF2B5EF4-FFF2-40B4-BE49-F238E27FC236}">
                <a16:creationId xmlns:a16="http://schemas.microsoft.com/office/drawing/2014/main" id="{C87884BD-C538-2E4C-E4FE-1C5F73563883}"/>
              </a:ext>
            </a:extLst>
          </p:cNvPr>
          <p:cNvSpPr>
            <a:spLocks noGrp="1"/>
          </p:cNvSpPr>
          <p:nvPr>
            <p:ph sz="quarter" idx="15"/>
          </p:nvPr>
        </p:nvSpPr>
        <p:spPr>
          <a:xfrm>
            <a:off x="6353069" y="1411287"/>
            <a:ext cx="5356800" cy="46386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9391ED27-72F6-4DF1-9F0D-AE3207A4D1FA}" type="datetime3">
              <a:rPr lang="en-US" smtClean="0"/>
              <a:t>11 July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3" name="Highlight line 1">
            <a:extLst>
              <a:ext uri="{FF2B5EF4-FFF2-40B4-BE49-F238E27FC236}">
                <a16:creationId xmlns:a16="http://schemas.microsoft.com/office/drawing/2014/main" id="{3BFD9291-7C93-C8C3-E865-14F1ED772B4B}"/>
              </a:ext>
            </a:extLst>
          </p:cNvPr>
          <p:cNvSpPr>
            <a:spLocks noGrp="1"/>
          </p:cNvSpPr>
          <p:nvPr>
            <p:ph type="dgm" sz="quarter" idx="17" hasCustomPrompt="1"/>
          </p:nvPr>
        </p:nvSpPr>
        <p:spPr>
          <a:xfrm>
            <a:off x="485523" y="1209871"/>
            <a:ext cx="11224347" cy="36000"/>
          </a:xfrm>
          <a:solidFill>
            <a:schemeClr val="tx2"/>
          </a:solidFill>
        </p:spPr>
        <p:txBody>
          <a:bodyPr vert="horz" lIns="0" tIns="0" rIns="0" bIns="0" rtlCol="0" anchor="t" anchorCtr="0">
            <a:noAutofit/>
          </a:bodyPr>
          <a:lstStyle>
            <a:lvl1pPr marL="0" indent="0">
              <a:buNone/>
              <a:defRPr lang="en-US" sz="800" dirty="0"/>
            </a:lvl1pPr>
          </a:lstStyle>
          <a:p>
            <a:pPr marL="252000" lvl="0" indent="-252000"/>
            <a:r>
              <a:rPr lang="en-US" dirty="0"/>
              <a:t> </a:t>
            </a:r>
          </a:p>
        </p:txBody>
      </p:sp>
    </p:spTree>
    <p:extLst>
      <p:ext uri="{BB962C8B-B14F-4D97-AF65-F5344CB8AC3E}">
        <p14:creationId xmlns:p14="http://schemas.microsoft.com/office/powerpoint/2010/main" val="1903862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DD3D67-FDA7-A413-313B-AF74B5AA9F16}"/>
              </a:ext>
            </a:extLst>
          </p:cNvPr>
          <p:cNvSpPr>
            <a:spLocks noGrp="1"/>
          </p:cNvSpPr>
          <p:nvPr>
            <p:ph idx="1"/>
          </p:nvPr>
        </p:nvSpPr>
        <p:spPr>
          <a:xfrm>
            <a:off x="485523"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p:nvPr>
        </p:nvSpPr>
        <p:spPr>
          <a:xfrm>
            <a:off x="4312688"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p:nvPr>
        </p:nvSpPr>
        <p:spPr>
          <a:xfrm>
            <a:off x="8139853" y="1411287"/>
            <a:ext cx="357001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B6CA9678-3998-4221-9489-94AC1737C9CB}" type="datetime3">
              <a:rPr lang="en-US" smtClean="0"/>
              <a:t>11 July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3" name="Title 2">
            <a:extLst>
              <a:ext uri="{FF2B5EF4-FFF2-40B4-BE49-F238E27FC236}">
                <a16:creationId xmlns:a16="http://schemas.microsoft.com/office/drawing/2014/main" id="{8EA961CD-5D51-5DAB-76F4-3F2524B3664B}"/>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2" name="Highlight line 1">
            <a:extLst>
              <a:ext uri="{FF2B5EF4-FFF2-40B4-BE49-F238E27FC236}">
                <a16:creationId xmlns:a16="http://schemas.microsoft.com/office/drawing/2014/main" id="{E5CC5342-66A4-BF03-2DC2-BB34A77EA402}"/>
              </a:ext>
            </a:extLst>
          </p:cNvPr>
          <p:cNvSpPr>
            <a:spLocks noGrp="1"/>
          </p:cNvSpPr>
          <p:nvPr>
            <p:ph type="dgm" sz="quarter" idx="15" hasCustomPrompt="1"/>
          </p:nvPr>
        </p:nvSpPr>
        <p:spPr>
          <a:xfrm>
            <a:off x="485523" y="1209871"/>
            <a:ext cx="11224347" cy="36000"/>
          </a:xfrm>
          <a:solidFill>
            <a:schemeClr val="tx2"/>
          </a:solidFill>
        </p:spPr>
        <p:txBody>
          <a:bodyPr vert="horz" lIns="0" tIns="0" rIns="0" bIns="0" rtlCol="0" anchor="t" anchorCtr="0">
            <a:noAutofit/>
          </a:bodyPr>
          <a:lstStyle>
            <a:lvl1pPr marL="0" indent="0">
              <a:buNone/>
              <a:defRPr lang="en-US" sz="800" dirty="0"/>
            </a:lvl1pPr>
          </a:lstStyle>
          <a:p>
            <a:pPr marL="252000" lvl="0" indent="-252000"/>
            <a:r>
              <a:rPr lang="en-US" dirty="0"/>
              <a:t> </a:t>
            </a:r>
          </a:p>
        </p:txBody>
      </p:sp>
    </p:spTree>
    <p:extLst>
      <p:ext uri="{BB962C8B-B14F-4D97-AF65-F5344CB8AC3E}">
        <p14:creationId xmlns:p14="http://schemas.microsoft.com/office/powerpoint/2010/main" val="6280645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DD3D67-FDA7-A413-313B-AF74B5AA9F16}"/>
              </a:ext>
            </a:extLst>
          </p:cNvPr>
          <p:cNvSpPr>
            <a:spLocks noGrp="1"/>
          </p:cNvSpPr>
          <p:nvPr>
            <p:ph idx="1"/>
          </p:nvPr>
        </p:nvSpPr>
        <p:spPr>
          <a:xfrm>
            <a:off x="485523"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p:nvPr>
        </p:nvSpPr>
        <p:spPr>
          <a:xfrm>
            <a:off x="3377372"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p:nvPr>
        </p:nvSpPr>
        <p:spPr>
          <a:xfrm>
            <a:off x="6269221"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505E3949-B69A-4036-ABEF-E13ED583B59E}" type="datetime3">
              <a:rPr lang="en-US" smtClean="0"/>
              <a:t>11 July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3" name="Title 2">
            <a:extLst>
              <a:ext uri="{FF2B5EF4-FFF2-40B4-BE49-F238E27FC236}">
                <a16:creationId xmlns:a16="http://schemas.microsoft.com/office/drawing/2014/main" id="{8EA961CD-5D51-5DAB-76F4-3F2524B3664B}"/>
              </a:ext>
            </a:extLst>
          </p:cNvPr>
          <p:cNvSpPr>
            <a:spLocks noGrp="1"/>
          </p:cNvSpPr>
          <p:nvPr>
            <p:ph type="title"/>
          </p:nvPr>
        </p:nvSpPr>
        <p:spPr>
          <a:xfrm>
            <a:off x="485523" y="382588"/>
            <a:ext cx="11224347" cy="638175"/>
          </a:xfrm>
        </p:spPr>
        <p:txBody>
          <a:bodyPr/>
          <a:lstStyle/>
          <a:p>
            <a:r>
              <a:rPr lang="en-GB" dirty="0"/>
              <a:t>Click to edit Master title style</a:t>
            </a:r>
            <a:endParaRPr lang="en-US" dirty="0"/>
          </a:p>
        </p:txBody>
      </p:sp>
      <p:sp>
        <p:nvSpPr>
          <p:cNvPr id="15" name="Content Placeholder 3">
            <a:extLst>
              <a:ext uri="{FF2B5EF4-FFF2-40B4-BE49-F238E27FC236}">
                <a16:creationId xmlns:a16="http://schemas.microsoft.com/office/drawing/2014/main" id="{3A89EC53-4B4E-25EA-86D3-0A198384FA8D}"/>
              </a:ext>
            </a:extLst>
          </p:cNvPr>
          <p:cNvSpPr>
            <a:spLocks noGrp="1"/>
          </p:cNvSpPr>
          <p:nvPr>
            <p:ph idx="15"/>
          </p:nvPr>
        </p:nvSpPr>
        <p:spPr>
          <a:xfrm>
            <a:off x="9161070" y="1411287"/>
            <a:ext cx="2548800"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Highlight line 1">
            <a:extLst>
              <a:ext uri="{FF2B5EF4-FFF2-40B4-BE49-F238E27FC236}">
                <a16:creationId xmlns:a16="http://schemas.microsoft.com/office/drawing/2014/main" id="{D8436614-E485-73D8-1866-645F4E1B657B}"/>
              </a:ext>
            </a:extLst>
          </p:cNvPr>
          <p:cNvSpPr>
            <a:spLocks noGrp="1"/>
          </p:cNvSpPr>
          <p:nvPr>
            <p:ph type="dgm" sz="quarter" idx="16" hasCustomPrompt="1"/>
          </p:nvPr>
        </p:nvSpPr>
        <p:spPr>
          <a:xfrm>
            <a:off x="485523" y="1209871"/>
            <a:ext cx="11224347" cy="36000"/>
          </a:xfrm>
          <a:solidFill>
            <a:schemeClr val="tx2"/>
          </a:solidFill>
        </p:spPr>
        <p:txBody>
          <a:bodyPr vert="horz" lIns="0" tIns="0" rIns="0" bIns="0" rtlCol="0" anchor="t" anchorCtr="0">
            <a:noAutofit/>
          </a:bodyPr>
          <a:lstStyle>
            <a:lvl1pPr marL="0" indent="0">
              <a:buNone/>
              <a:defRPr lang="en-US" sz="800" dirty="0"/>
            </a:lvl1pPr>
          </a:lstStyle>
          <a:p>
            <a:pPr marL="252000" lvl="0" indent="-252000"/>
            <a:r>
              <a:rPr lang="en-US" dirty="0"/>
              <a:t> </a:t>
            </a:r>
          </a:p>
        </p:txBody>
      </p:sp>
    </p:spTree>
    <p:extLst>
      <p:ext uri="{BB962C8B-B14F-4D97-AF65-F5344CB8AC3E}">
        <p14:creationId xmlns:p14="http://schemas.microsoft.com/office/powerpoint/2010/main" val="25118336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ight Content">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DD3D67-FDA7-A413-313B-AF74B5AA9F16}"/>
              </a:ext>
            </a:extLst>
          </p:cNvPr>
          <p:cNvSpPr>
            <a:spLocks noGrp="1"/>
          </p:cNvSpPr>
          <p:nvPr>
            <p:ph idx="1"/>
          </p:nvPr>
        </p:nvSpPr>
        <p:spPr>
          <a:xfrm>
            <a:off x="485523" y="1411287"/>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p:nvPr>
        </p:nvSpPr>
        <p:spPr>
          <a:xfrm>
            <a:off x="3377455" y="1411287"/>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p:nvPr>
        </p:nvSpPr>
        <p:spPr>
          <a:xfrm>
            <a:off x="6269388" y="1411287"/>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4A2257C9-5C93-4E58-8D42-FE341B1F0959}" type="datetime3">
              <a:rPr lang="en-US" smtClean="0"/>
              <a:t>11 July 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3" name="Title 2">
            <a:extLst>
              <a:ext uri="{FF2B5EF4-FFF2-40B4-BE49-F238E27FC236}">
                <a16:creationId xmlns:a16="http://schemas.microsoft.com/office/drawing/2014/main" id="{8EA961CD-5D51-5DAB-76F4-3F2524B3664B}"/>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15" name="Content Placeholder 3">
            <a:extLst>
              <a:ext uri="{FF2B5EF4-FFF2-40B4-BE49-F238E27FC236}">
                <a16:creationId xmlns:a16="http://schemas.microsoft.com/office/drawing/2014/main" id="{3A89EC53-4B4E-25EA-86D3-0A198384FA8D}"/>
              </a:ext>
            </a:extLst>
          </p:cNvPr>
          <p:cNvSpPr>
            <a:spLocks noGrp="1"/>
          </p:cNvSpPr>
          <p:nvPr>
            <p:ph idx="15"/>
          </p:nvPr>
        </p:nvSpPr>
        <p:spPr>
          <a:xfrm>
            <a:off x="9161321" y="1411287"/>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Content Placeholder 1">
            <a:extLst>
              <a:ext uri="{FF2B5EF4-FFF2-40B4-BE49-F238E27FC236}">
                <a16:creationId xmlns:a16="http://schemas.microsoft.com/office/drawing/2014/main" id="{A0091EC5-9CD6-B52C-F192-1D28C197D5EB}"/>
              </a:ext>
            </a:extLst>
          </p:cNvPr>
          <p:cNvSpPr>
            <a:spLocks noGrp="1"/>
          </p:cNvSpPr>
          <p:nvPr>
            <p:ph idx="16"/>
          </p:nvPr>
        </p:nvSpPr>
        <p:spPr>
          <a:xfrm>
            <a:off x="485523" y="3830636"/>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Content Placeholder 2">
            <a:extLst>
              <a:ext uri="{FF2B5EF4-FFF2-40B4-BE49-F238E27FC236}">
                <a16:creationId xmlns:a16="http://schemas.microsoft.com/office/drawing/2014/main" id="{BF5F74F9-864E-3DD7-6291-763A9D830F2E}"/>
              </a:ext>
            </a:extLst>
          </p:cNvPr>
          <p:cNvSpPr>
            <a:spLocks noGrp="1"/>
          </p:cNvSpPr>
          <p:nvPr>
            <p:ph idx="17"/>
          </p:nvPr>
        </p:nvSpPr>
        <p:spPr>
          <a:xfrm>
            <a:off x="3377372" y="3830636"/>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ontent Placeholder 3">
            <a:extLst>
              <a:ext uri="{FF2B5EF4-FFF2-40B4-BE49-F238E27FC236}">
                <a16:creationId xmlns:a16="http://schemas.microsoft.com/office/drawing/2014/main" id="{4EC6B6C9-6D62-F36C-8404-9E032EF106E3}"/>
              </a:ext>
            </a:extLst>
          </p:cNvPr>
          <p:cNvSpPr>
            <a:spLocks noGrp="1"/>
          </p:cNvSpPr>
          <p:nvPr>
            <p:ph idx="18"/>
          </p:nvPr>
        </p:nvSpPr>
        <p:spPr>
          <a:xfrm>
            <a:off x="6269221" y="3830636"/>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Content Placeholder 3">
            <a:extLst>
              <a:ext uri="{FF2B5EF4-FFF2-40B4-BE49-F238E27FC236}">
                <a16:creationId xmlns:a16="http://schemas.microsoft.com/office/drawing/2014/main" id="{D7F9E8A1-A5A0-CC6C-3FD8-D24AC966E14B}"/>
              </a:ext>
            </a:extLst>
          </p:cNvPr>
          <p:cNvSpPr>
            <a:spLocks noGrp="1"/>
          </p:cNvSpPr>
          <p:nvPr>
            <p:ph idx="19"/>
          </p:nvPr>
        </p:nvSpPr>
        <p:spPr>
          <a:xfrm>
            <a:off x="9161070" y="3830636"/>
            <a:ext cx="2548800" cy="2219326"/>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Highlight line 1">
            <a:extLst>
              <a:ext uri="{FF2B5EF4-FFF2-40B4-BE49-F238E27FC236}">
                <a16:creationId xmlns:a16="http://schemas.microsoft.com/office/drawing/2014/main" id="{B4B85666-74E6-3B59-B428-DA6F69438EFB}"/>
              </a:ext>
            </a:extLst>
          </p:cNvPr>
          <p:cNvSpPr>
            <a:spLocks noGrp="1"/>
          </p:cNvSpPr>
          <p:nvPr>
            <p:ph type="dgm" sz="quarter" idx="20" hasCustomPrompt="1"/>
          </p:nvPr>
        </p:nvSpPr>
        <p:spPr>
          <a:xfrm>
            <a:off x="485775" y="1209871"/>
            <a:ext cx="11224347" cy="36000"/>
          </a:xfrm>
          <a:solidFill>
            <a:schemeClr val="tx2"/>
          </a:solidFill>
        </p:spPr>
        <p:txBody>
          <a:bodyPr vert="horz" lIns="0" tIns="0" rIns="0" bIns="0" rtlCol="0" anchor="t" anchorCtr="0">
            <a:noAutofit/>
          </a:bodyPr>
          <a:lstStyle>
            <a:lvl1pPr marL="0" indent="0">
              <a:buNone/>
              <a:defRPr lang="en-US" sz="800" dirty="0"/>
            </a:lvl1pPr>
          </a:lstStyle>
          <a:p>
            <a:pPr marL="252000" lvl="0" indent="-252000"/>
            <a:r>
              <a:rPr lang="en-US" dirty="0"/>
              <a:t> </a:t>
            </a:r>
          </a:p>
        </p:txBody>
      </p:sp>
    </p:spTree>
    <p:extLst>
      <p:ext uri="{BB962C8B-B14F-4D97-AF65-F5344CB8AC3E}">
        <p14:creationId xmlns:p14="http://schemas.microsoft.com/office/powerpoint/2010/main" val="35153509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ntent with Highlight">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99DD3D67-FDA7-A413-313B-AF74B5AA9F16}"/>
              </a:ext>
            </a:extLst>
          </p:cNvPr>
          <p:cNvSpPr>
            <a:spLocks noGrp="1"/>
          </p:cNvSpPr>
          <p:nvPr>
            <p:ph idx="1" hasCustomPrompt="1"/>
          </p:nvPr>
        </p:nvSpPr>
        <p:spPr>
          <a:xfrm>
            <a:off x="485521"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dirty="0"/>
              <a:t>Only one highlight line should appear. Delete the other two lines.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ontent Placeholder 2">
            <a:extLst>
              <a:ext uri="{FF2B5EF4-FFF2-40B4-BE49-F238E27FC236}">
                <a16:creationId xmlns:a16="http://schemas.microsoft.com/office/drawing/2014/main" id="{8FDAD40B-6BF1-FD89-F7E7-683D2B6F74A7}"/>
              </a:ext>
            </a:extLst>
          </p:cNvPr>
          <p:cNvSpPr>
            <a:spLocks noGrp="1"/>
          </p:cNvSpPr>
          <p:nvPr>
            <p:ph idx="13" hasCustomPrompt="1"/>
          </p:nvPr>
        </p:nvSpPr>
        <p:spPr>
          <a:xfrm>
            <a:off x="4312222"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dirty="0"/>
              <a:t>Only one highlight line should appear. Delete the other two lines.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ontent Placeholder 3">
            <a:extLst>
              <a:ext uri="{FF2B5EF4-FFF2-40B4-BE49-F238E27FC236}">
                <a16:creationId xmlns:a16="http://schemas.microsoft.com/office/drawing/2014/main" id="{6A69E41B-F39E-4366-2ADE-0A30A6B7B882}"/>
              </a:ext>
            </a:extLst>
          </p:cNvPr>
          <p:cNvSpPr>
            <a:spLocks noGrp="1"/>
          </p:cNvSpPr>
          <p:nvPr>
            <p:ph idx="14" hasCustomPrompt="1"/>
          </p:nvPr>
        </p:nvSpPr>
        <p:spPr>
          <a:xfrm>
            <a:off x="8138670" y="1411287"/>
            <a:ext cx="3571200" cy="4638675"/>
          </a:xfrm>
          <a:solidFill>
            <a:srgbClr val="C4C4CD">
              <a:alpha val="25000"/>
            </a:srgbClr>
          </a:solidFill>
        </p:spPr>
        <p:txBody>
          <a:bodyPr lIns="251999" tIns="180000" rIns="251999" bIns="180000"/>
          <a:lstStyle>
            <a:lvl1pPr>
              <a:defRPr lang="en-GB" dirty="0"/>
            </a:lvl1pPr>
            <a:lvl2pPr>
              <a:defRPr lang="en-GB" dirty="0"/>
            </a:lvl2pPr>
            <a:lvl3pPr>
              <a:defRPr lang="en-GB" dirty="0"/>
            </a:lvl3pPr>
            <a:lvl4pPr>
              <a:defRPr lang="en-GB" dirty="0"/>
            </a:lvl4pPr>
            <a:lvl5pPr>
              <a:defRPr lang="en-US" dirty="0"/>
            </a:lvl5pPr>
          </a:lstStyle>
          <a:p>
            <a:pPr marL="252000" marR="0" lvl="0" indent="-252000" algn="l" defTabSz="914400" rtl="0" eaLnBrk="1" fontAlgn="auto" latinLnBrk="0" hangingPunct="1">
              <a:lnSpc>
                <a:spcPct val="100000"/>
              </a:lnSpc>
              <a:spcBef>
                <a:spcPts val="400"/>
              </a:spcBef>
              <a:spcAft>
                <a:spcPts val="400"/>
              </a:spcAft>
              <a:buClr>
                <a:schemeClr val="tx2"/>
              </a:buClr>
              <a:buSzPct val="100000"/>
              <a:buFont typeface="Wingdings" pitchFamily="2" charset="2"/>
              <a:buChar char="§"/>
              <a:tabLst/>
              <a:defRPr/>
            </a:pPr>
            <a:r>
              <a:rPr lang="en-GB" dirty="0"/>
              <a:t>Only one highlight line should appear. Delete the other two lines.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BC2F1DC9-FBF9-4117-BF57-FB1EF1DD1AAF}" type="datetime3">
              <a:rPr lang="en-US" smtClean="0"/>
              <a:t>11 July 2026</a:t>
            </a:fld>
            <a:endParaRPr lang="en-US"/>
          </a:p>
        </p:txBody>
      </p:sp>
      <p:sp>
        <p:nvSpPr>
          <p:cNvPr id="5" name="Footer Placeholder ">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8" name="Highlight line 1">
            <a:extLst>
              <a:ext uri="{FF2B5EF4-FFF2-40B4-BE49-F238E27FC236}">
                <a16:creationId xmlns:a16="http://schemas.microsoft.com/office/drawing/2014/main" id="{E1FBA9F5-4E1E-7157-650F-920396E6BD16}"/>
              </a:ext>
            </a:extLst>
          </p:cNvPr>
          <p:cNvSpPr>
            <a:spLocks noGrp="1"/>
          </p:cNvSpPr>
          <p:nvPr>
            <p:ph type="dgm" sz="quarter" idx="15" hasCustomPrompt="1"/>
          </p:nvPr>
        </p:nvSpPr>
        <p:spPr>
          <a:xfrm>
            <a:off x="485775" y="1411287"/>
            <a:ext cx="3571200" cy="36000"/>
          </a:xfrm>
          <a:solidFill>
            <a:schemeClr val="tx2"/>
          </a:solidFill>
        </p:spPr>
        <p:txBody>
          <a:bodyPr/>
          <a:lstStyle>
            <a:lvl1pPr marL="0" indent="0">
              <a:buNone/>
              <a:defRPr sz="800"/>
            </a:lvl1pPr>
          </a:lstStyle>
          <a:p>
            <a:r>
              <a:rPr lang="en-US" dirty="0"/>
              <a:t> </a:t>
            </a:r>
          </a:p>
        </p:txBody>
      </p:sp>
      <p:sp>
        <p:nvSpPr>
          <p:cNvPr id="9" name="Highlight line 2">
            <a:extLst>
              <a:ext uri="{FF2B5EF4-FFF2-40B4-BE49-F238E27FC236}">
                <a16:creationId xmlns:a16="http://schemas.microsoft.com/office/drawing/2014/main" id="{F0D5216F-CE4B-8B47-FCA1-EA9B01BBAD6B}"/>
              </a:ext>
            </a:extLst>
          </p:cNvPr>
          <p:cNvSpPr>
            <a:spLocks noGrp="1"/>
          </p:cNvSpPr>
          <p:nvPr>
            <p:ph type="dgm" sz="quarter" idx="16" hasCustomPrompt="1"/>
          </p:nvPr>
        </p:nvSpPr>
        <p:spPr>
          <a:xfrm>
            <a:off x="4312222" y="1411287"/>
            <a:ext cx="3571200" cy="36000"/>
          </a:xfrm>
          <a:solidFill>
            <a:schemeClr val="tx2"/>
          </a:solidFill>
        </p:spPr>
        <p:txBody>
          <a:bodyPr/>
          <a:lstStyle>
            <a:lvl1pPr marL="0" indent="0">
              <a:buNone/>
              <a:defRPr sz="800"/>
            </a:lvl1pPr>
          </a:lstStyle>
          <a:p>
            <a:r>
              <a:rPr lang="en-US" dirty="0"/>
              <a:t> </a:t>
            </a:r>
          </a:p>
        </p:txBody>
      </p:sp>
      <p:sp>
        <p:nvSpPr>
          <p:cNvPr id="10" name="Highlight line 3">
            <a:extLst>
              <a:ext uri="{FF2B5EF4-FFF2-40B4-BE49-F238E27FC236}">
                <a16:creationId xmlns:a16="http://schemas.microsoft.com/office/drawing/2014/main" id="{945CF969-2B44-5C5F-B1A2-132B74FE4B46}"/>
              </a:ext>
            </a:extLst>
          </p:cNvPr>
          <p:cNvSpPr>
            <a:spLocks noGrp="1"/>
          </p:cNvSpPr>
          <p:nvPr>
            <p:ph type="dgm" sz="quarter" idx="17" hasCustomPrompt="1"/>
          </p:nvPr>
        </p:nvSpPr>
        <p:spPr>
          <a:xfrm>
            <a:off x="8138670" y="1411287"/>
            <a:ext cx="3571200" cy="36000"/>
          </a:xfrm>
          <a:solidFill>
            <a:schemeClr val="tx2"/>
          </a:solidFill>
        </p:spPr>
        <p:txBody>
          <a:bodyPr/>
          <a:lstStyle>
            <a:lvl1pPr marL="0" indent="0">
              <a:buNone/>
              <a:defRPr sz="800"/>
            </a:lvl1pPr>
          </a:lstStyle>
          <a:p>
            <a:r>
              <a:rPr lang="en-US" dirty="0"/>
              <a:t> </a:t>
            </a:r>
          </a:p>
        </p:txBody>
      </p:sp>
      <p:sp>
        <p:nvSpPr>
          <p:cNvPr id="3" name="Title 2">
            <a:extLst>
              <a:ext uri="{FF2B5EF4-FFF2-40B4-BE49-F238E27FC236}">
                <a16:creationId xmlns:a16="http://schemas.microsoft.com/office/drawing/2014/main" id="{861D1C9E-8438-3A10-53E8-497704D4A0E4}"/>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Tree>
    <p:extLst>
      <p:ext uri="{BB962C8B-B14F-4D97-AF65-F5344CB8AC3E}">
        <p14:creationId xmlns:p14="http://schemas.microsoft.com/office/powerpoint/2010/main" val="668975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922DF48-3559-E7A7-D505-A6D3643BCD33}"/>
              </a:ext>
            </a:extLst>
          </p:cNvPr>
          <p:cNvSpPr>
            <a:spLocks noGrp="1"/>
          </p:cNvSpPr>
          <p:nvPr>
            <p:ph type="dt" sz="half" idx="10"/>
          </p:nvPr>
        </p:nvSpPr>
        <p:spPr/>
        <p:txBody>
          <a:bodyPr/>
          <a:lstStyle/>
          <a:p>
            <a:fld id="{14E36304-4A4F-43F8-8665-AF62D176DEA2}" type="datetime3">
              <a:rPr lang="en-US" smtClean="0"/>
              <a:t>11 July 2026</a:t>
            </a:fld>
            <a:endParaRPr lang="en-US" dirty="0"/>
          </a:p>
        </p:txBody>
      </p:sp>
      <p:sp>
        <p:nvSpPr>
          <p:cNvPr id="4" name="Footer Placeholder 3">
            <a:extLst>
              <a:ext uri="{FF2B5EF4-FFF2-40B4-BE49-F238E27FC236}">
                <a16:creationId xmlns:a16="http://schemas.microsoft.com/office/drawing/2014/main" id="{84089C7F-B322-1F93-A5AB-0E322FB93D58}"/>
              </a:ext>
            </a:extLst>
          </p:cNvPr>
          <p:cNvSpPr>
            <a:spLocks noGrp="1"/>
          </p:cNvSpPr>
          <p:nvPr>
            <p:ph type="ftr" sz="quarter" idx="11"/>
          </p:nvPr>
        </p:nvSpPr>
        <p:spPr/>
        <p:txBody>
          <a:bodyPr/>
          <a:lstStyle/>
          <a:p>
            <a:r>
              <a:rPr lang="en-US"/>
              <a:t>Insert footer text here</a:t>
            </a:r>
            <a:endParaRPr lang="en-US" dirty="0"/>
          </a:p>
        </p:txBody>
      </p:sp>
      <p:sp>
        <p:nvSpPr>
          <p:cNvPr id="5" name="Slide Number Placeholder 4">
            <a:extLst>
              <a:ext uri="{FF2B5EF4-FFF2-40B4-BE49-F238E27FC236}">
                <a16:creationId xmlns:a16="http://schemas.microsoft.com/office/drawing/2014/main" id="{0226D098-604F-1C6E-4D3F-56B3EFAD11F7}"/>
              </a:ext>
            </a:extLst>
          </p:cNvPr>
          <p:cNvSpPr>
            <a:spLocks noGrp="1"/>
          </p:cNvSpPr>
          <p:nvPr>
            <p:ph type="sldNum" sz="quarter" idx="12"/>
          </p:nvPr>
        </p:nvSpPr>
        <p:spPr/>
        <p:txBody>
          <a:bodyPr/>
          <a:lstStyle/>
          <a:p>
            <a:fld id="{F1BC30E3-FFE5-4B91-AA19-87A149EBB9EE}" type="slidenum">
              <a:rPr lang="en-GB" smtClean="0"/>
              <a:pPr/>
              <a:t>‹#›</a:t>
            </a:fld>
            <a:endParaRPr lang="en-GB" dirty="0"/>
          </a:p>
        </p:txBody>
      </p:sp>
      <p:sp>
        <p:nvSpPr>
          <p:cNvPr id="7" name="Content Placeholder 2">
            <a:extLst>
              <a:ext uri="{FF2B5EF4-FFF2-40B4-BE49-F238E27FC236}">
                <a16:creationId xmlns:a16="http://schemas.microsoft.com/office/drawing/2014/main" id="{34560AA6-636D-C99A-75CC-1AC2E4A0E42F}"/>
              </a:ext>
            </a:extLst>
          </p:cNvPr>
          <p:cNvSpPr>
            <a:spLocks noGrp="1"/>
          </p:cNvSpPr>
          <p:nvPr>
            <p:ph idx="1"/>
          </p:nvPr>
        </p:nvSpPr>
        <p:spPr>
          <a:xfrm>
            <a:off x="485522" y="1411287"/>
            <a:ext cx="5610479" cy="4638673"/>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Picture Placeholder 9">
            <a:extLst>
              <a:ext uri="{FF2B5EF4-FFF2-40B4-BE49-F238E27FC236}">
                <a16:creationId xmlns:a16="http://schemas.microsoft.com/office/drawing/2014/main" id="{CD83AEB6-812D-A880-EAD7-47C376F054B5}"/>
              </a:ext>
            </a:extLst>
          </p:cNvPr>
          <p:cNvSpPr>
            <a:spLocks noGrp="1"/>
          </p:cNvSpPr>
          <p:nvPr>
            <p:ph type="pic" sz="quarter" idx="13"/>
          </p:nvPr>
        </p:nvSpPr>
        <p:spPr>
          <a:xfrm>
            <a:off x="6349868" y="0"/>
            <a:ext cx="5842132" cy="6858000"/>
          </a:xfrm>
        </p:spPr>
        <p:txBody>
          <a:bodyPr/>
          <a:lstStyle/>
          <a:p>
            <a:endParaRPr lang="en-US"/>
          </a:p>
        </p:txBody>
      </p:sp>
      <p:sp>
        <p:nvSpPr>
          <p:cNvPr id="2" name="Title 1">
            <a:extLst>
              <a:ext uri="{FF2B5EF4-FFF2-40B4-BE49-F238E27FC236}">
                <a16:creationId xmlns:a16="http://schemas.microsoft.com/office/drawing/2014/main" id="{9B88C567-2561-2AD2-63FE-0886450DCC49}"/>
              </a:ext>
            </a:extLst>
          </p:cNvPr>
          <p:cNvSpPr>
            <a:spLocks noGrp="1"/>
          </p:cNvSpPr>
          <p:nvPr>
            <p:ph type="title"/>
          </p:nvPr>
        </p:nvSpPr>
        <p:spPr>
          <a:xfrm>
            <a:off x="485523" y="382588"/>
            <a:ext cx="5610477" cy="638175"/>
          </a:xfrm>
        </p:spPr>
        <p:txBody>
          <a:bodyPr/>
          <a:lstStyle/>
          <a:p>
            <a:r>
              <a:rPr lang="en-GB" dirty="0"/>
              <a:t>Click to edit Master title style</a:t>
            </a:r>
            <a:endParaRPr lang="en-US" dirty="0"/>
          </a:p>
        </p:txBody>
      </p:sp>
      <p:sp>
        <p:nvSpPr>
          <p:cNvPr id="13" name="SmartArt Placeholder 13">
            <a:extLst>
              <a:ext uri="{FF2B5EF4-FFF2-40B4-BE49-F238E27FC236}">
                <a16:creationId xmlns:a16="http://schemas.microsoft.com/office/drawing/2014/main" id="{36E374FE-EF38-20ED-2BF5-CB693F717A11}"/>
              </a:ext>
            </a:extLst>
          </p:cNvPr>
          <p:cNvSpPr>
            <a:spLocks noGrp="1"/>
          </p:cNvSpPr>
          <p:nvPr>
            <p:ph type="dgm" sz="quarter" idx="28" hasCustomPrompt="1"/>
          </p:nvPr>
        </p:nvSpPr>
        <p:spPr bwMode="black">
          <a:xfrm>
            <a:off x="11623900" y="6276977"/>
            <a:ext cx="346158" cy="126864"/>
          </a:xfrm>
          <a:custGeom>
            <a:avLst/>
            <a:gdLst>
              <a:gd name="connsiteX0" fmla="*/ 346158 w 346158"/>
              <a:gd name="connsiteY0" fmla="*/ 0 h 126864"/>
              <a:gd name="connsiteX1" fmla="*/ 346158 w 346158"/>
              <a:gd name="connsiteY1" fmla="*/ 65245 h 126864"/>
              <a:gd name="connsiteX2" fmla="*/ 0 w 346158"/>
              <a:gd name="connsiteY2" fmla="*/ 126864 h 126864"/>
            </a:gdLst>
            <a:ahLst/>
            <a:cxnLst>
              <a:cxn ang="0">
                <a:pos x="connsiteX0" y="connsiteY0"/>
              </a:cxn>
              <a:cxn ang="0">
                <a:pos x="connsiteX1" y="connsiteY1"/>
              </a:cxn>
              <a:cxn ang="0">
                <a:pos x="connsiteX2" y="connsiteY2"/>
              </a:cxn>
            </a:cxnLst>
            <a:rect l="l" t="t" r="r" b="b"/>
            <a:pathLst>
              <a:path w="346158" h="126864">
                <a:moveTo>
                  <a:pt x="346158" y="0"/>
                </a:moveTo>
                <a:lnTo>
                  <a:pt x="346158" y="65245"/>
                </a:lnTo>
                <a:lnTo>
                  <a:pt x="0" y="126864"/>
                </a:lnTo>
                <a:close/>
              </a:path>
            </a:pathLst>
          </a:custGeom>
          <a:solidFill>
            <a:schemeClr val="tx2"/>
          </a:solidFill>
        </p:spPr>
        <p:txBody>
          <a:bodyPr wrap="square">
            <a:noAutofit/>
          </a:bodyPr>
          <a:lstStyle>
            <a:lvl1pPr marL="0" indent="0">
              <a:buFont typeface="Arial" panose="020B0604020202020204" pitchFamily="34" charset="0"/>
              <a:buNone/>
              <a:defRPr sz="800"/>
            </a:lvl1pPr>
          </a:lstStyle>
          <a:p>
            <a:r>
              <a:rPr lang="en-US" dirty="0"/>
              <a:t> </a:t>
            </a:r>
          </a:p>
        </p:txBody>
      </p:sp>
      <p:sp>
        <p:nvSpPr>
          <p:cNvPr id="14" name="SmartArt Placeholder 14">
            <a:extLst>
              <a:ext uri="{FF2B5EF4-FFF2-40B4-BE49-F238E27FC236}">
                <a16:creationId xmlns:a16="http://schemas.microsoft.com/office/drawing/2014/main" id="{E7A756FE-60E8-9B30-EBA2-BFCA0731818E}"/>
              </a:ext>
            </a:extLst>
          </p:cNvPr>
          <p:cNvSpPr>
            <a:spLocks noGrp="1"/>
          </p:cNvSpPr>
          <p:nvPr>
            <p:ph type="dgm" sz="quarter" idx="29" hasCustomPrompt="1"/>
          </p:nvPr>
        </p:nvSpPr>
        <p:spPr bwMode="black">
          <a:xfrm>
            <a:off x="11625712" y="6456399"/>
            <a:ext cx="291788" cy="175797"/>
          </a:xfrm>
          <a:custGeom>
            <a:avLst/>
            <a:gdLst>
              <a:gd name="connsiteX0" fmla="*/ 117803 w 291788"/>
              <a:gd name="connsiteY0" fmla="*/ 0 h 175797"/>
              <a:gd name="connsiteX1" fmla="*/ 175798 w 291788"/>
              <a:gd name="connsiteY1" fmla="*/ 0 h 175797"/>
              <a:gd name="connsiteX2" fmla="*/ 204796 w 291788"/>
              <a:gd name="connsiteY2" fmla="*/ 57995 h 175797"/>
              <a:gd name="connsiteX3" fmla="*/ 233793 w 291788"/>
              <a:gd name="connsiteY3" fmla="*/ 0 h 175797"/>
              <a:gd name="connsiteX4" fmla="*/ 291788 w 291788"/>
              <a:gd name="connsiteY4" fmla="*/ 0 h 175797"/>
              <a:gd name="connsiteX5" fmla="*/ 230168 w 291788"/>
              <a:gd name="connsiteY5" fmla="*/ 105116 h 175797"/>
              <a:gd name="connsiteX6" fmla="*/ 230168 w 291788"/>
              <a:gd name="connsiteY6" fmla="*/ 175797 h 175797"/>
              <a:gd name="connsiteX7" fmla="*/ 177610 w 291788"/>
              <a:gd name="connsiteY7" fmla="*/ 175797 h 175797"/>
              <a:gd name="connsiteX8" fmla="*/ 177610 w 291788"/>
              <a:gd name="connsiteY8" fmla="*/ 105116 h 175797"/>
              <a:gd name="connsiteX9" fmla="*/ 0 w 291788"/>
              <a:gd name="connsiteY9" fmla="*/ 0 h 175797"/>
              <a:gd name="connsiteX10" fmla="*/ 99679 w 291788"/>
              <a:gd name="connsiteY10" fmla="*/ 0 h 175797"/>
              <a:gd name="connsiteX11" fmla="*/ 123240 w 291788"/>
              <a:gd name="connsiteY11" fmla="*/ 39872 h 175797"/>
              <a:gd name="connsiteX12" fmla="*/ 54370 w 291788"/>
              <a:gd name="connsiteY12" fmla="*/ 39872 h 175797"/>
              <a:gd name="connsiteX13" fmla="*/ 54370 w 291788"/>
              <a:gd name="connsiteY13" fmla="*/ 68869 h 175797"/>
              <a:gd name="connsiteX14" fmla="*/ 117802 w 291788"/>
              <a:gd name="connsiteY14" fmla="*/ 68869 h 175797"/>
              <a:gd name="connsiteX15" fmla="*/ 117802 w 291788"/>
              <a:gd name="connsiteY15" fmla="*/ 105116 h 175797"/>
              <a:gd name="connsiteX16" fmla="*/ 54370 w 291788"/>
              <a:gd name="connsiteY16" fmla="*/ 105116 h 175797"/>
              <a:gd name="connsiteX17" fmla="*/ 54370 w 291788"/>
              <a:gd name="connsiteY17" fmla="*/ 134113 h 175797"/>
              <a:gd name="connsiteX18" fmla="*/ 141363 w 291788"/>
              <a:gd name="connsiteY18" fmla="*/ 134113 h 175797"/>
              <a:gd name="connsiteX19" fmla="*/ 141363 w 291788"/>
              <a:gd name="connsiteY19" fmla="*/ 175797 h 175797"/>
              <a:gd name="connsiteX20" fmla="*/ 0 w 291788"/>
              <a:gd name="connsiteY20" fmla="*/ 175797 h 17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1788" h="175797">
                <a:moveTo>
                  <a:pt x="117803" y="0"/>
                </a:moveTo>
                <a:lnTo>
                  <a:pt x="175798" y="0"/>
                </a:lnTo>
                <a:lnTo>
                  <a:pt x="204796" y="57995"/>
                </a:lnTo>
                <a:lnTo>
                  <a:pt x="233793" y="0"/>
                </a:lnTo>
                <a:lnTo>
                  <a:pt x="291788" y="0"/>
                </a:lnTo>
                <a:lnTo>
                  <a:pt x="230168" y="105116"/>
                </a:lnTo>
                <a:lnTo>
                  <a:pt x="230168" y="175797"/>
                </a:lnTo>
                <a:lnTo>
                  <a:pt x="177610" y="175797"/>
                </a:lnTo>
                <a:lnTo>
                  <a:pt x="177610" y="105116"/>
                </a:lnTo>
                <a:close/>
                <a:moveTo>
                  <a:pt x="0" y="0"/>
                </a:moveTo>
                <a:lnTo>
                  <a:pt x="99679" y="0"/>
                </a:lnTo>
                <a:lnTo>
                  <a:pt x="123240" y="39872"/>
                </a:lnTo>
                <a:lnTo>
                  <a:pt x="54370" y="39872"/>
                </a:lnTo>
                <a:lnTo>
                  <a:pt x="54370" y="68869"/>
                </a:lnTo>
                <a:lnTo>
                  <a:pt x="117802" y="68869"/>
                </a:lnTo>
                <a:lnTo>
                  <a:pt x="117802" y="105116"/>
                </a:lnTo>
                <a:lnTo>
                  <a:pt x="54370" y="105116"/>
                </a:lnTo>
                <a:lnTo>
                  <a:pt x="54370" y="134113"/>
                </a:lnTo>
                <a:lnTo>
                  <a:pt x="141363" y="134113"/>
                </a:lnTo>
                <a:lnTo>
                  <a:pt x="141363" y="175797"/>
                </a:lnTo>
                <a:lnTo>
                  <a:pt x="0" y="175797"/>
                </a:lnTo>
                <a:close/>
              </a:path>
            </a:pathLst>
          </a:custGeom>
          <a:solidFill>
            <a:schemeClr val="bg2"/>
          </a:solidFill>
        </p:spPr>
        <p:txBody>
          <a:bodyPr wrap="square">
            <a:noAutofit/>
          </a:bodyPr>
          <a:lstStyle>
            <a:lvl1pPr marL="0" indent="0">
              <a:buFont typeface="Arial" panose="020B0604020202020204" pitchFamily="34" charset="0"/>
              <a:buNone/>
              <a:defRPr sz="800"/>
            </a:lvl1pPr>
          </a:lstStyle>
          <a:p>
            <a:r>
              <a:rPr lang="en-US" dirty="0"/>
              <a:t> </a:t>
            </a:r>
          </a:p>
        </p:txBody>
      </p:sp>
    </p:spTree>
    <p:extLst>
      <p:ext uri="{BB962C8B-B14F-4D97-AF65-F5344CB8AC3E}">
        <p14:creationId xmlns:p14="http://schemas.microsoft.com/office/powerpoint/2010/main" val="42796927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wo Content and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922DF48-3559-E7A7-D505-A6D3643BCD33}"/>
              </a:ext>
            </a:extLst>
          </p:cNvPr>
          <p:cNvSpPr>
            <a:spLocks noGrp="1"/>
          </p:cNvSpPr>
          <p:nvPr>
            <p:ph type="dt" sz="half" idx="10"/>
          </p:nvPr>
        </p:nvSpPr>
        <p:spPr/>
        <p:txBody>
          <a:bodyPr/>
          <a:lstStyle/>
          <a:p>
            <a:fld id="{7103C260-8204-40D7-BB54-DA19102078EB}" type="datetime3">
              <a:rPr lang="en-US" smtClean="0"/>
              <a:t>11 July 2026</a:t>
            </a:fld>
            <a:endParaRPr lang="en-US" dirty="0"/>
          </a:p>
        </p:txBody>
      </p:sp>
      <p:sp>
        <p:nvSpPr>
          <p:cNvPr id="4" name="Footer Placeholder 3">
            <a:extLst>
              <a:ext uri="{FF2B5EF4-FFF2-40B4-BE49-F238E27FC236}">
                <a16:creationId xmlns:a16="http://schemas.microsoft.com/office/drawing/2014/main" id="{84089C7F-B322-1F93-A5AB-0E322FB93D58}"/>
              </a:ext>
            </a:extLst>
          </p:cNvPr>
          <p:cNvSpPr>
            <a:spLocks noGrp="1"/>
          </p:cNvSpPr>
          <p:nvPr>
            <p:ph type="ftr" sz="quarter" idx="11"/>
          </p:nvPr>
        </p:nvSpPr>
        <p:spPr/>
        <p:txBody>
          <a:bodyPr/>
          <a:lstStyle/>
          <a:p>
            <a:r>
              <a:rPr lang="en-US"/>
              <a:t>Insert footer text here</a:t>
            </a:r>
            <a:endParaRPr lang="en-US" dirty="0"/>
          </a:p>
        </p:txBody>
      </p:sp>
      <p:sp>
        <p:nvSpPr>
          <p:cNvPr id="5" name="Slide Number Placeholder 4">
            <a:extLst>
              <a:ext uri="{FF2B5EF4-FFF2-40B4-BE49-F238E27FC236}">
                <a16:creationId xmlns:a16="http://schemas.microsoft.com/office/drawing/2014/main" id="{0226D098-604F-1C6E-4D3F-56B3EFAD11F7}"/>
              </a:ext>
            </a:extLst>
          </p:cNvPr>
          <p:cNvSpPr>
            <a:spLocks noGrp="1"/>
          </p:cNvSpPr>
          <p:nvPr>
            <p:ph type="sldNum" sz="quarter" idx="12"/>
          </p:nvPr>
        </p:nvSpPr>
        <p:spPr/>
        <p:txBody>
          <a:bodyPr/>
          <a:lstStyle/>
          <a:p>
            <a:fld id="{F1BC30E3-FFE5-4B91-AA19-87A149EBB9EE}" type="slidenum">
              <a:rPr lang="en-GB" smtClean="0"/>
              <a:pPr/>
              <a:t>‹#›</a:t>
            </a:fld>
            <a:endParaRPr lang="en-GB" dirty="0"/>
          </a:p>
        </p:txBody>
      </p:sp>
      <p:sp>
        <p:nvSpPr>
          <p:cNvPr id="7" name="Content Placeholder 2">
            <a:extLst>
              <a:ext uri="{FF2B5EF4-FFF2-40B4-BE49-F238E27FC236}">
                <a16:creationId xmlns:a16="http://schemas.microsoft.com/office/drawing/2014/main" id="{34560AA6-636D-C99A-75CC-1AC2E4A0E42F}"/>
              </a:ext>
            </a:extLst>
          </p:cNvPr>
          <p:cNvSpPr>
            <a:spLocks noGrp="1"/>
          </p:cNvSpPr>
          <p:nvPr>
            <p:ph idx="1"/>
          </p:nvPr>
        </p:nvSpPr>
        <p:spPr>
          <a:xfrm>
            <a:off x="485523" y="1411287"/>
            <a:ext cx="3568952"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Picture Placeholder 9">
            <a:extLst>
              <a:ext uri="{FF2B5EF4-FFF2-40B4-BE49-F238E27FC236}">
                <a16:creationId xmlns:a16="http://schemas.microsoft.com/office/drawing/2014/main" id="{CD83AEB6-812D-A880-EAD7-47C376F054B5}"/>
              </a:ext>
            </a:extLst>
          </p:cNvPr>
          <p:cNvSpPr>
            <a:spLocks noGrp="1"/>
          </p:cNvSpPr>
          <p:nvPr>
            <p:ph type="pic" sz="quarter" idx="13"/>
          </p:nvPr>
        </p:nvSpPr>
        <p:spPr>
          <a:xfrm>
            <a:off x="8389938" y="0"/>
            <a:ext cx="3802061" cy="6858000"/>
          </a:xfrm>
        </p:spPr>
        <p:txBody>
          <a:bodyPr/>
          <a:lstStyle/>
          <a:p>
            <a:endParaRPr lang="en-US"/>
          </a:p>
        </p:txBody>
      </p:sp>
      <p:sp>
        <p:nvSpPr>
          <p:cNvPr id="6" name="Content Placeholder 2">
            <a:extLst>
              <a:ext uri="{FF2B5EF4-FFF2-40B4-BE49-F238E27FC236}">
                <a16:creationId xmlns:a16="http://schemas.microsoft.com/office/drawing/2014/main" id="{E4D119AB-28F4-6336-28B6-59438D27F156}"/>
              </a:ext>
            </a:extLst>
          </p:cNvPr>
          <p:cNvSpPr>
            <a:spLocks noGrp="1"/>
          </p:cNvSpPr>
          <p:nvPr>
            <p:ph idx="30"/>
          </p:nvPr>
        </p:nvSpPr>
        <p:spPr>
          <a:xfrm>
            <a:off x="4311524" y="1411287"/>
            <a:ext cx="3568952"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itle 7">
            <a:extLst>
              <a:ext uri="{FF2B5EF4-FFF2-40B4-BE49-F238E27FC236}">
                <a16:creationId xmlns:a16="http://schemas.microsoft.com/office/drawing/2014/main" id="{79361665-A619-0AEE-E8F0-5711C7980200}"/>
              </a:ext>
            </a:extLst>
          </p:cNvPr>
          <p:cNvSpPr>
            <a:spLocks noGrp="1"/>
          </p:cNvSpPr>
          <p:nvPr>
            <p:ph type="title"/>
          </p:nvPr>
        </p:nvSpPr>
        <p:spPr>
          <a:xfrm>
            <a:off x="485523" y="382588"/>
            <a:ext cx="7394953" cy="638175"/>
          </a:xfrm>
        </p:spPr>
        <p:txBody>
          <a:bodyPr/>
          <a:lstStyle/>
          <a:p>
            <a:r>
              <a:rPr lang="en-GB" dirty="0"/>
              <a:t>Click to edit Master title style</a:t>
            </a:r>
            <a:endParaRPr lang="en-US" dirty="0"/>
          </a:p>
        </p:txBody>
      </p:sp>
      <p:sp>
        <p:nvSpPr>
          <p:cNvPr id="13" name="SmartArt Placeholder 13">
            <a:extLst>
              <a:ext uri="{FF2B5EF4-FFF2-40B4-BE49-F238E27FC236}">
                <a16:creationId xmlns:a16="http://schemas.microsoft.com/office/drawing/2014/main" id="{4810EDA4-155A-A258-0118-EFE8D82F818C}"/>
              </a:ext>
            </a:extLst>
          </p:cNvPr>
          <p:cNvSpPr>
            <a:spLocks noGrp="1"/>
          </p:cNvSpPr>
          <p:nvPr>
            <p:ph type="dgm" sz="quarter" idx="28" hasCustomPrompt="1"/>
          </p:nvPr>
        </p:nvSpPr>
        <p:spPr bwMode="black">
          <a:xfrm>
            <a:off x="11623900" y="6276977"/>
            <a:ext cx="346158" cy="126864"/>
          </a:xfrm>
          <a:custGeom>
            <a:avLst/>
            <a:gdLst>
              <a:gd name="connsiteX0" fmla="*/ 346158 w 346158"/>
              <a:gd name="connsiteY0" fmla="*/ 0 h 126864"/>
              <a:gd name="connsiteX1" fmla="*/ 346158 w 346158"/>
              <a:gd name="connsiteY1" fmla="*/ 65245 h 126864"/>
              <a:gd name="connsiteX2" fmla="*/ 0 w 346158"/>
              <a:gd name="connsiteY2" fmla="*/ 126864 h 126864"/>
            </a:gdLst>
            <a:ahLst/>
            <a:cxnLst>
              <a:cxn ang="0">
                <a:pos x="connsiteX0" y="connsiteY0"/>
              </a:cxn>
              <a:cxn ang="0">
                <a:pos x="connsiteX1" y="connsiteY1"/>
              </a:cxn>
              <a:cxn ang="0">
                <a:pos x="connsiteX2" y="connsiteY2"/>
              </a:cxn>
            </a:cxnLst>
            <a:rect l="l" t="t" r="r" b="b"/>
            <a:pathLst>
              <a:path w="346158" h="126864">
                <a:moveTo>
                  <a:pt x="346158" y="0"/>
                </a:moveTo>
                <a:lnTo>
                  <a:pt x="346158" y="65245"/>
                </a:lnTo>
                <a:lnTo>
                  <a:pt x="0" y="126864"/>
                </a:lnTo>
                <a:close/>
              </a:path>
            </a:pathLst>
          </a:custGeom>
          <a:solidFill>
            <a:schemeClr val="tx2"/>
          </a:solidFill>
        </p:spPr>
        <p:txBody>
          <a:bodyPr wrap="square">
            <a:noAutofit/>
          </a:bodyPr>
          <a:lstStyle>
            <a:lvl1pPr marL="0" indent="0">
              <a:buFont typeface="Arial" panose="020B0604020202020204" pitchFamily="34" charset="0"/>
              <a:buNone/>
              <a:defRPr sz="800"/>
            </a:lvl1pPr>
          </a:lstStyle>
          <a:p>
            <a:r>
              <a:rPr lang="en-US" dirty="0"/>
              <a:t> </a:t>
            </a:r>
          </a:p>
        </p:txBody>
      </p:sp>
      <p:sp>
        <p:nvSpPr>
          <p:cNvPr id="14" name="SmartArt Placeholder 14">
            <a:extLst>
              <a:ext uri="{FF2B5EF4-FFF2-40B4-BE49-F238E27FC236}">
                <a16:creationId xmlns:a16="http://schemas.microsoft.com/office/drawing/2014/main" id="{FDFC33E0-8D2C-02F1-3F63-6C8E60CA183B}"/>
              </a:ext>
            </a:extLst>
          </p:cNvPr>
          <p:cNvSpPr>
            <a:spLocks noGrp="1"/>
          </p:cNvSpPr>
          <p:nvPr>
            <p:ph type="dgm" sz="quarter" idx="29" hasCustomPrompt="1"/>
          </p:nvPr>
        </p:nvSpPr>
        <p:spPr bwMode="black">
          <a:xfrm>
            <a:off x="11625712" y="6456399"/>
            <a:ext cx="291788" cy="175797"/>
          </a:xfrm>
          <a:custGeom>
            <a:avLst/>
            <a:gdLst>
              <a:gd name="connsiteX0" fmla="*/ 117803 w 291788"/>
              <a:gd name="connsiteY0" fmla="*/ 0 h 175797"/>
              <a:gd name="connsiteX1" fmla="*/ 175798 w 291788"/>
              <a:gd name="connsiteY1" fmla="*/ 0 h 175797"/>
              <a:gd name="connsiteX2" fmla="*/ 204796 w 291788"/>
              <a:gd name="connsiteY2" fmla="*/ 57995 h 175797"/>
              <a:gd name="connsiteX3" fmla="*/ 233793 w 291788"/>
              <a:gd name="connsiteY3" fmla="*/ 0 h 175797"/>
              <a:gd name="connsiteX4" fmla="*/ 291788 w 291788"/>
              <a:gd name="connsiteY4" fmla="*/ 0 h 175797"/>
              <a:gd name="connsiteX5" fmla="*/ 230168 w 291788"/>
              <a:gd name="connsiteY5" fmla="*/ 105116 h 175797"/>
              <a:gd name="connsiteX6" fmla="*/ 230168 w 291788"/>
              <a:gd name="connsiteY6" fmla="*/ 175797 h 175797"/>
              <a:gd name="connsiteX7" fmla="*/ 177610 w 291788"/>
              <a:gd name="connsiteY7" fmla="*/ 175797 h 175797"/>
              <a:gd name="connsiteX8" fmla="*/ 177610 w 291788"/>
              <a:gd name="connsiteY8" fmla="*/ 105116 h 175797"/>
              <a:gd name="connsiteX9" fmla="*/ 0 w 291788"/>
              <a:gd name="connsiteY9" fmla="*/ 0 h 175797"/>
              <a:gd name="connsiteX10" fmla="*/ 99679 w 291788"/>
              <a:gd name="connsiteY10" fmla="*/ 0 h 175797"/>
              <a:gd name="connsiteX11" fmla="*/ 123240 w 291788"/>
              <a:gd name="connsiteY11" fmla="*/ 39872 h 175797"/>
              <a:gd name="connsiteX12" fmla="*/ 54370 w 291788"/>
              <a:gd name="connsiteY12" fmla="*/ 39872 h 175797"/>
              <a:gd name="connsiteX13" fmla="*/ 54370 w 291788"/>
              <a:gd name="connsiteY13" fmla="*/ 68869 h 175797"/>
              <a:gd name="connsiteX14" fmla="*/ 117802 w 291788"/>
              <a:gd name="connsiteY14" fmla="*/ 68869 h 175797"/>
              <a:gd name="connsiteX15" fmla="*/ 117802 w 291788"/>
              <a:gd name="connsiteY15" fmla="*/ 105116 h 175797"/>
              <a:gd name="connsiteX16" fmla="*/ 54370 w 291788"/>
              <a:gd name="connsiteY16" fmla="*/ 105116 h 175797"/>
              <a:gd name="connsiteX17" fmla="*/ 54370 w 291788"/>
              <a:gd name="connsiteY17" fmla="*/ 134113 h 175797"/>
              <a:gd name="connsiteX18" fmla="*/ 141363 w 291788"/>
              <a:gd name="connsiteY18" fmla="*/ 134113 h 175797"/>
              <a:gd name="connsiteX19" fmla="*/ 141363 w 291788"/>
              <a:gd name="connsiteY19" fmla="*/ 175797 h 175797"/>
              <a:gd name="connsiteX20" fmla="*/ 0 w 291788"/>
              <a:gd name="connsiteY20" fmla="*/ 175797 h 17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1788" h="175797">
                <a:moveTo>
                  <a:pt x="117803" y="0"/>
                </a:moveTo>
                <a:lnTo>
                  <a:pt x="175798" y="0"/>
                </a:lnTo>
                <a:lnTo>
                  <a:pt x="204796" y="57995"/>
                </a:lnTo>
                <a:lnTo>
                  <a:pt x="233793" y="0"/>
                </a:lnTo>
                <a:lnTo>
                  <a:pt x="291788" y="0"/>
                </a:lnTo>
                <a:lnTo>
                  <a:pt x="230168" y="105116"/>
                </a:lnTo>
                <a:lnTo>
                  <a:pt x="230168" y="175797"/>
                </a:lnTo>
                <a:lnTo>
                  <a:pt x="177610" y="175797"/>
                </a:lnTo>
                <a:lnTo>
                  <a:pt x="177610" y="105116"/>
                </a:lnTo>
                <a:close/>
                <a:moveTo>
                  <a:pt x="0" y="0"/>
                </a:moveTo>
                <a:lnTo>
                  <a:pt x="99679" y="0"/>
                </a:lnTo>
                <a:lnTo>
                  <a:pt x="123240" y="39872"/>
                </a:lnTo>
                <a:lnTo>
                  <a:pt x="54370" y="39872"/>
                </a:lnTo>
                <a:lnTo>
                  <a:pt x="54370" y="68869"/>
                </a:lnTo>
                <a:lnTo>
                  <a:pt x="117802" y="68869"/>
                </a:lnTo>
                <a:lnTo>
                  <a:pt x="117802" y="105116"/>
                </a:lnTo>
                <a:lnTo>
                  <a:pt x="54370" y="105116"/>
                </a:lnTo>
                <a:lnTo>
                  <a:pt x="54370" y="134113"/>
                </a:lnTo>
                <a:lnTo>
                  <a:pt x="141363" y="134113"/>
                </a:lnTo>
                <a:lnTo>
                  <a:pt x="141363" y="175797"/>
                </a:lnTo>
                <a:lnTo>
                  <a:pt x="0" y="175797"/>
                </a:lnTo>
                <a:close/>
              </a:path>
            </a:pathLst>
          </a:custGeom>
          <a:solidFill>
            <a:schemeClr val="bg2"/>
          </a:solidFill>
        </p:spPr>
        <p:txBody>
          <a:bodyPr wrap="square">
            <a:noAutofit/>
          </a:bodyPr>
          <a:lstStyle>
            <a:lvl1pPr marL="0" indent="0">
              <a:buFont typeface="Arial" panose="020B0604020202020204" pitchFamily="34" charset="0"/>
              <a:buNone/>
              <a:defRPr sz="800"/>
            </a:lvl1pPr>
          </a:lstStyle>
          <a:p>
            <a:r>
              <a:rPr lang="en-US" dirty="0"/>
              <a:t> </a:t>
            </a:r>
          </a:p>
        </p:txBody>
      </p:sp>
    </p:spTree>
    <p:extLst>
      <p:ext uri="{BB962C8B-B14F-4D97-AF65-F5344CB8AC3E}">
        <p14:creationId xmlns:p14="http://schemas.microsoft.com/office/powerpoint/2010/main" val="20221717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hree Content and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922DF48-3559-E7A7-D505-A6D3643BCD33}"/>
              </a:ext>
            </a:extLst>
          </p:cNvPr>
          <p:cNvSpPr>
            <a:spLocks noGrp="1"/>
          </p:cNvSpPr>
          <p:nvPr>
            <p:ph type="dt" sz="half" idx="10"/>
          </p:nvPr>
        </p:nvSpPr>
        <p:spPr/>
        <p:txBody>
          <a:bodyPr/>
          <a:lstStyle/>
          <a:p>
            <a:fld id="{D324C59E-718C-47C3-8D13-8A8A2A6017C0}" type="datetime3">
              <a:rPr lang="en-US" smtClean="0"/>
              <a:t>11 July 2026</a:t>
            </a:fld>
            <a:endParaRPr lang="en-US" dirty="0"/>
          </a:p>
        </p:txBody>
      </p:sp>
      <p:sp>
        <p:nvSpPr>
          <p:cNvPr id="4" name="Footer Placeholder 3">
            <a:extLst>
              <a:ext uri="{FF2B5EF4-FFF2-40B4-BE49-F238E27FC236}">
                <a16:creationId xmlns:a16="http://schemas.microsoft.com/office/drawing/2014/main" id="{84089C7F-B322-1F93-A5AB-0E322FB93D58}"/>
              </a:ext>
            </a:extLst>
          </p:cNvPr>
          <p:cNvSpPr>
            <a:spLocks noGrp="1"/>
          </p:cNvSpPr>
          <p:nvPr>
            <p:ph type="ftr" sz="quarter" idx="11"/>
          </p:nvPr>
        </p:nvSpPr>
        <p:spPr/>
        <p:txBody>
          <a:bodyPr/>
          <a:lstStyle/>
          <a:p>
            <a:r>
              <a:rPr lang="en-US"/>
              <a:t>Insert footer text here</a:t>
            </a:r>
            <a:endParaRPr lang="en-US" dirty="0"/>
          </a:p>
        </p:txBody>
      </p:sp>
      <p:sp>
        <p:nvSpPr>
          <p:cNvPr id="5" name="Slide Number Placeholder 4">
            <a:extLst>
              <a:ext uri="{FF2B5EF4-FFF2-40B4-BE49-F238E27FC236}">
                <a16:creationId xmlns:a16="http://schemas.microsoft.com/office/drawing/2014/main" id="{0226D098-604F-1C6E-4D3F-56B3EFAD11F7}"/>
              </a:ext>
            </a:extLst>
          </p:cNvPr>
          <p:cNvSpPr>
            <a:spLocks noGrp="1"/>
          </p:cNvSpPr>
          <p:nvPr>
            <p:ph type="sldNum" sz="quarter" idx="12"/>
          </p:nvPr>
        </p:nvSpPr>
        <p:spPr/>
        <p:txBody>
          <a:bodyPr/>
          <a:lstStyle/>
          <a:p>
            <a:fld id="{F1BC30E3-FFE5-4B91-AA19-87A149EBB9EE}" type="slidenum">
              <a:rPr lang="en-GB" smtClean="0"/>
              <a:pPr/>
              <a:t>‹#›</a:t>
            </a:fld>
            <a:endParaRPr lang="en-GB" dirty="0"/>
          </a:p>
        </p:txBody>
      </p:sp>
      <p:sp>
        <p:nvSpPr>
          <p:cNvPr id="7" name="Content Placeholder 2">
            <a:extLst>
              <a:ext uri="{FF2B5EF4-FFF2-40B4-BE49-F238E27FC236}">
                <a16:creationId xmlns:a16="http://schemas.microsoft.com/office/drawing/2014/main" id="{34560AA6-636D-C99A-75CC-1AC2E4A0E42F}"/>
              </a:ext>
            </a:extLst>
          </p:cNvPr>
          <p:cNvSpPr>
            <a:spLocks noGrp="1"/>
          </p:cNvSpPr>
          <p:nvPr>
            <p:ph idx="1"/>
          </p:nvPr>
        </p:nvSpPr>
        <p:spPr>
          <a:xfrm>
            <a:off x="485523" y="1411287"/>
            <a:ext cx="2549777"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Picture Placeholder 9">
            <a:extLst>
              <a:ext uri="{FF2B5EF4-FFF2-40B4-BE49-F238E27FC236}">
                <a16:creationId xmlns:a16="http://schemas.microsoft.com/office/drawing/2014/main" id="{CD83AEB6-812D-A880-EAD7-47C376F054B5}"/>
              </a:ext>
            </a:extLst>
          </p:cNvPr>
          <p:cNvSpPr>
            <a:spLocks noGrp="1"/>
          </p:cNvSpPr>
          <p:nvPr>
            <p:ph type="pic" sz="quarter" idx="13"/>
          </p:nvPr>
        </p:nvSpPr>
        <p:spPr>
          <a:xfrm>
            <a:off x="9155113" y="0"/>
            <a:ext cx="3036886" cy="6858000"/>
          </a:xfrm>
        </p:spPr>
        <p:txBody>
          <a:bodyPr/>
          <a:lstStyle/>
          <a:p>
            <a:endParaRPr lang="en-US"/>
          </a:p>
        </p:txBody>
      </p:sp>
      <p:sp>
        <p:nvSpPr>
          <p:cNvPr id="6" name="Content Placeholder 2">
            <a:extLst>
              <a:ext uri="{FF2B5EF4-FFF2-40B4-BE49-F238E27FC236}">
                <a16:creationId xmlns:a16="http://schemas.microsoft.com/office/drawing/2014/main" id="{E4D119AB-28F4-6336-28B6-59438D27F156}"/>
              </a:ext>
            </a:extLst>
          </p:cNvPr>
          <p:cNvSpPr>
            <a:spLocks noGrp="1"/>
          </p:cNvSpPr>
          <p:nvPr>
            <p:ph idx="30"/>
          </p:nvPr>
        </p:nvSpPr>
        <p:spPr>
          <a:xfrm>
            <a:off x="3290888" y="1411287"/>
            <a:ext cx="2549525"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Content Placeholder 2">
            <a:extLst>
              <a:ext uri="{FF2B5EF4-FFF2-40B4-BE49-F238E27FC236}">
                <a16:creationId xmlns:a16="http://schemas.microsoft.com/office/drawing/2014/main" id="{E8468690-9C07-32F0-8029-E127A361B770}"/>
              </a:ext>
            </a:extLst>
          </p:cNvPr>
          <p:cNvSpPr>
            <a:spLocks noGrp="1"/>
          </p:cNvSpPr>
          <p:nvPr>
            <p:ph idx="31"/>
          </p:nvPr>
        </p:nvSpPr>
        <p:spPr>
          <a:xfrm>
            <a:off x="6117908" y="1411287"/>
            <a:ext cx="2549525"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itle 7">
            <a:extLst>
              <a:ext uri="{FF2B5EF4-FFF2-40B4-BE49-F238E27FC236}">
                <a16:creationId xmlns:a16="http://schemas.microsoft.com/office/drawing/2014/main" id="{34452E42-0F44-3CC2-78EC-9EE78A1B18DF}"/>
              </a:ext>
            </a:extLst>
          </p:cNvPr>
          <p:cNvSpPr>
            <a:spLocks noGrp="1"/>
          </p:cNvSpPr>
          <p:nvPr>
            <p:ph type="title"/>
          </p:nvPr>
        </p:nvSpPr>
        <p:spPr>
          <a:xfrm>
            <a:off x="485524" y="382588"/>
            <a:ext cx="8181910" cy="638175"/>
          </a:xfrm>
        </p:spPr>
        <p:txBody>
          <a:bodyPr/>
          <a:lstStyle/>
          <a:p>
            <a:r>
              <a:rPr lang="en-GB"/>
              <a:t>Click to edit Master title style</a:t>
            </a:r>
            <a:endParaRPr lang="en-US"/>
          </a:p>
        </p:txBody>
      </p:sp>
      <p:sp>
        <p:nvSpPr>
          <p:cNvPr id="14" name="SmartArt Placeholder 13">
            <a:extLst>
              <a:ext uri="{FF2B5EF4-FFF2-40B4-BE49-F238E27FC236}">
                <a16:creationId xmlns:a16="http://schemas.microsoft.com/office/drawing/2014/main" id="{CDF6C7E5-B2CD-8A12-144D-E84B4B13BBE5}"/>
              </a:ext>
            </a:extLst>
          </p:cNvPr>
          <p:cNvSpPr>
            <a:spLocks noGrp="1"/>
          </p:cNvSpPr>
          <p:nvPr>
            <p:ph type="dgm" sz="quarter" idx="28" hasCustomPrompt="1"/>
          </p:nvPr>
        </p:nvSpPr>
        <p:spPr bwMode="black">
          <a:xfrm>
            <a:off x="11623900" y="6276977"/>
            <a:ext cx="346158" cy="126864"/>
          </a:xfrm>
          <a:custGeom>
            <a:avLst/>
            <a:gdLst>
              <a:gd name="connsiteX0" fmla="*/ 346158 w 346158"/>
              <a:gd name="connsiteY0" fmla="*/ 0 h 126864"/>
              <a:gd name="connsiteX1" fmla="*/ 346158 w 346158"/>
              <a:gd name="connsiteY1" fmla="*/ 65245 h 126864"/>
              <a:gd name="connsiteX2" fmla="*/ 0 w 346158"/>
              <a:gd name="connsiteY2" fmla="*/ 126864 h 126864"/>
            </a:gdLst>
            <a:ahLst/>
            <a:cxnLst>
              <a:cxn ang="0">
                <a:pos x="connsiteX0" y="connsiteY0"/>
              </a:cxn>
              <a:cxn ang="0">
                <a:pos x="connsiteX1" y="connsiteY1"/>
              </a:cxn>
              <a:cxn ang="0">
                <a:pos x="connsiteX2" y="connsiteY2"/>
              </a:cxn>
            </a:cxnLst>
            <a:rect l="l" t="t" r="r" b="b"/>
            <a:pathLst>
              <a:path w="346158" h="126864">
                <a:moveTo>
                  <a:pt x="346158" y="0"/>
                </a:moveTo>
                <a:lnTo>
                  <a:pt x="346158" y="65245"/>
                </a:lnTo>
                <a:lnTo>
                  <a:pt x="0" y="126864"/>
                </a:lnTo>
                <a:close/>
              </a:path>
            </a:pathLst>
          </a:custGeom>
          <a:solidFill>
            <a:schemeClr val="tx2"/>
          </a:solidFill>
        </p:spPr>
        <p:txBody>
          <a:bodyPr wrap="square">
            <a:noAutofit/>
          </a:bodyPr>
          <a:lstStyle>
            <a:lvl1pPr marL="0" indent="0">
              <a:buFont typeface="Arial" panose="020B0604020202020204" pitchFamily="34" charset="0"/>
              <a:buNone/>
              <a:defRPr sz="800"/>
            </a:lvl1pPr>
          </a:lstStyle>
          <a:p>
            <a:r>
              <a:rPr lang="en-US" dirty="0"/>
              <a:t> </a:t>
            </a:r>
          </a:p>
        </p:txBody>
      </p:sp>
      <p:sp>
        <p:nvSpPr>
          <p:cNvPr id="15" name="SmartArt Placeholder 14">
            <a:extLst>
              <a:ext uri="{FF2B5EF4-FFF2-40B4-BE49-F238E27FC236}">
                <a16:creationId xmlns:a16="http://schemas.microsoft.com/office/drawing/2014/main" id="{9E0B55F5-4343-46A7-2F1A-1F8478175303}"/>
              </a:ext>
            </a:extLst>
          </p:cNvPr>
          <p:cNvSpPr>
            <a:spLocks noGrp="1"/>
          </p:cNvSpPr>
          <p:nvPr>
            <p:ph type="dgm" sz="quarter" idx="29" hasCustomPrompt="1"/>
          </p:nvPr>
        </p:nvSpPr>
        <p:spPr bwMode="black">
          <a:xfrm>
            <a:off x="11625712" y="6456399"/>
            <a:ext cx="291788" cy="175797"/>
          </a:xfrm>
          <a:custGeom>
            <a:avLst/>
            <a:gdLst>
              <a:gd name="connsiteX0" fmla="*/ 117803 w 291788"/>
              <a:gd name="connsiteY0" fmla="*/ 0 h 175797"/>
              <a:gd name="connsiteX1" fmla="*/ 175798 w 291788"/>
              <a:gd name="connsiteY1" fmla="*/ 0 h 175797"/>
              <a:gd name="connsiteX2" fmla="*/ 204796 w 291788"/>
              <a:gd name="connsiteY2" fmla="*/ 57995 h 175797"/>
              <a:gd name="connsiteX3" fmla="*/ 233793 w 291788"/>
              <a:gd name="connsiteY3" fmla="*/ 0 h 175797"/>
              <a:gd name="connsiteX4" fmla="*/ 291788 w 291788"/>
              <a:gd name="connsiteY4" fmla="*/ 0 h 175797"/>
              <a:gd name="connsiteX5" fmla="*/ 230168 w 291788"/>
              <a:gd name="connsiteY5" fmla="*/ 105116 h 175797"/>
              <a:gd name="connsiteX6" fmla="*/ 230168 w 291788"/>
              <a:gd name="connsiteY6" fmla="*/ 175797 h 175797"/>
              <a:gd name="connsiteX7" fmla="*/ 177610 w 291788"/>
              <a:gd name="connsiteY7" fmla="*/ 175797 h 175797"/>
              <a:gd name="connsiteX8" fmla="*/ 177610 w 291788"/>
              <a:gd name="connsiteY8" fmla="*/ 105116 h 175797"/>
              <a:gd name="connsiteX9" fmla="*/ 0 w 291788"/>
              <a:gd name="connsiteY9" fmla="*/ 0 h 175797"/>
              <a:gd name="connsiteX10" fmla="*/ 99679 w 291788"/>
              <a:gd name="connsiteY10" fmla="*/ 0 h 175797"/>
              <a:gd name="connsiteX11" fmla="*/ 123240 w 291788"/>
              <a:gd name="connsiteY11" fmla="*/ 39872 h 175797"/>
              <a:gd name="connsiteX12" fmla="*/ 54370 w 291788"/>
              <a:gd name="connsiteY12" fmla="*/ 39872 h 175797"/>
              <a:gd name="connsiteX13" fmla="*/ 54370 w 291788"/>
              <a:gd name="connsiteY13" fmla="*/ 68869 h 175797"/>
              <a:gd name="connsiteX14" fmla="*/ 117802 w 291788"/>
              <a:gd name="connsiteY14" fmla="*/ 68869 h 175797"/>
              <a:gd name="connsiteX15" fmla="*/ 117802 w 291788"/>
              <a:gd name="connsiteY15" fmla="*/ 105116 h 175797"/>
              <a:gd name="connsiteX16" fmla="*/ 54370 w 291788"/>
              <a:gd name="connsiteY16" fmla="*/ 105116 h 175797"/>
              <a:gd name="connsiteX17" fmla="*/ 54370 w 291788"/>
              <a:gd name="connsiteY17" fmla="*/ 134113 h 175797"/>
              <a:gd name="connsiteX18" fmla="*/ 141363 w 291788"/>
              <a:gd name="connsiteY18" fmla="*/ 134113 h 175797"/>
              <a:gd name="connsiteX19" fmla="*/ 141363 w 291788"/>
              <a:gd name="connsiteY19" fmla="*/ 175797 h 175797"/>
              <a:gd name="connsiteX20" fmla="*/ 0 w 291788"/>
              <a:gd name="connsiteY20" fmla="*/ 175797 h 17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1788" h="175797">
                <a:moveTo>
                  <a:pt x="117803" y="0"/>
                </a:moveTo>
                <a:lnTo>
                  <a:pt x="175798" y="0"/>
                </a:lnTo>
                <a:lnTo>
                  <a:pt x="204796" y="57995"/>
                </a:lnTo>
                <a:lnTo>
                  <a:pt x="233793" y="0"/>
                </a:lnTo>
                <a:lnTo>
                  <a:pt x="291788" y="0"/>
                </a:lnTo>
                <a:lnTo>
                  <a:pt x="230168" y="105116"/>
                </a:lnTo>
                <a:lnTo>
                  <a:pt x="230168" y="175797"/>
                </a:lnTo>
                <a:lnTo>
                  <a:pt x="177610" y="175797"/>
                </a:lnTo>
                <a:lnTo>
                  <a:pt x="177610" y="105116"/>
                </a:lnTo>
                <a:close/>
                <a:moveTo>
                  <a:pt x="0" y="0"/>
                </a:moveTo>
                <a:lnTo>
                  <a:pt x="99679" y="0"/>
                </a:lnTo>
                <a:lnTo>
                  <a:pt x="123240" y="39872"/>
                </a:lnTo>
                <a:lnTo>
                  <a:pt x="54370" y="39872"/>
                </a:lnTo>
                <a:lnTo>
                  <a:pt x="54370" y="68869"/>
                </a:lnTo>
                <a:lnTo>
                  <a:pt x="117802" y="68869"/>
                </a:lnTo>
                <a:lnTo>
                  <a:pt x="117802" y="105116"/>
                </a:lnTo>
                <a:lnTo>
                  <a:pt x="54370" y="105116"/>
                </a:lnTo>
                <a:lnTo>
                  <a:pt x="54370" y="134113"/>
                </a:lnTo>
                <a:lnTo>
                  <a:pt x="141363" y="134113"/>
                </a:lnTo>
                <a:lnTo>
                  <a:pt x="141363" y="175797"/>
                </a:lnTo>
                <a:lnTo>
                  <a:pt x="0" y="175797"/>
                </a:lnTo>
                <a:close/>
              </a:path>
            </a:pathLst>
          </a:custGeom>
          <a:solidFill>
            <a:schemeClr val="bg2"/>
          </a:solidFill>
        </p:spPr>
        <p:txBody>
          <a:bodyPr wrap="square">
            <a:noAutofit/>
          </a:bodyPr>
          <a:lstStyle>
            <a:lvl1pPr marL="0" indent="0">
              <a:buFont typeface="Arial" panose="020B0604020202020204" pitchFamily="34" charset="0"/>
              <a:buNone/>
              <a:defRPr sz="800"/>
            </a:lvl1pPr>
          </a:lstStyle>
          <a:p>
            <a:r>
              <a:rPr lang="en-US" dirty="0"/>
              <a:t> </a:t>
            </a:r>
          </a:p>
        </p:txBody>
      </p:sp>
    </p:spTree>
    <p:extLst>
      <p:ext uri="{BB962C8B-B14F-4D97-AF65-F5344CB8AC3E}">
        <p14:creationId xmlns:p14="http://schemas.microsoft.com/office/powerpoint/2010/main" val="40075374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Video and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17FA28FD-5139-458C-8BB4-5CABE063094F}" type="datetime3">
              <a:rPr lang="en-US" smtClean="0"/>
              <a:t>11 July 2026</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2" name="Media Placeholder 11">
            <a:extLst>
              <a:ext uri="{FF2B5EF4-FFF2-40B4-BE49-F238E27FC236}">
                <a16:creationId xmlns:a16="http://schemas.microsoft.com/office/drawing/2014/main" id="{7AA8680C-DF0E-A59A-1D40-85E5B348B8F4}"/>
              </a:ext>
            </a:extLst>
          </p:cNvPr>
          <p:cNvSpPr>
            <a:spLocks noGrp="1"/>
          </p:cNvSpPr>
          <p:nvPr>
            <p:ph type="media" sz="quarter" idx="13"/>
          </p:nvPr>
        </p:nvSpPr>
        <p:spPr>
          <a:xfrm>
            <a:off x="485524" y="1411287"/>
            <a:ext cx="8160263" cy="4638675"/>
          </a:xfrm>
        </p:spPr>
        <p:txBody>
          <a:bodyPr/>
          <a:lstStyle/>
          <a:p>
            <a:r>
              <a:rPr lang="en-GB" dirty="0"/>
              <a:t>Click icon to add media</a:t>
            </a:r>
            <a:endParaRPr lang="en-US" dirty="0"/>
          </a:p>
        </p:txBody>
      </p:sp>
      <p:sp>
        <p:nvSpPr>
          <p:cNvPr id="14" name="Text Placeholder 13">
            <a:extLst>
              <a:ext uri="{FF2B5EF4-FFF2-40B4-BE49-F238E27FC236}">
                <a16:creationId xmlns:a16="http://schemas.microsoft.com/office/drawing/2014/main" id="{7E85579B-86BF-EE24-023A-9F648CFE072C}"/>
              </a:ext>
            </a:extLst>
          </p:cNvPr>
          <p:cNvSpPr>
            <a:spLocks noGrp="1"/>
          </p:cNvSpPr>
          <p:nvPr>
            <p:ph type="body" sz="quarter" idx="14"/>
          </p:nvPr>
        </p:nvSpPr>
        <p:spPr>
          <a:xfrm>
            <a:off x="8904632" y="1411287"/>
            <a:ext cx="2805238"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9646215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dirty="0"/>
              <a:t>Click to edit Master title style</a:t>
            </a:r>
            <a:endParaRPr lang="en-US" dirty="0"/>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604484D1-1BD5-4E29-9299-646D88205D2B}" type="datetime3">
              <a:rPr lang="en-US" smtClean="0"/>
              <a:t>11 July 2026</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0" name="Text Placeholder 9">
            <a:extLst>
              <a:ext uri="{FF2B5EF4-FFF2-40B4-BE49-F238E27FC236}">
                <a16:creationId xmlns:a16="http://schemas.microsoft.com/office/drawing/2014/main" id="{8EC20394-F6AE-DC91-F7F3-91384D375648}"/>
              </a:ext>
            </a:extLst>
          </p:cNvPr>
          <p:cNvSpPr>
            <a:spLocks noGrp="1"/>
          </p:cNvSpPr>
          <p:nvPr>
            <p:ph type="body" sz="quarter" idx="13" hasCustomPrompt="1"/>
          </p:nvPr>
        </p:nvSpPr>
        <p:spPr>
          <a:xfrm>
            <a:off x="485523"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dirty="0"/>
              <a:t>Name</a:t>
            </a:r>
            <a:endParaRPr lang="en-US" dirty="0"/>
          </a:p>
        </p:txBody>
      </p:sp>
      <p:sp>
        <p:nvSpPr>
          <p:cNvPr id="11" name="Text Placeholder 9">
            <a:extLst>
              <a:ext uri="{FF2B5EF4-FFF2-40B4-BE49-F238E27FC236}">
                <a16:creationId xmlns:a16="http://schemas.microsoft.com/office/drawing/2014/main" id="{F8C26B76-6BF1-741E-77C9-1AE58FAA9D3D}"/>
              </a:ext>
            </a:extLst>
          </p:cNvPr>
          <p:cNvSpPr>
            <a:spLocks noGrp="1"/>
          </p:cNvSpPr>
          <p:nvPr>
            <p:ph type="body" sz="quarter" idx="14" hasCustomPrompt="1"/>
          </p:nvPr>
        </p:nvSpPr>
        <p:spPr>
          <a:xfrm>
            <a:off x="485523" y="5243516"/>
            <a:ext cx="2545200" cy="276999"/>
          </a:xfrm>
        </p:spPr>
        <p:txBody>
          <a:bodyPr wrap="square">
            <a:spAutoFit/>
          </a:bodyPr>
          <a:lstStyle>
            <a:lvl1pPr marL="0" indent="0">
              <a:buNone/>
              <a:defRPr sz="1800" b="0" i="0">
                <a:solidFill>
                  <a:schemeClr val="bg1"/>
                </a:solidFill>
                <a:latin typeface="+mn-lt"/>
              </a:defRPr>
            </a:lvl1pPr>
          </a:lstStyle>
          <a:p>
            <a:pPr lvl="0"/>
            <a:r>
              <a:rPr lang="en-GB" dirty="0"/>
              <a:t>Job title</a:t>
            </a:r>
            <a:endParaRPr lang="en-US" dirty="0"/>
          </a:p>
        </p:txBody>
      </p:sp>
      <p:sp>
        <p:nvSpPr>
          <p:cNvPr id="3" name="Text Placeholder 9">
            <a:extLst>
              <a:ext uri="{FF2B5EF4-FFF2-40B4-BE49-F238E27FC236}">
                <a16:creationId xmlns:a16="http://schemas.microsoft.com/office/drawing/2014/main" id="{B5250BC2-E0E2-741C-128C-67991E7FE31C}"/>
              </a:ext>
            </a:extLst>
          </p:cNvPr>
          <p:cNvSpPr>
            <a:spLocks noGrp="1"/>
          </p:cNvSpPr>
          <p:nvPr>
            <p:ph type="body" sz="quarter" idx="16" hasCustomPrompt="1"/>
          </p:nvPr>
        </p:nvSpPr>
        <p:spPr>
          <a:xfrm>
            <a:off x="3378661"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dirty="0"/>
              <a:t>Name</a:t>
            </a:r>
            <a:endParaRPr lang="en-US" dirty="0"/>
          </a:p>
        </p:txBody>
      </p:sp>
      <p:sp>
        <p:nvSpPr>
          <p:cNvPr id="7" name="Text Placeholder 9">
            <a:extLst>
              <a:ext uri="{FF2B5EF4-FFF2-40B4-BE49-F238E27FC236}">
                <a16:creationId xmlns:a16="http://schemas.microsoft.com/office/drawing/2014/main" id="{BAB1B720-8C35-31CC-E8BA-A24F76EC23CD}"/>
              </a:ext>
            </a:extLst>
          </p:cNvPr>
          <p:cNvSpPr>
            <a:spLocks noGrp="1"/>
          </p:cNvSpPr>
          <p:nvPr>
            <p:ph type="body" sz="quarter" idx="17" hasCustomPrompt="1"/>
          </p:nvPr>
        </p:nvSpPr>
        <p:spPr>
          <a:xfrm>
            <a:off x="3378661" y="5243516"/>
            <a:ext cx="2545200" cy="276999"/>
          </a:xfrm>
        </p:spPr>
        <p:txBody>
          <a:bodyPr wrap="square">
            <a:spAutoFit/>
          </a:bodyPr>
          <a:lstStyle>
            <a:lvl1pPr marL="0" indent="0">
              <a:buNone/>
              <a:defRPr sz="1800" b="0" i="0">
                <a:solidFill>
                  <a:schemeClr val="bg1"/>
                </a:solidFill>
                <a:latin typeface="+mn-lt"/>
              </a:defRPr>
            </a:lvl1pPr>
          </a:lstStyle>
          <a:p>
            <a:pPr lvl="0"/>
            <a:r>
              <a:rPr lang="en-GB" dirty="0"/>
              <a:t>Job title</a:t>
            </a:r>
            <a:endParaRPr lang="en-US" dirty="0"/>
          </a:p>
        </p:txBody>
      </p:sp>
      <p:sp>
        <p:nvSpPr>
          <p:cNvPr id="9" name="Text Placeholder 9">
            <a:extLst>
              <a:ext uri="{FF2B5EF4-FFF2-40B4-BE49-F238E27FC236}">
                <a16:creationId xmlns:a16="http://schemas.microsoft.com/office/drawing/2014/main" id="{A9756EF2-9996-0FB9-D7B0-C8F68A711B39}"/>
              </a:ext>
            </a:extLst>
          </p:cNvPr>
          <p:cNvSpPr>
            <a:spLocks noGrp="1"/>
          </p:cNvSpPr>
          <p:nvPr>
            <p:ph type="body" sz="quarter" idx="19" hasCustomPrompt="1"/>
          </p:nvPr>
        </p:nvSpPr>
        <p:spPr>
          <a:xfrm>
            <a:off x="6271799"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dirty="0"/>
              <a:t>Name</a:t>
            </a:r>
            <a:endParaRPr lang="en-US" dirty="0"/>
          </a:p>
        </p:txBody>
      </p:sp>
      <p:sp>
        <p:nvSpPr>
          <p:cNvPr id="12" name="Text Placeholder 9">
            <a:extLst>
              <a:ext uri="{FF2B5EF4-FFF2-40B4-BE49-F238E27FC236}">
                <a16:creationId xmlns:a16="http://schemas.microsoft.com/office/drawing/2014/main" id="{EBDC17D8-DC6B-1BF9-23DC-FF6D20C0FD02}"/>
              </a:ext>
            </a:extLst>
          </p:cNvPr>
          <p:cNvSpPr>
            <a:spLocks noGrp="1"/>
          </p:cNvSpPr>
          <p:nvPr>
            <p:ph type="body" sz="quarter" idx="20" hasCustomPrompt="1"/>
          </p:nvPr>
        </p:nvSpPr>
        <p:spPr>
          <a:xfrm>
            <a:off x="6271799" y="5243516"/>
            <a:ext cx="2545200" cy="276999"/>
          </a:xfrm>
        </p:spPr>
        <p:txBody>
          <a:bodyPr wrap="square">
            <a:spAutoFit/>
          </a:bodyPr>
          <a:lstStyle>
            <a:lvl1pPr marL="0" indent="0">
              <a:buNone/>
              <a:defRPr sz="1800" b="0" i="0">
                <a:solidFill>
                  <a:schemeClr val="bg1"/>
                </a:solidFill>
                <a:latin typeface="+mn-lt"/>
              </a:defRPr>
            </a:lvl1pPr>
          </a:lstStyle>
          <a:p>
            <a:pPr lvl="0"/>
            <a:r>
              <a:rPr lang="en-GB" dirty="0"/>
              <a:t>Job title</a:t>
            </a:r>
            <a:endParaRPr lang="en-US" dirty="0"/>
          </a:p>
        </p:txBody>
      </p:sp>
      <p:sp>
        <p:nvSpPr>
          <p:cNvPr id="24" name="Text Placeholder 9">
            <a:extLst>
              <a:ext uri="{FF2B5EF4-FFF2-40B4-BE49-F238E27FC236}">
                <a16:creationId xmlns:a16="http://schemas.microsoft.com/office/drawing/2014/main" id="{FDE2BFA5-8DD3-AAE2-BA88-2C21E5EA3829}"/>
              </a:ext>
            </a:extLst>
          </p:cNvPr>
          <p:cNvSpPr>
            <a:spLocks noGrp="1"/>
          </p:cNvSpPr>
          <p:nvPr>
            <p:ph type="body" sz="quarter" idx="22" hasCustomPrompt="1"/>
          </p:nvPr>
        </p:nvSpPr>
        <p:spPr>
          <a:xfrm>
            <a:off x="9164936" y="4437064"/>
            <a:ext cx="2545200" cy="604836"/>
          </a:xfrm>
        </p:spPr>
        <p:txBody>
          <a:bodyPr>
            <a:noAutofit/>
          </a:bodyPr>
          <a:lstStyle>
            <a:lvl1pPr marL="0" indent="0">
              <a:lnSpc>
                <a:spcPct val="90000"/>
              </a:lnSpc>
              <a:buNone/>
              <a:defRPr sz="2400" b="1" i="0">
                <a:solidFill>
                  <a:schemeClr val="bg1"/>
                </a:solidFill>
                <a:latin typeface="+mn-lt"/>
              </a:defRPr>
            </a:lvl1pPr>
          </a:lstStyle>
          <a:p>
            <a:pPr lvl="0"/>
            <a:r>
              <a:rPr lang="en-GB" dirty="0"/>
              <a:t>Name</a:t>
            </a:r>
            <a:endParaRPr lang="en-US" dirty="0"/>
          </a:p>
        </p:txBody>
      </p:sp>
      <p:sp>
        <p:nvSpPr>
          <p:cNvPr id="25" name="Text Placeholder 9">
            <a:extLst>
              <a:ext uri="{FF2B5EF4-FFF2-40B4-BE49-F238E27FC236}">
                <a16:creationId xmlns:a16="http://schemas.microsoft.com/office/drawing/2014/main" id="{A6334C15-AC9A-3BC9-AC49-BB8588AC064E}"/>
              </a:ext>
            </a:extLst>
          </p:cNvPr>
          <p:cNvSpPr>
            <a:spLocks noGrp="1"/>
          </p:cNvSpPr>
          <p:nvPr>
            <p:ph type="body" sz="quarter" idx="23" hasCustomPrompt="1"/>
          </p:nvPr>
        </p:nvSpPr>
        <p:spPr>
          <a:xfrm>
            <a:off x="9164937" y="5243516"/>
            <a:ext cx="2545200" cy="276999"/>
          </a:xfrm>
        </p:spPr>
        <p:txBody>
          <a:bodyPr wrap="square">
            <a:spAutoFit/>
          </a:bodyPr>
          <a:lstStyle>
            <a:lvl1pPr marL="0" indent="0">
              <a:buNone/>
              <a:defRPr sz="1800" b="0" i="0">
                <a:solidFill>
                  <a:schemeClr val="bg1"/>
                </a:solidFill>
                <a:latin typeface="+mn-lt"/>
              </a:defRPr>
            </a:lvl1pPr>
          </a:lstStyle>
          <a:p>
            <a:pPr lvl="0"/>
            <a:r>
              <a:rPr lang="en-GB" dirty="0"/>
              <a:t>Job title</a:t>
            </a:r>
            <a:endParaRPr lang="en-US" dirty="0"/>
          </a:p>
        </p:txBody>
      </p:sp>
      <p:sp>
        <p:nvSpPr>
          <p:cNvPr id="14" name="Picture Placeholder 12">
            <a:extLst>
              <a:ext uri="{FF2B5EF4-FFF2-40B4-BE49-F238E27FC236}">
                <a16:creationId xmlns:a16="http://schemas.microsoft.com/office/drawing/2014/main" id="{47795BA7-FED2-3A4E-668F-CA4916635AFA}"/>
              </a:ext>
            </a:extLst>
          </p:cNvPr>
          <p:cNvSpPr>
            <a:spLocks noGrp="1"/>
          </p:cNvSpPr>
          <p:nvPr>
            <p:ph type="pic" sz="quarter" idx="15"/>
          </p:nvPr>
        </p:nvSpPr>
        <p:spPr>
          <a:xfrm>
            <a:off x="487323" y="1693850"/>
            <a:ext cx="2541600" cy="2541600"/>
          </a:xfrm>
          <a:prstGeom prst="ellipse">
            <a:avLst/>
          </a:prstGeom>
        </p:spPr>
        <p:txBody>
          <a:bodyPr anchor="ctr"/>
          <a:lstStyle>
            <a:lvl1pPr marL="0" indent="0" algn="ctr">
              <a:buNone/>
              <a:defRPr>
                <a:solidFill>
                  <a:schemeClr val="bg1"/>
                </a:solidFill>
              </a:defRPr>
            </a:lvl1pPr>
          </a:lstStyle>
          <a:p>
            <a:r>
              <a:rPr lang="en-GB" dirty="0"/>
              <a:t>Click icon to add picture</a:t>
            </a:r>
            <a:endParaRPr lang="en-US" dirty="0"/>
          </a:p>
        </p:txBody>
      </p:sp>
      <p:sp>
        <p:nvSpPr>
          <p:cNvPr id="15" name="Picture Placeholder 12">
            <a:extLst>
              <a:ext uri="{FF2B5EF4-FFF2-40B4-BE49-F238E27FC236}">
                <a16:creationId xmlns:a16="http://schemas.microsoft.com/office/drawing/2014/main" id="{AF8E8AE1-116F-1D7C-AFB6-535FEA2ADD7B}"/>
              </a:ext>
            </a:extLst>
          </p:cNvPr>
          <p:cNvSpPr>
            <a:spLocks noGrp="1"/>
          </p:cNvSpPr>
          <p:nvPr>
            <p:ph type="pic" sz="quarter" idx="18"/>
          </p:nvPr>
        </p:nvSpPr>
        <p:spPr>
          <a:xfrm>
            <a:off x="3380461" y="1693850"/>
            <a:ext cx="2541600" cy="2541600"/>
          </a:xfrm>
          <a:prstGeom prst="ellipse">
            <a:avLst/>
          </a:prstGeom>
        </p:spPr>
        <p:txBody>
          <a:bodyPr anchor="ctr"/>
          <a:lstStyle>
            <a:lvl1pPr marL="0" indent="0" algn="ctr">
              <a:buNone/>
              <a:defRPr/>
            </a:lvl1pPr>
          </a:lstStyle>
          <a:p>
            <a:r>
              <a:rPr lang="en-GB"/>
              <a:t>Click icon to add picture</a:t>
            </a:r>
            <a:endParaRPr lang="en-US" dirty="0"/>
          </a:p>
        </p:txBody>
      </p:sp>
      <p:sp>
        <p:nvSpPr>
          <p:cNvPr id="16" name="Picture Placeholder 12">
            <a:extLst>
              <a:ext uri="{FF2B5EF4-FFF2-40B4-BE49-F238E27FC236}">
                <a16:creationId xmlns:a16="http://schemas.microsoft.com/office/drawing/2014/main" id="{34B1E875-44CC-11CC-E72A-001D464384F8}"/>
              </a:ext>
            </a:extLst>
          </p:cNvPr>
          <p:cNvSpPr>
            <a:spLocks noGrp="1"/>
          </p:cNvSpPr>
          <p:nvPr>
            <p:ph type="pic" sz="quarter" idx="21"/>
          </p:nvPr>
        </p:nvSpPr>
        <p:spPr>
          <a:xfrm>
            <a:off x="6273598" y="1693850"/>
            <a:ext cx="2541600" cy="2541600"/>
          </a:xfrm>
          <a:prstGeom prst="ellipse">
            <a:avLst/>
          </a:prstGeom>
        </p:spPr>
        <p:txBody>
          <a:bodyPr anchor="ctr"/>
          <a:lstStyle>
            <a:lvl1pPr marL="0" indent="0" algn="ctr">
              <a:buNone/>
              <a:defRPr/>
            </a:lvl1pPr>
          </a:lstStyle>
          <a:p>
            <a:r>
              <a:rPr lang="en-GB"/>
              <a:t>Click icon to add picture</a:t>
            </a:r>
            <a:endParaRPr lang="en-US" dirty="0"/>
          </a:p>
        </p:txBody>
      </p:sp>
      <p:sp>
        <p:nvSpPr>
          <p:cNvPr id="17" name="Picture Placeholder 12">
            <a:extLst>
              <a:ext uri="{FF2B5EF4-FFF2-40B4-BE49-F238E27FC236}">
                <a16:creationId xmlns:a16="http://schemas.microsoft.com/office/drawing/2014/main" id="{8D314131-1577-B46C-596B-C2AD516D1E6E}"/>
              </a:ext>
            </a:extLst>
          </p:cNvPr>
          <p:cNvSpPr>
            <a:spLocks noGrp="1"/>
          </p:cNvSpPr>
          <p:nvPr>
            <p:ph type="pic" sz="quarter" idx="24"/>
          </p:nvPr>
        </p:nvSpPr>
        <p:spPr>
          <a:xfrm>
            <a:off x="9166736" y="1693850"/>
            <a:ext cx="2541600" cy="2541600"/>
          </a:xfrm>
          <a:prstGeom prst="ellipse">
            <a:avLst/>
          </a:prstGeom>
        </p:spPr>
        <p:txBody>
          <a:bodyPr anchor="ctr"/>
          <a:lstStyle>
            <a:lvl1pPr marL="0" indent="0" algn="ctr">
              <a:buNone/>
              <a:defRPr/>
            </a:lvl1pPr>
          </a:lstStyle>
          <a:p>
            <a:r>
              <a:rPr lang="en-GB"/>
              <a:t>Click icon to add picture</a:t>
            </a:r>
            <a:endParaRPr lang="en-US" dirty="0"/>
          </a:p>
        </p:txBody>
      </p:sp>
    </p:spTree>
    <p:extLst>
      <p:ext uri="{BB962C8B-B14F-4D97-AF65-F5344CB8AC3E}">
        <p14:creationId xmlns:p14="http://schemas.microsoft.com/office/powerpoint/2010/main" val="20823835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a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7EE2C1B3-7D36-416C-82D5-2DA170BC535E}" type="datetime3">
              <a:rPr lang="en-US" smtClean="0"/>
              <a:t>11 July 2026</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4" name="Text Placeholder 9">
            <a:extLst>
              <a:ext uri="{FF2B5EF4-FFF2-40B4-BE49-F238E27FC236}">
                <a16:creationId xmlns:a16="http://schemas.microsoft.com/office/drawing/2014/main" id="{1B7BC80A-0B74-DD25-90D5-7D9F71589678}"/>
              </a:ext>
            </a:extLst>
          </p:cNvPr>
          <p:cNvSpPr>
            <a:spLocks noGrp="1"/>
          </p:cNvSpPr>
          <p:nvPr>
            <p:ph type="body" sz="quarter" idx="13" hasCustomPrompt="1"/>
          </p:nvPr>
        </p:nvSpPr>
        <p:spPr>
          <a:xfrm>
            <a:off x="1507923" y="20161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15" name="Text Placeholder 9">
            <a:extLst>
              <a:ext uri="{FF2B5EF4-FFF2-40B4-BE49-F238E27FC236}">
                <a16:creationId xmlns:a16="http://schemas.microsoft.com/office/drawing/2014/main" id="{6F5E5E41-09E4-029C-0E75-C9B547EC8A03}"/>
              </a:ext>
            </a:extLst>
          </p:cNvPr>
          <p:cNvSpPr>
            <a:spLocks noGrp="1"/>
          </p:cNvSpPr>
          <p:nvPr>
            <p:ph type="body" sz="quarter" idx="14" hasCustomPrompt="1"/>
          </p:nvPr>
        </p:nvSpPr>
        <p:spPr>
          <a:xfrm>
            <a:off x="1507923" y="241934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16" name="Picture Placeholder 12">
            <a:extLst>
              <a:ext uri="{FF2B5EF4-FFF2-40B4-BE49-F238E27FC236}">
                <a16:creationId xmlns:a16="http://schemas.microsoft.com/office/drawing/2014/main" id="{1A34F1E0-A87C-7178-6538-22253973A914}"/>
              </a:ext>
            </a:extLst>
          </p:cNvPr>
          <p:cNvSpPr>
            <a:spLocks noGrp="1"/>
          </p:cNvSpPr>
          <p:nvPr>
            <p:ph type="pic" sz="quarter" idx="15" hasCustomPrompt="1"/>
          </p:nvPr>
        </p:nvSpPr>
        <p:spPr>
          <a:xfrm>
            <a:off x="485523" y="201612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17" name="Text Placeholder 9">
            <a:extLst>
              <a:ext uri="{FF2B5EF4-FFF2-40B4-BE49-F238E27FC236}">
                <a16:creationId xmlns:a16="http://schemas.microsoft.com/office/drawing/2014/main" id="{474E37A4-57E6-2CDF-2A5F-3C554861B75B}"/>
              </a:ext>
            </a:extLst>
          </p:cNvPr>
          <p:cNvSpPr>
            <a:spLocks noGrp="1"/>
          </p:cNvSpPr>
          <p:nvPr>
            <p:ph type="body" sz="quarter" idx="25" hasCustomPrompt="1"/>
          </p:nvPr>
        </p:nvSpPr>
        <p:spPr>
          <a:xfrm>
            <a:off x="485523" y="1411287"/>
            <a:ext cx="2548800" cy="196124"/>
          </a:xfrm>
        </p:spPr>
        <p:txBody>
          <a:bodyPr>
            <a:noAutofit/>
          </a:bodyPr>
          <a:lstStyle>
            <a:lvl1pPr marL="0" indent="0">
              <a:lnSpc>
                <a:spcPct val="90000"/>
              </a:lnSpc>
              <a:buNone/>
              <a:defRPr sz="1400" b="1" i="0">
                <a:solidFill>
                  <a:schemeClr val="bg1"/>
                </a:solidFill>
                <a:latin typeface="EYInterstate" panose="02000503020000020004" pitchFamily="2" charset="0"/>
              </a:defRPr>
            </a:lvl1pPr>
          </a:lstStyle>
          <a:p>
            <a:pPr lvl="0"/>
            <a:r>
              <a:rPr lang="en-GB" dirty="0"/>
              <a:t>Team name</a:t>
            </a:r>
            <a:endParaRPr lang="en-US" dirty="0"/>
          </a:p>
        </p:txBody>
      </p:sp>
      <p:sp>
        <p:nvSpPr>
          <p:cNvPr id="18" name="Text Placeholder 9">
            <a:extLst>
              <a:ext uri="{FF2B5EF4-FFF2-40B4-BE49-F238E27FC236}">
                <a16:creationId xmlns:a16="http://schemas.microsoft.com/office/drawing/2014/main" id="{8116B2E5-B73A-D121-0F3D-AD18A29831EB}"/>
              </a:ext>
            </a:extLst>
          </p:cNvPr>
          <p:cNvSpPr>
            <a:spLocks noGrp="1"/>
          </p:cNvSpPr>
          <p:nvPr>
            <p:ph type="body" sz="quarter" idx="26" hasCustomPrompt="1"/>
          </p:nvPr>
        </p:nvSpPr>
        <p:spPr>
          <a:xfrm>
            <a:off x="1507923" y="30219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19" name="Text Placeholder 9">
            <a:extLst>
              <a:ext uri="{FF2B5EF4-FFF2-40B4-BE49-F238E27FC236}">
                <a16:creationId xmlns:a16="http://schemas.microsoft.com/office/drawing/2014/main" id="{EEB861F1-1DCD-AC14-72C5-74E3CBEDCC66}"/>
              </a:ext>
            </a:extLst>
          </p:cNvPr>
          <p:cNvSpPr>
            <a:spLocks noGrp="1"/>
          </p:cNvSpPr>
          <p:nvPr>
            <p:ph type="body" sz="quarter" idx="27" hasCustomPrompt="1"/>
          </p:nvPr>
        </p:nvSpPr>
        <p:spPr>
          <a:xfrm>
            <a:off x="1507923" y="342518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20" name="Picture Placeholder 12">
            <a:extLst>
              <a:ext uri="{FF2B5EF4-FFF2-40B4-BE49-F238E27FC236}">
                <a16:creationId xmlns:a16="http://schemas.microsoft.com/office/drawing/2014/main" id="{2AD0FA3F-F163-4A05-299B-BC661CE2D5AA}"/>
              </a:ext>
            </a:extLst>
          </p:cNvPr>
          <p:cNvSpPr>
            <a:spLocks noGrp="1"/>
          </p:cNvSpPr>
          <p:nvPr>
            <p:ph type="pic" sz="quarter" idx="28" hasCustomPrompt="1"/>
          </p:nvPr>
        </p:nvSpPr>
        <p:spPr>
          <a:xfrm>
            <a:off x="485523" y="302196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21" name="Text Placeholder 9">
            <a:extLst>
              <a:ext uri="{FF2B5EF4-FFF2-40B4-BE49-F238E27FC236}">
                <a16:creationId xmlns:a16="http://schemas.microsoft.com/office/drawing/2014/main" id="{E5857066-46A9-72C9-EBC1-46A671B0000D}"/>
              </a:ext>
            </a:extLst>
          </p:cNvPr>
          <p:cNvSpPr>
            <a:spLocks noGrp="1"/>
          </p:cNvSpPr>
          <p:nvPr>
            <p:ph type="body" sz="quarter" idx="29" hasCustomPrompt="1"/>
          </p:nvPr>
        </p:nvSpPr>
        <p:spPr>
          <a:xfrm>
            <a:off x="1507923" y="40354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22" name="Text Placeholder 9">
            <a:extLst>
              <a:ext uri="{FF2B5EF4-FFF2-40B4-BE49-F238E27FC236}">
                <a16:creationId xmlns:a16="http://schemas.microsoft.com/office/drawing/2014/main" id="{018DCA9A-F508-544F-26AE-564194DADCBA}"/>
              </a:ext>
            </a:extLst>
          </p:cNvPr>
          <p:cNvSpPr>
            <a:spLocks noGrp="1"/>
          </p:cNvSpPr>
          <p:nvPr>
            <p:ph type="body" sz="quarter" idx="30" hasCustomPrompt="1"/>
          </p:nvPr>
        </p:nvSpPr>
        <p:spPr>
          <a:xfrm>
            <a:off x="1507923" y="443864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27" name="Picture Placeholder 12">
            <a:extLst>
              <a:ext uri="{FF2B5EF4-FFF2-40B4-BE49-F238E27FC236}">
                <a16:creationId xmlns:a16="http://schemas.microsoft.com/office/drawing/2014/main" id="{0057E680-F84B-F640-97B3-1574895E5903}"/>
              </a:ext>
            </a:extLst>
          </p:cNvPr>
          <p:cNvSpPr>
            <a:spLocks noGrp="1"/>
          </p:cNvSpPr>
          <p:nvPr>
            <p:ph type="pic" sz="quarter" idx="31" hasCustomPrompt="1"/>
          </p:nvPr>
        </p:nvSpPr>
        <p:spPr>
          <a:xfrm>
            <a:off x="485523" y="403542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28" name="Text Placeholder 9">
            <a:extLst>
              <a:ext uri="{FF2B5EF4-FFF2-40B4-BE49-F238E27FC236}">
                <a16:creationId xmlns:a16="http://schemas.microsoft.com/office/drawing/2014/main" id="{7A0A840B-4CD0-8E51-0DB8-CAA8C5CE5614}"/>
              </a:ext>
            </a:extLst>
          </p:cNvPr>
          <p:cNvSpPr>
            <a:spLocks noGrp="1"/>
          </p:cNvSpPr>
          <p:nvPr>
            <p:ph type="body" sz="quarter" idx="32" hasCustomPrompt="1"/>
          </p:nvPr>
        </p:nvSpPr>
        <p:spPr>
          <a:xfrm>
            <a:off x="1507923" y="50412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29" name="Text Placeholder 9">
            <a:extLst>
              <a:ext uri="{FF2B5EF4-FFF2-40B4-BE49-F238E27FC236}">
                <a16:creationId xmlns:a16="http://schemas.microsoft.com/office/drawing/2014/main" id="{907FD0F3-2EFB-1048-729B-F8D9C5387EBD}"/>
              </a:ext>
            </a:extLst>
          </p:cNvPr>
          <p:cNvSpPr>
            <a:spLocks noGrp="1"/>
          </p:cNvSpPr>
          <p:nvPr>
            <p:ph type="body" sz="quarter" idx="33" hasCustomPrompt="1"/>
          </p:nvPr>
        </p:nvSpPr>
        <p:spPr>
          <a:xfrm>
            <a:off x="1507923" y="544448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30" name="Picture Placeholder 12">
            <a:extLst>
              <a:ext uri="{FF2B5EF4-FFF2-40B4-BE49-F238E27FC236}">
                <a16:creationId xmlns:a16="http://schemas.microsoft.com/office/drawing/2014/main" id="{8F182A88-FA5D-6BF5-64A4-F27206333D05}"/>
              </a:ext>
            </a:extLst>
          </p:cNvPr>
          <p:cNvSpPr>
            <a:spLocks noGrp="1"/>
          </p:cNvSpPr>
          <p:nvPr>
            <p:ph type="pic" sz="quarter" idx="34" hasCustomPrompt="1"/>
          </p:nvPr>
        </p:nvSpPr>
        <p:spPr>
          <a:xfrm>
            <a:off x="485523" y="504126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31" name="Text Placeholder 9">
            <a:extLst>
              <a:ext uri="{FF2B5EF4-FFF2-40B4-BE49-F238E27FC236}">
                <a16:creationId xmlns:a16="http://schemas.microsoft.com/office/drawing/2014/main" id="{0E55779C-A246-7AA1-1246-32F3BAC3E9F9}"/>
              </a:ext>
            </a:extLst>
          </p:cNvPr>
          <p:cNvSpPr>
            <a:spLocks noGrp="1"/>
          </p:cNvSpPr>
          <p:nvPr>
            <p:ph type="body" sz="quarter" idx="35" hasCustomPrompt="1"/>
          </p:nvPr>
        </p:nvSpPr>
        <p:spPr>
          <a:xfrm>
            <a:off x="4399772" y="20161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32" name="Text Placeholder 9">
            <a:extLst>
              <a:ext uri="{FF2B5EF4-FFF2-40B4-BE49-F238E27FC236}">
                <a16:creationId xmlns:a16="http://schemas.microsoft.com/office/drawing/2014/main" id="{AE906D56-BF94-FEC3-DB85-DEC802C0EDF2}"/>
              </a:ext>
            </a:extLst>
          </p:cNvPr>
          <p:cNvSpPr>
            <a:spLocks noGrp="1"/>
          </p:cNvSpPr>
          <p:nvPr>
            <p:ph type="body" sz="quarter" idx="36" hasCustomPrompt="1"/>
          </p:nvPr>
        </p:nvSpPr>
        <p:spPr>
          <a:xfrm>
            <a:off x="4399772" y="241934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33" name="Picture Placeholder 12">
            <a:extLst>
              <a:ext uri="{FF2B5EF4-FFF2-40B4-BE49-F238E27FC236}">
                <a16:creationId xmlns:a16="http://schemas.microsoft.com/office/drawing/2014/main" id="{CF08BE99-68E9-C172-4584-192EAC7EBA24}"/>
              </a:ext>
            </a:extLst>
          </p:cNvPr>
          <p:cNvSpPr>
            <a:spLocks noGrp="1"/>
          </p:cNvSpPr>
          <p:nvPr>
            <p:ph type="pic" sz="quarter" idx="37" hasCustomPrompt="1"/>
          </p:nvPr>
        </p:nvSpPr>
        <p:spPr>
          <a:xfrm>
            <a:off x="3377372" y="201612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34" name="Text Placeholder 9">
            <a:extLst>
              <a:ext uri="{FF2B5EF4-FFF2-40B4-BE49-F238E27FC236}">
                <a16:creationId xmlns:a16="http://schemas.microsoft.com/office/drawing/2014/main" id="{61B59087-059A-8552-985C-C458B49492E5}"/>
              </a:ext>
            </a:extLst>
          </p:cNvPr>
          <p:cNvSpPr>
            <a:spLocks noGrp="1"/>
          </p:cNvSpPr>
          <p:nvPr>
            <p:ph type="body" sz="quarter" idx="38" hasCustomPrompt="1"/>
          </p:nvPr>
        </p:nvSpPr>
        <p:spPr>
          <a:xfrm>
            <a:off x="3377372" y="1411287"/>
            <a:ext cx="2548800" cy="196124"/>
          </a:xfrm>
        </p:spPr>
        <p:txBody>
          <a:bodyPr>
            <a:noAutofit/>
          </a:bodyPr>
          <a:lstStyle>
            <a:lvl1pPr marL="0" indent="0">
              <a:lnSpc>
                <a:spcPct val="90000"/>
              </a:lnSpc>
              <a:buNone/>
              <a:defRPr sz="1400" b="1" i="0">
                <a:solidFill>
                  <a:schemeClr val="bg1"/>
                </a:solidFill>
                <a:latin typeface="EYInterstate" panose="02000503020000020004" pitchFamily="2" charset="0"/>
              </a:defRPr>
            </a:lvl1pPr>
          </a:lstStyle>
          <a:p>
            <a:pPr lvl="0"/>
            <a:r>
              <a:rPr lang="en-GB" dirty="0"/>
              <a:t>Team name</a:t>
            </a:r>
            <a:endParaRPr lang="en-US" dirty="0"/>
          </a:p>
        </p:txBody>
      </p:sp>
      <p:sp>
        <p:nvSpPr>
          <p:cNvPr id="35" name="Text Placeholder 9">
            <a:extLst>
              <a:ext uri="{FF2B5EF4-FFF2-40B4-BE49-F238E27FC236}">
                <a16:creationId xmlns:a16="http://schemas.microsoft.com/office/drawing/2014/main" id="{B80CEAFC-3F56-53A9-7CA1-6FF2EFEA9F71}"/>
              </a:ext>
            </a:extLst>
          </p:cNvPr>
          <p:cNvSpPr>
            <a:spLocks noGrp="1"/>
          </p:cNvSpPr>
          <p:nvPr>
            <p:ph type="body" sz="quarter" idx="39" hasCustomPrompt="1"/>
          </p:nvPr>
        </p:nvSpPr>
        <p:spPr>
          <a:xfrm>
            <a:off x="4399772" y="30219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36" name="Text Placeholder 9">
            <a:extLst>
              <a:ext uri="{FF2B5EF4-FFF2-40B4-BE49-F238E27FC236}">
                <a16:creationId xmlns:a16="http://schemas.microsoft.com/office/drawing/2014/main" id="{1F927087-C230-38DF-C1BC-D979647576EB}"/>
              </a:ext>
            </a:extLst>
          </p:cNvPr>
          <p:cNvSpPr>
            <a:spLocks noGrp="1"/>
          </p:cNvSpPr>
          <p:nvPr>
            <p:ph type="body" sz="quarter" idx="40" hasCustomPrompt="1"/>
          </p:nvPr>
        </p:nvSpPr>
        <p:spPr>
          <a:xfrm>
            <a:off x="4399772" y="342518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37" name="Picture Placeholder 12">
            <a:extLst>
              <a:ext uri="{FF2B5EF4-FFF2-40B4-BE49-F238E27FC236}">
                <a16:creationId xmlns:a16="http://schemas.microsoft.com/office/drawing/2014/main" id="{E5B079F2-242E-7156-DFAD-AED073123B53}"/>
              </a:ext>
            </a:extLst>
          </p:cNvPr>
          <p:cNvSpPr>
            <a:spLocks noGrp="1"/>
          </p:cNvSpPr>
          <p:nvPr>
            <p:ph type="pic" sz="quarter" idx="41" hasCustomPrompt="1"/>
          </p:nvPr>
        </p:nvSpPr>
        <p:spPr>
          <a:xfrm>
            <a:off x="3377372" y="302196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38" name="Text Placeholder 9">
            <a:extLst>
              <a:ext uri="{FF2B5EF4-FFF2-40B4-BE49-F238E27FC236}">
                <a16:creationId xmlns:a16="http://schemas.microsoft.com/office/drawing/2014/main" id="{BAD8BB7A-C875-E730-22F2-58BF881807E3}"/>
              </a:ext>
            </a:extLst>
          </p:cNvPr>
          <p:cNvSpPr>
            <a:spLocks noGrp="1"/>
          </p:cNvSpPr>
          <p:nvPr>
            <p:ph type="body" sz="quarter" idx="42" hasCustomPrompt="1"/>
          </p:nvPr>
        </p:nvSpPr>
        <p:spPr>
          <a:xfrm>
            <a:off x="4399772" y="40354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39" name="Text Placeholder 9">
            <a:extLst>
              <a:ext uri="{FF2B5EF4-FFF2-40B4-BE49-F238E27FC236}">
                <a16:creationId xmlns:a16="http://schemas.microsoft.com/office/drawing/2014/main" id="{428864EC-7BF7-9E3F-14AA-1569F68FDBF7}"/>
              </a:ext>
            </a:extLst>
          </p:cNvPr>
          <p:cNvSpPr>
            <a:spLocks noGrp="1"/>
          </p:cNvSpPr>
          <p:nvPr>
            <p:ph type="body" sz="quarter" idx="43" hasCustomPrompt="1"/>
          </p:nvPr>
        </p:nvSpPr>
        <p:spPr>
          <a:xfrm>
            <a:off x="4399772" y="443864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40" name="Picture Placeholder 12">
            <a:extLst>
              <a:ext uri="{FF2B5EF4-FFF2-40B4-BE49-F238E27FC236}">
                <a16:creationId xmlns:a16="http://schemas.microsoft.com/office/drawing/2014/main" id="{01784631-4FDE-2C65-08D2-90389B52BB27}"/>
              </a:ext>
            </a:extLst>
          </p:cNvPr>
          <p:cNvSpPr>
            <a:spLocks noGrp="1"/>
          </p:cNvSpPr>
          <p:nvPr>
            <p:ph type="pic" sz="quarter" idx="44" hasCustomPrompt="1"/>
          </p:nvPr>
        </p:nvSpPr>
        <p:spPr>
          <a:xfrm>
            <a:off x="3377372" y="403542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41" name="Text Placeholder 9">
            <a:extLst>
              <a:ext uri="{FF2B5EF4-FFF2-40B4-BE49-F238E27FC236}">
                <a16:creationId xmlns:a16="http://schemas.microsoft.com/office/drawing/2014/main" id="{0154653D-5642-2E90-794A-C1E075F2C194}"/>
              </a:ext>
            </a:extLst>
          </p:cNvPr>
          <p:cNvSpPr>
            <a:spLocks noGrp="1"/>
          </p:cNvSpPr>
          <p:nvPr>
            <p:ph type="body" sz="quarter" idx="45" hasCustomPrompt="1"/>
          </p:nvPr>
        </p:nvSpPr>
        <p:spPr>
          <a:xfrm>
            <a:off x="4399772" y="50412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42" name="Text Placeholder 9">
            <a:extLst>
              <a:ext uri="{FF2B5EF4-FFF2-40B4-BE49-F238E27FC236}">
                <a16:creationId xmlns:a16="http://schemas.microsoft.com/office/drawing/2014/main" id="{7B745924-C16B-48BF-AE37-F5CD447BF3BE}"/>
              </a:ext>
            </a:extLst>
          </p:cNvPr>
          <p:cNvSpPr>
            <a:spLocks noGrp="1"/>
          </p:cNvSpPr>
          <p:nvPr>
            <p:ph type="body" sz="quarter" idx="46" hasCustomPrompt="1"/>
          </p:nvPr>
        </p:nvSpPr>
        <p:spPr>
          <a:xfrm>
            <a:off x="4399772" y="544448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43" name="Picture Placeholder 12">
            <a:extLst>
              <a:ext uri="{FF2B5EF4-FFF2-40B4-BE49-F238E27FC236}">
                <a16:creationId xmlns:a16="http://schemas.microsoft.com/office/drawing/2014/main" id="{4E35CBCD-AFBE-52EA-7BC2-89F29ED83F88}"/>
              </a:ext>
            </a:extLst>
          </p:cNvPr>
          <p:cNvSpPr>
            <a:spLocks noGrp="1"/>
          </p:cNvSpPr>
          <p:nvPr>
            <p:ph type="pic" sz="quarter" idx="47" hasCustomPrompt="1"/>
          </p:nvPr>
        </p:nvSpPr>
        <p:spPr>
          <a:xfrm>
            <a:off x="3377372" y="504126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44" name="Text Placeholder 9">
            <a:extLst>
              <a:ext uri="{FF2B5EF4-FFF2-40B4-BE49-F238E27FC236}">
                <a16:creationId xmlns:a16="http://schemas.microsoft.com/office/drawing/2014/main" id="{C6A4FD7C-43FE-CC16-4728-179DD98E56D5}"/>
              </a:ext>
            </a:extLst>
          </p:cNvPr>
          <p:cNvSpPr>
            <a:spLocks noGrp="1"/>
          </p:cNvSpPr>
          <p:nvPr>
            <p:ph type="body" sz="quarter" idx="48" hasCustomPrompt="1"/>
          </p:nvPr>
        </p:nvSpPr>
        <p:spPr>
          <a:xfrm>
            <a:off x="7291621" y="20161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45" name="Text Placeholder 9">
            <a:extLst>
              <a:ext uri="{FF2B5EF4-FFF2-40B4-BE49-F238E27FC236}">
                <a16:creationId xmlns:a16="http://schemas.microsoft.com/office/drawing/2014/main" id="{CCC5923F-9079-4223-BD7D-2ECA17762C80}"/>
              </a:ext>
            </a:extLst>
          </p:cNvPr>
          <p:cNvSpPr>
            <a:spLocks noGrp="1"/>
          </p:cNvSpPr>
          <p:nvPr>
            <p:ph type="body" sz="quarter" idx="49" hasCustomPrompt="1"/>
          </p:nvPr>
        </p:nvSpPr>
        <p:spPr>
          <a:xfrm>
            <a:off x="7291621" y="241934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46" name="Picture Placeholder 12">
            <a:extLst>
              <a:ext uri="{FF2B5EF4-FFF2-40B4-BE49-F238E27FC236}">
                <a16:creationId xmlns:a16="http://schemas.microsoft.com/office/drawing/2014/main" id="{D730576F-217C-362A-C36F-674299D51B91}"/>
              </a:ext>
            </a:extLst>
          </p:cNvPr>
          <p:cNvSpPr>
            <a:spLocks noGrp="1"/>
          </p:cNvSpPr>
          <p:nvPr>
            <p:ph type="pic" sz="quarter" idx="50" hasCustomPrompt="1"/>
          </p:nvPr>
        </p:nvSpPr>
        <p:spPr>
          <a:xfrm>
            <a:off x="6269221" y="201612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47" name="Text Placeholder 9">
            <a:extLst>
              <a:ext uri="{FF2B5EF4-FFF2-40B4-BE49-F238E27FC236}">
                <a16:creationId xmlns:a16="http://schemas.microsoft.com/office/drawing/2014/main" id="{683AAA8B-B0B9-8676-2816-59B9081C3443}"/>
              </a:ext>
            </a:extLst>
          </p:cNvPr>
          <p:cNvSpPr>
            <a:spLocks noGrp="1"/>
          </p:cNvSpPr>
          <p:nvPr>
            <p:ph type="body" sz="quarter" idx="51" hasCustomPrompt="1"/>
          </p:nvPr>
        </p:nvSpPr>
        <p:spPr>
          <a:xfrm>
            <a:off x="6269221" y="1411287"/>
            <a:ext cx="2548800" cy="196124"/>
          </a:xfrm>
        </p:spPr>
        <p:txBody>
          <a:bodyPr>
            <a:noAutofit/>
          </a:bodyPr>
          <a:lstStyle>
            <a:lvl1pPr marL="0" indent="0">
              <a:lnSpc>
                <a:spcPct val="90000"/>
              </a:lnSpc>
              <a:buNone/>
              <a:defRPr sz="1400" b="1" i="0">
                <a:solidFill>
                  <a:schemeClr val="bg1"/>
                </a:solidFill>
                <a:latin typeface="EYInterstate" panose="02000503020000020004" pitchFamily="2" charset="0"/>
              </a:defRPr>
            </a:lvl1pPr>
          </a:lstStyle>
          <a:p>
            <a:pPr lvl="0"/>
            <a:r>
              <a:rPr lang="en-GB" dirty="0"/>
              <a:t>Team name</a:t>
            </a:r>
            <a:endParaRPr lang="en-US" dirty="0"/>
          </a:p>
        </p:txBody>
      </p:sp>
      <p:sp>
        <p:nvSpPr>
          <p:cNvPr id="48" name="Text Placeholder 9">
            <a:extLst>
              <a:ext uri="{FF2B5EF4-FFF2-40B4-BE49-F238E27FC236}">
                <a16:creationId xmlns:a16="http://schemas.microsoft.com/office/drawing/2014/main" id="{66FDE5EC-EECA-8ACE-6501-3066CB7FE8A4}"/>
              </a:ext>
            </a:extLst>
          </p:cNvPr>
          <p:cNvSpPr>
            <a:spLocks noGrp="1"/>
          </p:cNvSpPr>
          <p:nvPr>
            <p:ph type="body" sz="quarter" idx="52" hasCustomPrompt="1"/>
          </p:nvPr>
        </p:nvSpPr>
        <p:spPr>
          <a:xfrm>
            <a:off x="7291621" y="30219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49" name="Text Placeholder 9">
            <a:extLst>
              <a:ext uri="{FF2B5EF4-FFF2-40B4-BE49-F238E27FC236}">
                <a16:creationId xmlns:a16="http://schemas.microsoft.com/office/drawing/2014/main" id="{73D20F87-E90C-42D0-0ED6-6300216BB309}"/>
              </a:ext>
            </a:extLst>
          </p:cNvPr>
          <p:cNvSpPr>
            <a:spLocks noGrp="1"/>
          </p:cNvSpPr>
          <p:nvPr>
            <p:ph type="body" sz="quarter" idx="53" hasCustomPrompt="1"/>
          </p:nvPr>
        </p:nvSpPr>
        <p:spPr>
          <a:xfrm>
            <a:off x="7291621" y="342518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50" name="Picture Placeholder 12">
            <a:extLst>
              <a:ext uri="{FF2B5EF4-FFF2-40B4-BE49-F238E27FC236}">
                <a16:creationId xmlns:a16="http://schemas.microsoft.com/office/drawing/2014/main" id="{03693376-1C6C-F15B-897B-29DF694405E9}"/>
              </a:ext>
            </a:extLst>
          </p:cNvPr>
          <p:cNvSpPr>
            <a:spLocks noGrp="1"/>
          </p:cNvSpPr>
          <p:nvPr>
            <p:ph type="pic" sz="quarter" idx="54" hasCustomPrompt="1"/>
          </p:nvPr>
        </p:nvSpPr>
        <p:spPr>
          <a:xfrm>
            <a:off x="6269221" y="302196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51" name="Text Placeholder 9">
            <a:extLst>
              <a:ext uri="{FF2B5EF4-FFF2-40B4-BE49-F238E27FC236}">
                <a16:creationId xmlns:a16="http://schemas.microsoft.com/office/drawing/2014/main" id="{77461B86-A1F2-292C-BC4A-3A720C40ECF3}"/>
              </a:ext>
            </a:extLst>
          </p:cNvPr>
          <p:cNvSpPr>
            <a:spLocks noGrp="1"/>
          </p:cNvSpPr>
          <p:nvPr>
            <p:ph type="body" sz="quarter" idx="55" hasCustomPrompt="1"/>
          </p:nvPr>
        </p:nvSpPr>
        <p:spPr>
          <a:xfrm>
            <a:off x="7291621" y="40354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52" name="Text Placeholder 9">
            <a:extLst>
              <a:ext uri="{FF2B5EF4-FFF2-40B4-BE49-F238E27FC236}">
                <a16:creationId xmlns:a16="http://schemas.microsoft.com/office/drawing/2014/main" id="{32236890-E7EA-252D-D7B2-D649918B3AD8}"/>
              </a:ext>
            </a:extLst>
          </p:cNvPr>
          <p:cNvSpPr>
            <a:spLocks noGrp="1"/>
          </p:cNvSpPr>
          <p:nvPr>
            <p:ph type="body" sz="quarter" idx="56" hasCustomPrompt="1"/>
          </p:nvPr>
        </p:nvSpPr>
        <p:spPr>
          <a:xfrm>
            <a:off x="7291621" y="443864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53" name="Picture Placeholder 12">
            <a:extLst>
              <a:ext uri="{FF2B5EF4-FFF2-40B4-BE49-F238E27FC236}">
                <a16:creationId xmlns:a16="http://schemas.microsoft.com/office/drawing/2014/main" id="{9D7279F8-145F-2BC9-392D-C195932B23E9}"/>
              </a:ext>
            </a:extLst>
          </p:cNvPr>
          <p:cNvSpPr>
            <a:spLocks noGrp="1"/>
          </p:cNvSpPr>
          <p:nvPr>
            <p:ph type="pic" sz="quarter" idx="57" hasCustomPrompt="1"/>
          </p:nvPr>
        </p:nvSpPr>
        <p:spPr>
          <a:xfrm>
            <a:off x="6269221" y="403542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54" name="Text Placeholder 9">
            <a:extLst>
              <a:ext uri="{FF2B5EF4-FFF2-40B4-BE49-F238E27FC236}">
                <a16:creationId xmlns:a16="http://schemas.microsoft.com/office/drawing/2014/main" id="{38CC5E8C-843D-F801-E86E-74E733EC4AC7}"/>
              </a:ext>
            </a:extLst>
          </p:cNvPr>
          <p:cNvSpPr>
            <a:spLocks noGrp="1"/>
          </p:cNvSpPr>
          <p:nvPr>
            <p:ph type="body" sz="quarter" idx="58" hasCustomPrompt="1"/>
          </p:nvPr>
        </p:nvSpPr>
        <p:spPr>
          <a:xfrm>
            <a:off x="7291621" y="50412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55" name="Text Placeholder 9">
            <a:extLst>
              <a:ext uri="{FF2B5EF4-FFF2-40B4-BE49-F238E27FC236}">
                <a16:creationId xmlns:a16="http://schemas.microsoft.com/office/drawing/2014/main" id="{1F5E5E23-4BD8-2BF8-132F-46B1EEF1CE42}"/>
              </a:ext>
            </a:extLst>
          </p:cNvPr>
          <p:cNvSpPr>
            <a:spLocks noGrp="1"/>
          </p:cNvSpPr>
          <p:nvPr>
            <p:ph type="body" sz="quarter" idx="59" hasCustomPrompt="1"/>
          </p:nvPr>
        </p:nvSpPr>
        <p:spPr>
          <a:xfrm>
            <a:off x="7291621" y="544448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56" name="Picture Placeholder 12">
            <a:extLst>
              <a:ext uri="{FF2B5EF4-FFF2-40B4-BE49-F238E27FC236}">
                <a16:creationId xmlns:a16="http://schemas.microsoft.com/office/drawing/2014/main" id="{5CD9EB6F-BA12-B7A4-0F8D-EF9271F7223A}"/>
              </a:ext>
            </a:extLst>
          </p:cNvPr>
          <p:cNvSpPr>
            <a:spLocks noGrp="1"/>
          </p:cNvSpPr>
          <p:nvPr>
            <p:ph type="pic" sz="quarter" idx="60" hasCustomPrompt="1"/>
          </p:nvPr>
        </p:nvSpPr>
        <p:spPr>
          <a:xfrm>
            <a:off x="6269221" y="504126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57" name="Text Placeholder 9">
            <a:extLst>
              <a:ext uri="{FF2B5EF4-FFF2-40B4-BE49-F238E27FC236}">
                <a16:creationId xmlns:a16="http://schemas.microsoft.com/office/drawing/2014/main" id="{23566F37-EF18-0360-14F6-C03B12159510}"/>
              </a:ext>
            </a:extLst>
          </p:cNvPr>
          <p:cNvSpPr>
            <a:spLocks noGrp="1"/>
          </p:cNvSpPr>
          <p:nvPr>
            <p:ph type="body" sz="quarter" idx="61" hasCustomPrompt="1"/>
          </p:nvPr>
        </p:nvSpPr>
        <p:spPr>
          <a:xfrm>
            <a:off x="10183471" y="20161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58" name="Text Placeholder 9">
            <a:extLst>
              <a:ext uri="{FF2B5EF4-FFF2-40B4-BE49-F238E27FC236}">
                <a16:creationId xmlns:a16="http://schemas.microsoft.com/office/drawing/2014/main" id="{58D642CD-278F-34F9-CF75-99A7339353CF}"/>
              </a:ext>
            </a:extLst>
          </p:cNvPr>
          <p:cNvSpPr>
            <a:spLocks noGrp="1"/>
          </p:cNvSpPr>
          <p:nvPr>
            <p:ph type="body" sz="quarter" idx="62" hasCustomPrompt="1"/>
          </p:nvPr>
        </p:nvSpPr>
        <p:spPr>
          <a:xfrm>
            <a:off x="10183471" y="241934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59" name="Picture Placeholder 12">
            <a:extLst>
              <a:ext uri="{FF2B5EF4-FFF2-40B4-BE49-F238E27FC236}">
                <a16:creationId xmlns:a16="http://schemas.microsoft.com/office/drawing/2014/main" id="{4F6E90F8-DB8A-5E9D-7163-AC30457FEAC0}"/>
              </a:ext>
            </a:extLst>
          </p:cNvPr>
          <p:cNvSpPr>
            <a:spLocks noGrp="1"/>
          </p:cNvSpPr>
          <p:nvPr>
            <p:ph type="pic" sz="quarter" idx="63" hasCustomPrompt="1"/>
          </p:nvPr>
        </p:nvSpPr>
        <p:spPr>
          <a:xfrm>
            <a:off x="9161070" y="201612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60" name="Text Placeholder 9">
            <a:extLst>
              <a:ext uri="{FF2B5EF4-FFF2-40B4-BE49-F238E27FC236}">
                <a16:creationId xmlns:a16="http://schemas.microsoft.com/office/drawing/2014/main" id="{7435555B-D553-70C9-B67C-5A661E9585CD}"/>
              </a:ext>
            </a:extLst>
          </p:cNvPr>
          <p:cNvSpPr>
            <a:spLocks noGrp="1"/>
          </p:cNvSpPr>
          <p:nvPr>
            <p:ph type="body" sz="quarter" idx="64" hasCustomPrompt="1"/>
          </p:nvPr>
        </p:nvSpPr>
        <p:spPr>
          <a:xfrm>
            <a:off x="9161070" y="1411287"/>
            <a:ext cx="2548800" cy="196124"/>
          </a:xfrm>
        </p:spPr>
        <p:txBody>
          <a:bodyPr>
            <a:noAutofit/>
          </a:bodyPr>
          <a:lstStyle>
            <a:lvl1pPr marL="0" indent="0">
              <a:lnSpc>
                <a:spcPct val="90000"/>
              </a:lnSpc>
              <a:buNone/>
              <a:defRPr sz="1400" b="1" i="0">
                <a:solidFill>
                  <a:schemeClr val="bg1"/>
                </a:solidFill>
                <a:latin typeface="EYInterstate" panose="02000503020000020004" pitchFamily="2" charset="0"/>
              </a:defRPr>
            </a:lvl1pPr>
          </a:lstStyle>
          <a:p>
            <a:pPr lvl="0"/>
            <a:r>
              <a:rPr lang="en-GB" dirty="0"/>
              <a:t>Team name</a:t>
            </a:r>
            <a:endParaRPr lang="en-US" dirty="0"/>
          </a:p>
        </p:txBody>
      </p:sp>
      <p:sp>
        <p:nvSpPr>
          <p:cNvPr id="61" name="Text Placeholder 9">
            <a:extLst>
              <a:ext uri="{FF2B5EF4-FFF2-40B4-BE49-F238E27FC236}">
                <a16:creationId xmlns:a16="http://schemas.microsoft.com/office/drawing/2014/main" id="{5DB8DE5C-79AE-8E49-DC40-B4E1DDB68BA5}"/>
              </a:ext>
            </a:extLst>
          </p:cNvPr>
          <p:cNvSpPr>
            <a:spLocks noGrp="1"/>
          </p:cNvSpPr>
          <p:nvPr>
            <p:ph type="body" sz="quarter" idx="65" hasCustomPrompt="1"/>
          </p:nvPr>
        </p:nvSpPr>
        <p:spPr>
          <a:xfrm>
            <a:off x="10183471" y="30219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62" name="Text Placeholder 9">
            <a:extLst>
              <a:ext uri="{FF2B5EF4-FFF2-40B4-BE49-F238E27FC236}">
                <a16:creationId xmlns:a16="http://schemas.microsoft.com/office/drawing/2014/main" id="{289E0F5F-936F-FA54-01D7-5CD0040D07C7}"/>
              </a:ext>
            </a:extLst>
          </p:cNvPr>
          <p:cNvSpPr>
            <a:spLocks noGrp="1"/>
          </p:cNvSpPr>
          <p:nvPr>
            <p:ph type="body" sz="quarter" idx="66" hasCustomPrompt="1"/>
          </p:nvPr>
        </p:nvSpPr>
        <p:spPr>
          <a:xfrm>
            <a:off x="10183471" y="342518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63" name="Picture Placeholder 12">
            <a:extLst>
              <a:ext uri="{FF2B5EF4-FFF2-40B4-BE49-F238E27FC236}">
                <a16:creationId xmlns:a16="http://schemas.microsoft.com/office/drawing/2014/main" id="{11FBE638-0595-F8E5-AFBB-43DC12983672}"/>
              </a:ext>
            </a:extLst>
          </p:cNvPr>
          <p:cNvSpPr>
            <a:spLocks noGrp="1"/>
          </p:cNvSpPr>
          <p:nvPr>
            <p:ph type="pic" sz="quarter" idx="67" hasCustomPrompt="1"/>
          </p:nvPr>
        </p:nvSpPr>
        <p:spPr>
          <a:xfrm>
            <a:off x="9161070" y="302196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64" name="Text Placeholder 9">
            <a:extLst>
              <a:ext uri="{FF2B5EF4-FFF2-40B4-BE49-F238E27FC236}">
                <a16:creationId xmlns:a16="http://schemas.microsoft.com/office/drawing/2014/main" id="{A3352A0C-1A08-FCFC-FF9C-CCA8F22308AE}"/>
              </a:ext>
            </a:extLst>
          </p:cNvPr>
          <p:cNvSpPr>
            <a:spLocks noGrp="1"/>
          </p:cNvSpPr>
          <p:nvPr>
            <p:ph type="body" sz="quarter" idx="68" hasCustomPrompt="1"/>
          </p:nvPr>
        </p:nvSpPr>
        <p:spPr>
          <a:xfrm>
            <a:off x="10183471" y="403542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65" name="Text Placeholder 9">
            <a:extLst>
              <a:ext uri="{FF2B5EF4-FFF2-40B4-BE49-F238E27FC236}">
                <a16:creationId xmlns:a16="http://schemas.microsoft.com/office/drawing/2014/main" id="{6E261588-76E1-16B7-8374-3F9A28832EF4}"/>
              </a:ext>
            </a:extLst>
          </p:cNvPr>
          <p:cNvSpPr>
            <a:spLocks noGrp="1"/>
          </p:cNvSpPr>
          <p:nvPr>
            <p:ph type="body" sz="quarter" idx="69" hasCustomPrompt="1"/>
          </p:nvPr>
        </p:nvSpPr>
        <p:spPr>
          <a:xfrm>
            <a:off x="10183471" y="443864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66" name="Picture Placeholder 12">
            <a:extLst>
              <a:ext uri="{FF2B5EF4-FFF2-40B4-BE49-F238E27FC236}">
                <a16:creationId xmlns:a16="http://schemas.microsoft.com/office/drawing/2014/main" id="{CAE85F7E-2BA3-3513-9E8B-8B03FE7AAC4C}"/>
              </a:ext>
            </a:extLst>
          </p:cNvPr>
          <p:cNvSpPr>
            <a:spLocks noGrp="1"/>
          </p:cNvSpPr>
          <p:nvPr>
            <p:ph type="pic" sz="quarter" idx="70" hasCustomPrompt="1"/>
          </p:nvPr>
        </p:nvSpPr>
        <p:spPr>
          <a:xfrm>
            <a:off x="9161070" y="403542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67" name="Text Placeholder 9">
            <a:extLst>
              <a:ext uri="{FF2B5EF4-FFF2-40B4-BE49-F238E27FC236}">
                <a16:creationId xmlns:a16="http://schemas.microsoft.com/office/drawing/2014/main" id="{7280094F-B199-060D-4D4B-CA4F1BFCF5F3}"/>
              </a:ext>
            </a:extLst>
          </p:cNvPr>
          <p:cNvSpPr>
            <a:spLocks noGrp="1"/>
          </p:cNvSpPr>
          <p:nvPr>
            <p:ph type="body" sz="quarter" idx="71" hasCustomPrompt="1"/>
          </p:nvPr>
        </p:nvSpPr>
        <p:spPr>
          <a:xfrm>
            <a:off x="10183471" y="5041264"/>
            <a:ext cx="1526400" cy="389756"/>
          </a:xfrm>
        </p:spPr>
        <p:txBody>
          <a:bodyPr>
            <a:noAutofit/>
          </a:bodyPr>
          <a:lstStyle>
            <a:lvl1pPr marL="0" indent="0">
              <a:lnSpc>
                <a:spcPct val="90000"/>
              </a:lnSpc>
              <a:buNone/>
              <a:defRPr sz="1400" b="0" i="0">
                <a:solidFill>
                  <a:schemeClr val="bg1"/>
                </a:solidFill>
                <a:latin typeface="+mn-lt"/>
              </a:defRPr>
            </a:lvl1pPr>
          </a:lstStyle>
          <a:p>
            <a:pPr lvl="0"/>
            <a:r>
              <a:rPr lang="en-GB" dirty="0"/>
              <a:t>Name</a:t>
            </a:r>
            <a:endParaRPr lang="en-US" dirty="0"/>
          </a:p>
        </p:txBody>
      </p:sp>
      <p:sp>
        <p:nvSpPr>
          <p:cNvPr id="68" name="Text Placeholder 9">
            <a:extLst>
              <a:ext uri="{FF2B5EF4-FFF2-40B4-BE49-F238E27FC236}">
                <a16:creationId xmlns:a16="http://schemas.microsoft.com/office/drawing/2014/main" id="{253E3C85-558C-05C1-155E-0E52AA94351F}"/>
              </a:ext>
            </a:extLst>
          </p:cNvPr>
          <p:cNvSpPr>
            <a:spLocks noGrp="1"/>
          </p:cNvSpPr>
          <p:nvPr>
            <p:ph type="body" sz="quarter" idx="72" hasCustomPrompt="1"/>
          </p:nvPr>
        </p:nvSpPr>
        <p:spPr>
          <a:xfrm>
            <a:off x="10183471" y="5444489"/>
            <a:ext cx="1526400"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69" name="Picture Placeholder 12">
            <a:extLst>
              <a:ext uri="{FF2B5EF4-FFF2-40B4-BE49-F238E27FC236}">
                <a16:creationId xmlns:a16="http://schemas.microsoft.com/office/drawing/2014/main" id="{E5B87C2C-7F36-6D34-D014-54305471A5A7}"/>
              </a:ext>
            </a:extLst>
          </p:cNvPr>
          <p:cNvSpPr>
            <a:spLocks noGrp="1"/>
          </p:cNvSpPr>
          <p:nvPr>
            <p:ph type="pic" sz="quarter" idx="73" hasCustomPrompt="1"/>
          </p:nvPr>
        </p:nvSpPr>
        <p:spPr>
          <a:xfrm>
            <a:off x="9161070" y="5041264"/>
            <a:ext cx="766800" cy="766800"/>
          </a:xfrm>
          <a:prstGeom prst="ellipse">
            <a:avLst/>
          </a:prstGeom>
        </p:spPr>
        <p:txBody>
          <a:bodyPr anchor="ctr"/>
          <a:lstStyle>
            <a:lvl1pPr marL="0" indent="0" algn="ctr">
              <a:buNone/>
              <a:defRPr sz="800" b="0">
                <a:solidFill>
                  <a:schemeClr val="bg1"/>
                </a:solidFill>
                <a:latin typeface="+mn-lt"/>
              </a:defRPr>
            </a:lvl1pPr>
          </a:lstStyle>
          <a:p>
            <a:r>
              <a:rPr lang="en-GB" dirty="0"/>
              <a:t>Picture</a:t>
            </a:r>
            <a:endParaRPr lang="en-US" dirty="0"/>
          </a:p>
        </p:txBody>
      </p:sp>
      <p:sp>
        <p:nvSpPr>
          <p:cNvPr id="70" name="SmartArt Placeholder 7">
            <a:extLst>
              <a:ext uri="{FF2B5EF4-FFF2-40B4-BE49-F238E27FC236}">
                <a16:creationId xmlns:a16="http://schemas.microsoft.com/office/drawing/2014/main" id="{162A8BA6-6F67-C4EB-3430-78F1A0EC0F06}"/>
              </a:ext>
            </a:extLst>
          </p:cNvPr>
          <p:cNvSpPr>
            <a:spLocks noGrp="1"/>
          </p:cNvSpPr>
          <p:nvPr>
            <p:ph type="dgm" sz="quarter" idx="74" hasCustomPrompt="1"/>
          </p:nvPr>
        </p:nvSpPr>
        <p:spPr>
          <a:xfrm>
            <a:off x="485523" y="1696224"/>
            <a:ext cx="2548800" cy="18000"/>
          </a:xfrm>
          <a:solidFill>
            <a:schemeClr val="tx2"/>
          </a:solidFill>
        </p:spPr>
        <p:txBody>
          <a:bodyPr/>
          <a:lstStyle>
            <a:lvl1pPr marL="0" indent="0">
              <a:buNone/>
              <a:defRPr sz="800">
                <a:solidFill>
                  <a:schemeClr val="bg1"/>
                </a:solidFill>
              </a:defRPr>
            </a:lvl1pPr>
          </a:lstStyle>
          <a:p>
            <a:r>
              <a:rPr lang="en-US" dirty="0"/>
              <a:t> </a:t>
            </a:r>
          </a:p>
        </p:txBody>
      </p:sp>
      <p:sp>
        <p:nvSpPr>
          <p:cNvPr id="71" name="SmartArt Placeholder 7">
            <a:extLst>
              <a:ext uri="{FF2B5EF4-FFF2-40B4-BE49-F238E27FC236}">
                <a16:creationId xmlns:a16="http://schemas.microsoft.com/office/drawing/2014/main" id="{EC5DF0FE-64D1-AB19-CAF1-A390D6492B0D}"/>
              </a:ext>
            </a:extLst>
          </p:cNvPr>
          <p:cNvSpPr>
            <a:spLocks noGrp="1"/>
          </p:cNvSpPr>
          <p:nvPr>
            <p:ph type="dgm" sz="quarter" idx="75" hasCustomPrompt="1"/>
          </p:nvPr>
        </p:nvSpPr>
        <p:spPr>
          <a:xfrm>
            <a:off x="3377372" y="1696224"/>
            <a:ext cx="2548800" cy="18000"/>
          </a:xfrm>
          <a:solidFill>
            <a:schemeClr val="tx2"/>
          </a:solidFill>
        </p:spPr>
        <p:txBody>
          <a:bodyPr/>
          <a:lstStyle>
            <a:lvl1pPr marL="0" indent="0">
              <a:buNone/>
              <a:defRPr sz="800">
                <a:solidFill>
                  <a:schemeClr val="bg1"/>
                </a:solidFill>
              </a:defRPr>
            </a:lvl1pPr>
          </a:lstStyle>
          <a:p>
            <a:r>
              <a:rPr lang="en-US" dirty="0"/>
              <a:t> </a:t>
            </a:r>
          </a:p>
        </p:txBody>
      </p:sp>
      <p:sp>
        <p:nvSpPr>
          <p:cNvPr id="72" name="SmartArt Placeholder 7">
            <a:extLst>
              <a:ext uri="{FF2B5EF4-FFF2-40B4-BE49-F238E27FC236}">
                <a16:creationId xmlns:a16="http://schemas.microsoft.com/office/drawing/2014/main" id="{60800279-F9E3-EDED-BB35-F73EEF52F830}"/>
              </a:ext>
            </a:extLst>
          </p:cNvPr>
          <p:cNvSpPr>
            <a:spLocks noGrp="1"/>
          </p:cNvSpPr>
          <p:nvPr>
            <p:ph type="dgm" sz="quarter" idx="76" hasCustomPrompt="1"/>
          </p:nvPr>
        </p:nvSpPr>
        <p:spPr>
          <a:xfrm>
            <a:off x="6269221" y="1696224"/>
            <a:ext cx="2548800" cy="18000"/>
          </a:xfrm>
          <a:solidFill>
            <a:schemeClr val="tx2"/>
          </a:solidFill>
        </p:spPr>
        <p:txBody>
          <a:bodyPr/>
          <a:lstStyle>
            <a:lvl1pPr marL="0" indent="0">
              <a:buNone/>
              <a:defRPr sz="800">
                <a:solidFill>
                  <a:schemeClr val="bg1"/>
                </a:solidFill>
              </a:defRPr>
            </a:lvl1pPr>
          </a:lstStyle>
          <a:p>
            <a:r>
              <a:rPr lang="en-US" dirty="0"/>
              <a:t> </a:t>
            </a:r>
          </a:p>
        </p:txBody>
      </p:sp>
      <p:sp>
        <p:nvSpPr>
          <p:cNvPr id="73" name="SmartArt Placeholder 7">
            <a:extLst>
              <a:ext uri="{FF2B5EF4-FFF2-40B4-BE49-F238E27FC236}">
                <a16:creationId xmlns:a16="http://schemas.microsoft.com/office/drawing/2014/main" id="{1BF95AC1-33EC-C487-C489-B7A97BBB2925}"/>
              </a:ext>
            </a:extLst>
          </p:cNvPr>
          <p:cNvSpPr>
            <a:spLocks noGrp="1"/>
          </p:cNvSpPr>
          <p:nvPr>
            <p:ph type="dgm" sz="quarter" idx="77" hasCustomPrompt="1"/>
          </p:nvPr>
        </p:nvSpPr>
        <p:spPr>
          <a:xfrm>
            <a:off x="9161070" y="1696224"/>
            <a:ext cx="2548800" cy="18000"/>
          </a:xfrm>
          <a:solidFill>
            <a:schemeClr val="tx2"/>
          </a:solidFill>
        </p:spPr>
        <p:txBody>
          <a:bodyPr/>
          <a:lstStyle>
            <a:lvl1pPr marL="0" indent="0">
              <a:buNone/>
              <a:defRPr sz="800">
                <a:solidFill>
                  <a:schemeClr val="bg1"/>
                </a:solidFill>
              </a:defRPr>
            </a:lvl1pPr>
          </a:lstStyle>
          <a:p>
            <a:r>
              <a:rPr lang="en-US" dirty="0"/>
              <a:t> </a:t>
            </a:r>
          </a:p>
        </p:txBody>
      </p:sp>
    </p:spTree>
    <p:extLst>
      <p:ext uri="{BB962C8B-B14F-4D97-AF65-F5344CB8AC3E}">
        <p14:creationId xmlns:p14="http://schemas.microsoft.com/office/powerpoint/2010/main" val="27348819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a:xfrm>
            <a:off x="485523" y="382588"/>
            <a:ext cx="11224347" cy="638175"/>
          </a:xfrm>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C12314E7-DDEE-4D06-B617-424C13860159}" type="datetime3">
              <a:rPr lang="en-US" smtClean="0"/>
              <a:t>11 July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Insert footer text here</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6" name="Highlight line 1">
            <a:extLst>
              <a:ext uri="{FF2B5EF4-FFF2-40B4-BE49-F238E27FC236}">
                <a16:creationId xmlns:a16="http://schemas.microsoft.com/office/drawing/2014/main" id="{82B2FB72-F2C5-9972-3E89-F35F455D0FAC}"/>
              </a:ext>
            </a:extLst>
          </p:cNvPr>
          <p:cNvSpPr>
            <a:spLocks noGrp="1"/>
          </p:cNvSpPr>
          <p:nvPr>
            <p:ph type="dgm" sz="quarter" idx="15" hasCustomPrompt="1"/>
          </p:nvPr>
        </p:nvSpPr>
        <p:spPr>
          <a:xfrm>
            <a:off x="485523" y="1209871"/>
            <a:ext cx="11224347" cy="36000"/>
          </a:xfrm>
          <a:solidFill>
            <a:schemeClr val="tx2"/>
          </a:solidFill>
        </p:spPr>
        <p:txBody>
          <a:bodyPr/>
          <a:lstStyle>
            <a:lvl1pPr marL="0" indent="0">
              <a:buNone/>
              <a:defRPr sz="800"/>
            </a:lvl1pPr>
          </a:lstStyle>
          <a:p>
            <a:r>
              <a:rPr lang="en-US" dirty="0"/>
              <a:t> </a:t>
            </a:r>
          </a:p>
        </p:txBody>
      </p:sp>
    </p:spTree>
    <p:extLst>
      <p:ext uri="{BB962C8B-B14F-4D97-AF65-F5344CB8AC3E}">
        <p14:creationId xmlns:p14="http://schemas.microsoft.com/office/powerpoint/2010/main" val="20053782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without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E523-7B3C-8783-DFC0-18E1AA2D887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D010FF7D-9C9E-4720-B7AF-86D853AF0452}" type="datetime3">
              <a:rPr lang="en-US" smtClean="0"/>
              <a:t>11 July 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Insert footer text here</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Tree>
    <p:extLst>
      <p:ext uri="{BB962C8B-B14F-4D97-AF65-F5344CB8AC3E}">
        <p14:creationId xmlns:p14="http://schemas.microsoft.com/office/powerpoint/2010/main" val="38577992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2" descr="A blurry image of a rainbow&#10;&#10;Description automatically generated">
            <a:extLst>
              <a:ext uri="{FF2B5EF4-FFF2-40B4-BE49-F238E27FC236}">
                <a16:creationId xmlns:a16="http://schemas.microsoft.com/office/drawing/2014/main" id="{317BE7A3-A673-B58A-8BE4-D36A0E590D33}"/>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grpSp>
        <p:nvGrpSpPr>
          <p:cNvPr id="5" name="Group 4">
            <a:extLst>
              <a:ext uri="{FF2B5EF4-FFF2-40B4-BE49-F238E27FC236}">
                <a16:creationId xmlns:a16="http://schemas.microsoft.com/office/drawing/2014/main" id="{581F3BED-E626-F3AE-FF20-A6D762394718}"/>
              </a:ext>
            </a:extLst>
          </p:cNvPr>
          <p:cNvGrpSpPr/>
          <p:nvPr userDrawn="1"/>
        </p:nvGrpSpPr>
        <p:grpSpPr>
          <a:xfrm>
            <a:off x="485775" y="6164633"/>
            <a:ext cx="4940935" cy="318770"/>
            <a:chOff x="485775" y="6164633"/>
            <a:chExt cx="4940935" cy="318770"/>
          </a:xfrm>
        </p:grpSpPr>
        <p:sp>
          <p:nvSpPr>
            <p:cNvPr id="297" name="Freeform 296">
              <a:extLst>
                <a:ext uri="{FF2B5EF4-FFF2-40B4-BE49-F238E27FC236}">
                  <a16:creationId xmlns:a16="http://schemas.microsoft.com/office/drawing/2014/main" id="{AD4E5D8B-12B4-19F3-17D4-D12BF368FC85}"/>
                </a:ext>
              </a:extLst>
            </p:cNvPr>
            <p:cNvSpPr/>
            <p:nvPr/>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98" name="Freeform 297">
              <a:extLst>
                <a:ext uri="{FF2B5EF4-FFF2-40B4-BE49-F238E27FC236}">
                  <a16:creationId xmlns:a16="http://schemas.microsoft.com/office/drawing/2014/main" id="{219789D6-6B07-F2E6-06BE-8CA9DC83E385}"/>
                </a:ext>
              </a:extLst>
            </p:cNvPr>
            <p:cNvSpPr/>
            <p:nvPr/>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grpSp>
        <p:nvGrpSpPr>
          <p:cNvPr id="4" name="Group 3">
            <a:extLst>
              <a:ext uri="{FF2B5EF4-FFF2-40B4-BE49-F238E27FC236}">
                <a16:creationId xmlns:a16="http://schemas.microsoft.com/office/drawing/2014/main" id="{41140D12-1777-AADD-5351-B92F135ED633}"/>
              </a:ext>
            </a:extLst>
          </p:cNvPr>
          <p:cNvGrpSpPr/>
          <p:nvPr userDrawn="1"/>
        </p:nvGrpSpPr>
        <p:grpSpPr>
          <a:xfrm>
            <a:off x="485774" y="1291008"/>
            <a:ext cx="5706110" cy="4360545"/>
            <a:chOff x="485774" y="1291008"/>
            <a:chExt cx="5706110" cy="4360545"/>
          </a:xfrm>
        </p:grpSpPr>
        <p:sp>
          <p:nvSpPr>
            <p:cNvPr id="299" name="Freeform 298">
              <a:extLst>
                <a:ext uri="{FF2B5EF4-FFF2-40B4-BE49-F238E27FC236}">
                  <a16:creationId xmlns:a16="http://schemas.microsoft.com/office/drawing/2014/main" id="{70589FC3-4491-BD75-2C16-660DF0B71BBC}"/>
                </a:ext>
              </a:extLst>
            </p:cNvPr>
            <p:cNvSpPr/>
            <p:nvPr/>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293" name="Freeform 292">
              <a:extLst>
                <a:ext uri="{FF2B5EF4-FFF2-40B4-BE49-F238E27FC236}">
                  <a16:creationId xmlns:a16="http://schemas.microsoft.com/office/drawing/2014/main" id="{B00DB918-F11D-F855-5478-ECB25A1AC3D1}"/>
                </a:ext>
              </a:extLst>
            </p:cNvPr>
            <p:cNvSpPr/>
            <p:nvPr/>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FF32FF"/>
                </a:gs>
                <a:gs pos="100000">
                  <a:srgbClr val="32FFFF"/>
                </a:gs>
              </a:gsLst>
              <a:lin ang="18600000" scaled="0"/>
              <a:tileRect/>
            </a:gradFill>
            <a:ln w="8181" cap="flat">
              <a:noFill/>
              <a:prstDash val="solid"/>
              <a:miter/>
            </a:ln>
          </p:spPr>
          <p:txBody>
            <a:bodyPr rtlCol="0" anchor="ctr"/>
            <a:lstStyle/>
            <a:p>
              <a:pPr lvl="0"/>
              <a:endParaRPr lang="en-US"/>
            </a:p>
          </p:txBody>
        </p:sp>
      </p:grpSp>
      <p:sp>
        <p:nvSpPr>
          <p:cNvPr id="274" name="Subtitle 2">
            <a:extLst>
              <a:ext uri="{FF2B5EF4-FFF2-40B4-BE49-F238E27FC236}">
                <a16:creationId xmlns:a16="http://schemas.microsoft.com/office/drawing/2014/main" id="{74103396-CF0A-A808-BF1B-463C3EF7376E}"/>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sz="1600">
                <a:solidFill>
                  <a:schemeClr val="tx1"/>
                </a:solidFill>
                <a:latin typeface="EYInterstate" panose="0200050302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75" name="Title 4">
            <a:extLst>
              <a:ext uri="{FF2B5EF4-FFF2-40B4-BE49-F238E27FC236}">
                <a16:creationId xmlns:a16="http://schemas.microsoft.com/office/drawing/2014/main" id="{B57CD4DB-AED0-4F7E-41BA-02CA96598AEC}"/>
              </a:ext>
            </a:extLst>
          </p:cNvPr>
          <p:cNvSpPr>
            <a:spLocks noGrp="1"/>
          </p:cNvSpPr>
          <p:nvPr>
            <p:ph type="title"/>
          </p:nvPr>
        </p:nvSpPr>
        <p:spPr>
          <a:xfrm>
            <a:off x="889762" y="2698751"/>
            <a:ext cx="4906009" cy="1654043"/>
          </a:xfrm>
        </p:spPr>
        <p:txBody>
          <a:bodyPr anchor="t">
            <a:noAutofit/>
          </a:bodyPr>
          <a:lstStyle>
            <a:lvl1pPr>
              <a:defRPr sz="4200" b="1" i="0">
                <a:solidFill>
                  <a:schemeClr val="tx1"/>
                </a:solidFill>
                <a:latin typeface="EYInterstate" panose="02000503020000020004" pitchFamily="2" charset="0"/>
              </a:defRPr>
            </a:lvl1pPr>
          </a:lstStyle>
          <a:p>
            <a:r>
              <a:rPr lang="en-GB" dirty="0"/>
              <a:t>Click to edit Master title style</a:t>
            </a:r>
            <a:endParaRPr lang="en-US" dirty="0"/>
          </a:p>
        </p:txBody>
      </p:sp>
      <p:sp>
        <p:nvSpPr>
          <p:cNvPr id="289" name="Text Placeholder 288">
            <a:extLst>
              <a:ext uri="{FF2B5EF4-FFF2-40B4-BE49-F238E27FC236}">
                <a16:creationId xmlns:a16="http://schemas.microsoft.com/office/drawing/2014/main" id="{31D45A6D-135C-8C27-4F13-A3BC79AB3ED3}"/>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tx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9" name="Group 8">
            <a:extLst>
              <a:ext uri="{FF2B5EF4-FFF2-40B4-BE49-F238E27FC236}">
                <a16:creationId xmlns:a16="http://schemas.microsoft.com/office/drawing/2014/main" id="{53F57181-8F7C-581D-8E8B-8B2B0CB05181}"/>
              </a:ext>
            </a:extLst>
          </p:cNvPr>
          <p:cNvGrpSpPr>
            <a:grpSpLocks noChangeAspect="1"/>
          </p:cNvGrpSpPr>
          <p:nvPr userDrawn="1"/>
        </p:nvGrpSpPr>
        <p:grpSpPr>
          <a:xfrm>
            <a:off x="10562024" y="5167683"/>
            <a:ext cx="1220400" cy="1285398"/>
            <a:chOff x="3913438" y="-99392"/>
            <a:chExt cx="6512821" cy="6859693"/>
          </a:xfrm>
        </p:grpSpPr>
        <p:sp>
          <p:nvSpPr>
            <p:cNvPr id="10" name="Freeform: Shape 9">
              <a:extLst>
                <a:ext uri="{FF2B5EF4-FFF2-40B4-BE49-F238E27FC236}">
                  <a16:creationId xmlns:a16="http://schemas.microsoft.com/office/drawing/2014/main" id="{DE8A127C-FDD5-21E9-1FD6-D9B4A7D554FA}"/>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1" name="Freeform: Shape 10">
              <a:extLst>
                <a:ext uri="{FF2B5EF4-FFF2-40B4-BE49-F238E27FC236}">
                  <a16:creationId xmlns:a16="http://schemas.microsoft.com/office/drawing/2014/main" id="{0F35FD06-DC07-383C-ACE2-7933BCD22180}"/>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2" name="Freeform: Shape 11">
              <a:extLst>
                <a:ext uri="{FF2B5EF4-FFF2-40B4-BE49-F238E27FC236}">
                  <a16:creationId xmlns:a16="http://schemas.microsoft.com/office/drawing/2014/main" id="{A455015A-145D-7CF9-4597-672713F8B4A9}"/>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5580675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Spectrum 2">
    <p:spTree>
      <p:nvGrpSpPr>
        <p:cNvPr id="1" name=""/>
        <p:cNvGrpSpPr/>
        <p:nvPr/>
      </p:nvGrpSpPr>
      <p:grpSpPr>
        <a:xfrm>
          <a:off x="0" y="0"/>
          <a:ext cx="0" cy="0"/>
          <a:chOff x="0" y="0"/>
          <a:chExt cx="0" cy="0"/>
        </a:xfrm>
      </p:grpSpPr>
      <p:pic>
        <p:nvPicPr>
          <p:cNvPr id="6" name="Picture 5" descr="A bright light in the dark&#10;&#10;Description automatically generated">
            <a:extLst>
              <a:ext uri="{FF2B5EF4-FFF2-40B4-BE49-F238E27FC236}">
                <a16:creationId xmlns:a16="http://schemas.microsoft.com/office/drawing/2014/main" id="{963FEC0B-473D-E3B8-1E1E-E29DFA66AD11}"/>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grpSp>
        <p:nvGrpSpPr>
          <p:cNvPr id="4" name="Group 3">
            <a:extLst>
              <a:ext uri="{FF2B5EF4-FFF2-40B4-BE49-F238E27FC236}">
                <a16:creationId xmlns:a16="http://schemas.microsoft.com/office/drawing/2014/main" id="{A1220A54-6882-53B1-3380-1A61010197C4}"/>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4788DF65-E85A-7EA9-F2BB-B439D5C7EB16}"/>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DB6421F7-1BA7-70C3-4C7B-0694CD3F9A6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grpSp>
        <p:nvGrpSpPr>
          <p:cNvPr id="3" name="Group 2">
            <a:extLst>
              <a:ext uri="{FF2B5EF4-FFF2-40B4-BE49-F238E27FC236}">
                <a16:creationId xmlns:a16="http://schemas.microsoft.com/office/drawing/2014/main" id="{068E9B09-FE70-E913-490B-27400CDE026B}"/>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B4038A11-FAB8-DE3A-2D5D-3D1F11925688}"/>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solidFill>
                  <a:schemeClr val="tx1"/>
                </a:solidFill>
              </a:endParaRPr>
            </a:p>
          </p:txBody>
        </p:sp>
        <p:sp>
          <p:nvSpPr>
            <p:cNvPr id="27" name="Freeform 26">
              <a:extLst>
                <a:ext uri="{FF2B5EF4-FFF2-40B4-BE49-F238E27FC236}">
                  <a16:creationId xmlns:a16="http://schemas.microsoft.com/office/drawing/2014/main" id="{FD45E8E5-E623-933A-074B-D3B9860ABECB}"/>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A420F8"/>
                </a:gs>
                <a:gs pos="100000">
                  <a:srgbClr val="5C94F9"/>
                </a:gs>
              </a:gsLst>
              <a:lin ang="18720000" scaled="0"/>
              <a:tileRect/>
            </a:gradFill>
            <a:ln w="81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
        <p:nvSpPr>
          <p:cNvPr id="28" name="Subtitle 2">
            <a:extLst>
              <a:ext uri="{FF2B5EF4-FFF2-40B4-BE49-F238E27FC236}">
                <a16:creationId xmlns:a16="http://schemas.microsoft.com/office/drawing/2014/main" id="{4CE2B77E-5DDA-CC5C-A575-69779E57947F}"/>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tx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2C2EB3B4-62C2-DB27-F905-7B5310DF5CFC}"/>
              </a:ext>
            </a:extLst>
          </p:cNvPr>
          <p:cNvSpPr>
            <a:spLocks noGrp="1"/>
          </p:cNvSpPr>
          <p:nvPr>
            <p:ph type="title"/>
          </p:nvPr>
        </p:nvSpPr>
        <p:spPr>
          <a:xfrm>
            <a:off x="889762" y="2698751"/>
            <a:ext cx="4906009" cy="1654043"/>
          </a:xfrm>
        </p:spPr>
        <p:txBody>
          <a:bodyPr anchor="t">
            <a:noAutofit/>
          </a:bodyPr>
          <a:lstStyle>
            <a:lvl1pPr>
              <a:defRPr sz="4200" b="1" i="0">
                <a:solidFill>
                  <a:schemeClr val="tx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41B1F747-977A-C01C-9182-B92C691E57F0}"/>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tx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2" name="Group 1">
            <a:extLst>
              <a:ext uri="{FF2B5EF4-FFF2-40B4-BE49-F238E27FC236}">
                <a16:creationId xmlns:a16="http://schemas.microsoft.com/office/drawing/2014/main" id="{A8F9C0FF-258E-8363-A5DF-DBEE8F7DBB39}"/>
              </a:ext>
            </a:extLst>
          </p:cNvPr>
          <p:cNvGrpSpPr>
            <a:grpSpLocks noChangeAspect="1"/>
          </p:cNvGrpSpPr>
          <p:nvPr userDrawn="1"/>
        </p:nvGrpSpPr>
        <p:grpSpPr>
          <a:xfrm>
            <a:off x="10562024" y="5167683"/>
            <a:ext cx="1220400" cy="1285398"/>
            <a:chOff x="3913438" y="-99392"/>
            <a:chExt cx="6512821" cy="6859693"/>
          </a:xfrm>
        </p:grpSpPr>
        <p:sp>
          <p:nvSpPr>
            <p:cNvPr id="5" name="Freeform: Shape 4">
              <a:extLst>
                <a:ext uri="{FF2B5EF4-FFF2-40B4-BE49-F238E27FC236}">
                  <a16:creationId xmlns:a16="http://schemas.microsoft.com/office/drawing/2014/main" id="{9C512783-0C4C-5151-CAE6-146AA9E6F5CD}"/>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C6DF74BF-1D17-9014-1B6E-93895F45C989}"/>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8F9AC3AF-EFC6-BFFC-C56B-6DCC6CC17E82}"/>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4963028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Slide Spectrum 3">
    <p:spTree>
      <p:nvGrpSpPr>
        <p:cNvPr id="1" name=""/>
        <p:cNvGrpSpPr/>
        <p:nvPr/>
      </p:nvGrpSpPr>
      <p:grpSpPr>
        <a:xfrm>
          <a:off x="0" y="0"/>
          <a:ext cx="0" cy="0"/>
          <a:chOff x="0" y="0"/>
          <a:chExt cx="0" cy="0"/>
        </a:xfrm>
      </p:grpSpPr>
      <p:pic>
        <p:nvPicPr>
          <p:cNvPr id="3" name="Picture 2" descr="A colorful light in the dark&#10;&#10;Description automatically generated">
            <a:extLst>
              <a:ext uri="{FF2B5EF4-FFF2-40B4-BE49-F238E27FC236}">
                <a16:creationId xmlns:a16="http://schemas.microsoft.com/office/drawing/2014/main" id="{76F31E31-25A6-21A9-5DF2-0E1AA48A3DFC}"/>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grpSp>
        <p:nvGrpSpPr>
          <p:cNvPr id="4" name="Group 3">
            <a:extLst>
              <a:ext uri="{FF2B5EF4-FFF2-40B4-BE49-F238E27FC236}">
                <a16:creationId xmlns:a16="http://schemas.microsoft.com/office/drawing/2014/main" id="{3450C8DF-4702-5EBD-26CC-DEBD6800743F}"/>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tx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tx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tx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5" name="Group 4">
            <a:extLst>
              <a:ext uri="{FF2B5EF4-FFF2-40B4-BE49-F238E27FC236}">
                <a16:creationId xmlns:a16="http://schemas.microsoft.com/office/drawing/2014/main" id="{351712FD-9300-4754-120C-13FA331421AB}"/>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solidFill>
                  <a:schemeClr val="tx1"/>
                </a:solidFill>
              </a:endParaRPr>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7D1E"/>
                </a:gs>
                <a:gs pos="100000">
                  <a:srgbClr val="FF32FF"/>
                </a:gs>
              </a:gsLst>
              <a:lin ang="18720000" scaled="0"/>
              <a:tileRect/>
            </a:gradFill>
            <a:ln w="8181" cap="flat">
              <a:noFill/>
              <a:prstDash val="solid"/>
              <a:miter/>
            </a:ln>
          </p:spPr>
          <p:txBody>
            <a:bodyPr rtlCol="0" anchor="ctr"/>
            <a:lstStyle/>
            <a:p>
              <a:pPr lvl="0"/>
              <a:endParaRPr lang="en-US"/>
            </a:p>
          </p:txBody>
        </p:sp>
      </p:grpSp>
      <p:grpSp>
        <p:nvGrpSpPr>
          <p:cNvPr id="2" name="Group 1">
            <a:extLst>
              <a:ext uri="{FF2B5EF4-FFF2-40B4-BE49-F238E27FC236}">
                <a16:creationId xmlns:a16="http://schemas.microsoft.com/office/drawing/2014/main" id="{187BB8EC-6C8D-276F-2D5F-057B2E2300DA}"/>
              </a:ext>
            </a:extLst>
          </p:cNvPr>
          <p:cNvGrpSpPr>
            <a:grpSpLocks noChangeAspect="1"/>
          </p:cNvGrpSpPr>
          <p:nvPr userDrawn="1"/>
        </p:nvGrpSpPr>
        <p:grpSpPr>
          <a:xfrm>
            <a:off x="10562024" y="5167683"/>
            <a:ext cx="1220400" cy="1285398"/>
            <a:chOff x="3913438" y="-99392"/>
            <a:chExt cx="6512821" cy="6859693"/>
          </a:xfrm>
        </p:grpSpPr>
        <p:sp>
          <p:nvSpPr>
            <p:cNvPr id="6" name="Freeform: Shape 5">
              <a:extLst>
                <a:ext uri="{FF2B5EF4-FFF2-40B4-BE49-F238E27FC236}">
                  <a16:creationId xmlns:a16="http://schemas.microsoft.com/office/drawing/2014/main" id="{F077F8F2-2AD6-0080-797A-0C80FFAEFEE6}"/>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7447CE8A-37EB-3F17-0CED-93B3FA7CAE98}"/>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9A25292E-E104-D48F-8B82-AED824EB6509}"/>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9279079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le Slide Frame Yellow">
    <p:bg>
      <p:bgPr>
        <a:solidFill>
          <a:schemeClr val="tx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4089FD7-604E-6D50-B8E8-386FF8CEA917}"/>
              </a:ext>
              <a:ext uri="{C183D7F6-B498-43B3-948B-1728B52AA6E4}">
                <adec:decorative xmlns:adec="http://schemas.microsoft.com/office/drawing/2017/decorative" val="1"/>
              </a:ext>
            </a:extLst>
          </p:cNvPr>
          <p:cNvSpPr/>
          <p:nvPr userDrawn="1"/>
        </p:nvSpPr>
        <p:spPr>
          <a:xfrm>
            <a:off x="0" y="0"/>
            <a:ext cx="9938084" cy="6858000"/>
          </a:xfrm>
          <a:prstGeom prst="rect">
            <a:avLst/>
          </a:prstGeom>
          <a:gradFill flip="none" rotWithShape="1">
            <a:gsLst>
              <a:gs pos="0">
                <a:schemeClr val="tx1">
                  <a:alpha val="80000"/>
                </a:schemeClr>
              </a:gs>
              <a:gs pos="100000">
                <a:schemeClr val="tx1">
                  <a:alpha val="0"/>
                </a:schemeClr>
              </a:gs>
            </a:gsLst>
            <a:lin ang="0" scaled="0"/>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9" name="Group 8">
            <a:extLst>
              <a:ext uri="{FF2B5EF4-FFF2-40B4-BE49-F238E27FC236}">
                <a16:creationId xmlns:a16="http://schemas.microsoft.com/office/drawing/2014/main" id="{316936F3-C182-891A-97A0-CF098568C803}"/>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8" name="Group 7">
            <a:extLst>
              <a:ext uri="{FF2B5EF4-FFF2-40B4-BE49-F238E27FC236}">
                <a16:creationId xmlns:a16="http://schemas.microsoft.com/office/drawing/2014/main" id="{865A0015-0244-01BA-67B6-11CDC3C588A5}"/>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solidFill>
                  <a:schemeClr val="bg1"/>
                </a:solidFill>
              </a:endParaRPr>
            </a:p>
          </p:txBody>
        </p:sp>
        <p:sp>
          <p:nvSpPr>
            <p:cNvPr id="4" name="Freeform 3">
              <a:extLst>
                <a:ext uri="{FF2B5EF4-FFF2-40B4-BE49-F238E27FC236}">
                  <a16:creationId xmlns:a16="http://schemas.microsoft.com/office/drawing/2014/main" id="{7E9D0337-F340-664F-6A13-B03AA4BA4F82}"/>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solidFill>
              <a:schemeClr val="tx2"/>
            </a:solidFill>
            <a:ln w="8181" cap="flat">
              <a:noFill/>
              <a:prstDash val="solid"/>
              <a:miter/>
            </a:ln>
          </p:spPr>
          <p:txBody>
            <a:bodyPr rtlCol="0" anchor="ctr"/>
            <a:lstStyle/>
            <a:p>
              <a:pPr lvl="0"/>
              <a:endParaRPr lang="en-US">
                <a:solidFill>
                  <a:schemeClr val="bg1"/>
                </a:solidFill>
              </a:endParaRPr>
            </a:p>
          </p:txBody>
        </p:sp>
      </p:grpSp>
      <p:grpSp>
        <p:nvGrpSpPr>
          <p:cNvPr id="7" name="Group 6">
            <a:extLst>
              <a:ext uri="{FF2B5EF4-FFF2-40B4-BE49-F238E27FC236}">
                <a16:creationId xmlns:a16="http://schemas.microsoft.com/office/drawing/2014/main" id="{91D5A968-1B24-01BF-95A3-4FCB6124E782}"/>
              </a:ext>
            </a:extLst>
          </p:cNvPr>
          <p:cNvGrpSpPr>
            <a:grpSpLocks noChangeAspect="1"/>
          </p:cNvGrpSpPr>
          <p:nvPr userDrawn="1"/>
        </p:nvGrpSpPr>
        <p:grpSpPr>
          <a:xfrm>
            <a:off x="10562024" y="5167683"/>
            <a:ext cx="1220400" cy="1285398"/>
            <a:chOff x="3913438" y="-99392"/>
            <a:chExt cx="6512821" cy="6859693"/>
          </a:xfrm>
        </p:grpSpPr>
        <p:sp>
          <p:nvSpPr>
            <p:cNvPr id="10" name="Freeform: Shape 9">
              <a:extLst>
                <a:ext uri="{FF2B5EF4-FFF2-40B4-BE49-F238E27FC236}">
                  <a16:creationId xmlns:a16="http://schemas.microsoft.com/office/drawing/2014/main" id="{322D456F-2780-F98C-DE5F-2372A03E5777}"/>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1" name="Freeform: Shape 10">
              <a:extLst>
                <a:ext uri="{FF2B5EF4-FFF2-40B4-BE49-F238E27FC236}">
                  <a16:creationId xmlns:a16="http://schemas.microsoft.com/office/drawing/2014/main" id="{2F1A8A8B-F7CF-C180-B3E6-D7E79D33D8B9}"/>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2" name="Freeform: Shape 11">
              <a:extLst>
                <a:ext uri="{FF2B5EF4-FFF2-40B4-BE49-F238E27FC236}">
                  <a16:creationId xmlns:a16="http://schemas.microsoft.com/office/drawing/2014/main" id="{D71991EC-BAEE-610D-F5B6-BC793FB37355}"/>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21200667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Slide Frame Writ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A698E1-9315-F464-C75D-F86E6E4A15E1}"/>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11"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38649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12" name="Title 4">
            <a:extLst>
              <a:ext uri="{FF2B5EF4-FFF2-40B4-BE49-F238E27FC236}">
                <a16:creationId xmlns:a16="http://schemas.microsoft.com/office/drawing/2014/main" id="{1F7B1FDC-B90E-6693-A750-B9BA4B535E8A}"/>
              </a:ext>
            </a:extLst>
          </p:cNvPr>
          <p:cNvSpPr>
            <a:spLocks noGrp="1"/>
          </p:cNvSpPr>
          <p:nvPr>
            <p:ph type="title"/>
          </p:nvPr>
        </p:nvSpPr>
        <p:spPr>
          <a:xfrm>
            <a:off x="889762" y="21272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13"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4475985"/>
            <a:ext cx="4906010" cy="246221"/>
          </a:xfrm>
        </p:spPr>
        <p:txBody>
          <a:bodyPr wrap="square">
            <a:spAutoFit/>
          </a:bodyPr>
          <a:lstStyle>
            <a:lvl1pPr marL="0" indent="0">
              <a:buNone/>
              <a:defRPr sz="1600" b="1">
                <a:solidFill>
                  <a:schemeClr val="bg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3" name="Group 2">
            <a:extLst>
              <a:ext uri="{FF2B5EF4-FFF2-40B4-BE49-F238E27FC236}">
                <a16:creationId xmlns:a16="http://schemas.microsoft.com/office/drawing/2014/main" id="{ED3F6603-D012-19C2-19E4-3C9A6BAA4779}"/>
              </a:ext>
            </a:extLst>
          </p:cNvPr>
          <p:cNvGrpSpPr/>
          <p:nvPr userDrawn="1"/>
        </p:nvGrpSpPr>
        <p:grpSpPr>
          <a:xfrm>
            <a:off x="485774" y="719508"/>
            <a:ext cx="5706110" cy="4360545"/>
            <a:chOff x="485774" y="719508"/>
            <a:chExt cx="5706110" cy="4360545"/>
          </a:xfrm>
        </p:grpSpPr>
        <p:sp>
          <p:nvSpPr>
            <p:cNvPr id="10" name="Freeform 25">
              <a:extLst>
                <a:ext uri="{FF2B5EF4-FFF2-40B4-BE49-F238E27FC236}">
                  <a16:creationId xmlns:a16="http://schemas.microsoft.com/office/drawing/2014/main" id="{F7E50E80-DFF0-E065-898F-1AFD970459B6}"/>
                </a:ext>
              </a:extLst>
            </p:cNvPr>
            <p:cNvSpPr/>
            <p:nvPr userDrawn="1"/>
          </p:nvSpPr>
          <p:spPr>
            <a:xfrm>
              <a:off x="485774" y="49784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solidFill>
                  <a:schemeClr val="bg1"/>
                </a:solidFill>
              </a:endParaRPr>
            </a:p>
          </p:txBody>
        </p:sp>
        <p:sp>
          <p:nvSpPr>
            <p:cNvPr id="14" name="Freeform 3">
              <a:extLst>
                <a:ext uri="{FF2B5EF4-FFF2-40B4-BE49-F238E27FC236}">
                  <a16:creationId xmlns:a16="http://schemas.microsoft.com/office/drawing/2014/main" id="{7E9D0337-F340-664F-6A13-B03AA4BA4F82}"/>
                </a:ext>
              </a:extLst>
            </p:cNvPr>
            <p:cNvSpPr/>
            <p:nvPr userDrawn="1"/>
          </p:nvSpPr>
          <p:spPr>
            <a:xfrm>
              <a:off x="485775" y="7195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solidFill>
              <a:schemeClr val="tx2"/>
            </a:solidFill>
            <a:ln w="8181" cap="flat">
              <a:noFill/>
              <a:prstDash val="solid"/>
              <a:miter/>
            </a:ln>
          </p:spPr>
          <p:txBody>
            <a:bodyPr rtlCol="0" anchor="ctr"/>
            <a:lstStyle/>
            <a:p>
              <a:pPr lvl="0"/>
              <a:endParaRPr lang="en-US">
                <a:solidFill>
                  <a:schemeClr val="tx1"/>
                </a:solidFill>
              </a:endParaRPr>
            </a:p>
          </p:txBody>
        </p:sp>
      </p:grpSp>
      <p:sp>
        <p:nvSpPr>
          <p:cNvPr id="15" name="TextBox 14">
            <a:extLst>
              <a:ext uri="{FF2B5EF4-FFF2-40B4-BE49-F238E27FC236}">
                <a16:creationId xmlns:a16="http://schemas.microsoft.com/office/drawing/2014/main" id="{EEB2775D-C14D-1FFE-E3E9-4E62DDA32301}"/>
              </a:ext>
            </a:extLst>
          </p:cNvPr>
          <p:cNvSpPr txBox="1"/>
          <p:nvPr userDrawn="1"/>
        </p:nvSpPr>
        <p:spPr>
          <a:xfrm>
            <a:off x="461984" y="5552404"/>
            <a:ext cx="1045073" cy="197581"/>
          </a:xfrm>
          <a:prstGeom prst="rect">
            <a:avLst/>
          </a:prstGeom>
          <a:noFill/>
        </p:spPr>
        <p:txBody>
          <a:bodyPr wrap="square" lIns="0" tIns="0" rIns="0" bIns="0" rtlCol="0" anchor="ctr" anchorCtr="0">
            <a:noAutofit/>
          </a:bodyPr>
          <a:lstStyle/>
          <a:p>
            <a:r>
              <a:rPr lang="en-GB" sz="1200" dirty="0">
                <a:solidFill>
                  <a:schemeClr val="bg1"/>
                </a:solidFill>
                <a:latin typeface="EYInterstate Light" panose="02000506000000020004" pitchFamily="2" charset="0"/>
              </a:rPr>
              <a:t>Written by</a:t>
            </a:r>
          </a:p>
        </p:txBody>
      </p:sp>
      <p:sp>
        <p:nvSpPr>
          <p:cNvPr id="16" name="Text Placeholder 16">
            <a:extLst>
              <a:ext uri="{FF2B5EF4-FFF2-40B4-BE49-F238E27FC236}">
                <a16:creationId xmlns:a16="http://schemas.microsoft.com/office/drawing/2014/main" id="{FAE2F50B-78AF-04F3-4BFF-980630AF7AFF}"/>
              </a:ext>
            </a:extLst>
          </p:cNvPr>
          <p:cNvSpPr>
            <a:spLocks noGrp="1"/>
          </p:cNvSpPr>
          <p:nvPr>
            <p:ph type="body" sz="quarter" idx="14" hasCustomPrompt="1"/>
          </p:nvPr>
        </p:nvSpPr>
        <p:spPr>
          <a:xfrm>
            <a:off x="1333184" y="5966393"/>
            <a:ext cx="3089275" cy="180000"/>
          </a:xfrm>
        </p:spPr>
        <p:txBody>
          <a:bodyPr/>
          <a:lstStyle>
            <a:lvl1pPr marL="0" indent="0">
              <a:buNone/>
              <a:defRPr sz="1200" b="1">
                <a:solidFill>
                  <a:schemeClr val="bg1"/>
                </a:solidFill>
                <a:latin typeface="+mn-lt"/>
              </a:defRPr>
            </a:lvl1pPr>
          </a:lstStyle>
          <a:p>
            <a:pPr lvl="0"/>
            <a:r>
              <a:rPr lang="en-US" dirty="0"/>
              <a:t>Name Surname</a:t>
            </a:r>
            <a:endParaRPr lang="en-GB" dirty="0"/>
          </a:p>
        </p:txBody>
      </p:sp>
      <p:sp>
        <p:nvSpPr>
          <p:cNvPr id="17" name="Text Placeholder 16">
            <a:extLst>
              <a:ext uri="{FF2B5EF4-FFF2-40B4-BE49-F238E27FC236}">
                <a16:creationId xmlns:a16="http://schemas.microsoft.com/office/drawing/2014/main" id="{A5473ED8-C1F4-379D-AE01-5E7A3D5F3401}"/>
              </a:ext>
            </a:extLst>
          </p:cNvPr>
          <p:cNvSpPr>
            <a:spLocks noGrp="1"/>
          </p:cNvSpPr>
          <p:nvPr>
            <p:ph type="body" sz="quarter" idx="15" hasCustomPrompt="1"/>
          </p:nvPr>
        </p:nvSpPr>
        <p:spPr>
          <a:xfrm>
            <a:off x="1333184" y="6164011"/>
            <a:ext cx="3089275" cy="180000"/>
          </a:xfrm>
        </p:spPr>
        <p:txBody>
          <a:bodyPr/>
          <a:lstStyle>
            <a:lvl1pPr marL="0" indent="0">
              <a:buNone/>
              <a:defRPr sz="1200">
                <a:solidFill>
                  <a:schemeClr val="bg1"/>
                </a:solidFill>
              </a:defRPr>
            </a:lvl1pPr>
          </a:lstStyle>
          <a:p>
            <a:pPr lvl="0"/>
            <a:r>
              <a:rPr lang="en-US" dirty="0"/>
              <a:t>Job Title</a:t>
            </a:r>
            <a:endParaRPr lang="en-GB" dirty="0"/>
          </a:p>
        </p:txBody>
      </p:sp>
      <p:sp>
        <p:nvSpPr>
          <p:cNvPr id="18" name="Picture Placeholder 19">
            <a:extLst>
              <a:ext uri="{FF2B5EF4-FFF2-40B4-BE49-F238E27FC236}">
                <a16:creationId xmlns:a16="http://schemas.microsoft.com/office/drawing/2014/main" id="{812BC08D-D0F7-900D-1481-4C172F6BE56E}"/>
              </a:ext>
            </a:extLst>
          </p:cNvPr>
          <p:cNvSpPr>
            <a:spLocks noGrp="1"/>
          </p:cNvSpPr>
          <p:nvPr>
            <p:ph type="pic" sz="quarter" idx="16"/>
          </p:nvPr>
        </p:nvSpPr>
        <p:spPr>
          <a:xfrm>
            <a:off x="461983" y="5861846"/>
            <a:ext cx="576000" cy="576000"/>
          </a:xfrm>
          <a:prstGeom prst="ellipse">
            <a:avLst/>
          </a:prstGeom>
        </p:spPr>
        <p:txBody>
          <a:bodyPr anchor="ctr"/>
          <a:lstStyle>
            <a:lvl1pPr marL="0" indent="0" algn="ctr">
              <a:buNone/>
              <a:defRPr sz="900">
                <a:solidFill>
                  <a:schemeClr val="bg1"/>
                </a:solidFill>
              </a:defRPr>
            </a:lvl1pPr>
          </a:lstStyle>
          <a:p>
            <a:endParaRPr lang="en-GB" dirty="0"/>
          </a:p>
        </p:txBody>
      </p:sp>
      <p:cxnSp>
        <p:nvCxnSpPr>
          <p:cNvPr id="19" name="Straight Connector 18">
            <a:extLst>
              <a:ext uri="{FF2B5EF4-FFF2-40B4-BE49-F238E27FC236}">
                <a16:creationId xmlns:a16="http://schemas.microsoft.com/office/drawing/2014/main" id="{D25B130A-4E65-32BD-4CB8-C7E2B623FD74}"/>
              </a:ext>
            </a:extLst>
          </p:cNvPr>
          <p:cNvCxnSpPr>
            <a:cxnSpLocks/>
          </p:cNvCxnSpPr>
          <p:nvPr userDrawn="1"/>
        </p:nvCxnSpPr>
        <p:spPr>
          <a:xfrm>
            <a:off x="1333184" y="5656264"/>
            <a:ext cx="8122101" cy="0"/>
          </a:xfrm>
          <a:prstGeom prst="line">
            <a:avLst/>
          </a:prstGeom>
          <a:ln w="9525" cap="flat" cmpd="sng" algn="ctr">
            <a:solidFill>
              <a:srgbClr val="C4C4CD"/>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D4A6F943-2F06-F19E-5B75-109F4C044A83}"/>
              </a:ext>
            </a:extLst>
          </p:cNvPr>
          <p:cNvGrpSpPr>
            <a:grpSpLocks noChangeAspect="1"/>
          </p:cNvGrpSpPr>
          <p:nvPr userDrawn="1"/>
        </p:nvGrpSpPr>
        <p:grpSpPr>
          <a:xfrm>
            <a:off x="10562024" y="5167683"/>
            <a:ext cx="1220400" cy="1285398"/>
            <a:chOff x="3913438" y="-99392"/>
            <a:chExt cx="6512821" cy="6859693"/>
          </a:xfrm>
        </p:grpSpPr>
        <p:sp>
          <p:nvSpPr>
            <p:cNvPr id="8" name="Freeform: Shape 7">
              <a:extLst>
                <a:ext uri="{FF2B5EF4-FFF2-40B4-BE49-F238E27FC236}">
                  <a16:creationId xmlns:a16="http://schemas.microsoft.com/office/drawing/2014/main" id="{15E842E1-A6BC-D328-7C47-CC041C18922E}"/>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9" name="Freeform: Shape 8">
              <a:extLst>
                <a:ext uri="{FF2B5EF4-FFF2-40B4-BE49-F238E27FC236}">
                  <a16:creationId xmlns:a16="http://schemas.microsoft.com/office/drawing/2014/main" id="{9D5AF6DD-7A60-6C0D-4712-147333F66FBC}"/>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20" name="Freeform: Shape 19">
              <a:extLst>
                <a:ext uri="{FF2B5EF4-FFF2-40B4-BE49-F238E27FC236}">
                  <a16:creationId xmlns:a16="http://schemas.microsoft.com/office/drawing/2014/main" id="{ECA72371-99F2-D052-C5A3-68A496195FCE}"/>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5306455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Slide Frame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713817A-1A0E-6215-C86F-711F67622AC3}"/>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8" name="Group 7">
            <a:extLst>
              <a:ext uri="{FF2B5EF4-FFF2-40B4-BE49-F238E27FC236}">
                <a16:creationId xmlns:a16="http://schemas.microsoft.com/office/drawing/2014/main" id="{74EBDC9A-DAD0-DF95-C863-A513F5757B58}"/>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7E9D0337-F340-664F-6A13-B03AA4BA4F82}"/>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FF32FF"/>
                </a:gs>
                <a:gs pos="100000">
                  <a:srgbClr val="32FFFF"/>
                </a:gs>
              </a:gsLst>
              <a:lin ang="18600000" scaled="0"/>
              <a:tileRect/>
            </a:gradFill>
            <a:ln w="8181" cap="flat">
              <a:noFill/>
              <a:prstDash val="solid"/>
              <a:miter/>
            </a:ln>
          </p:spPr>
          <p:txBody>
            <a:bodyPr rtlCol="0" anchor="ctr"/>
            <a:lstStyle/>
            <a:p>
              <a:pPr lvl="0"/>
              <a:endParaRPr lang="en-US"/>
            </a:p>
          </p:txBody>
        </p:sp>
      </p:grpSp>
      <p:grpSp>
        <p:nvGrpSpPr>
          <p:cNvPr id="2" name="Group 1">
            <a:extLst>
              <a:ext uri="{FF2B5EF4-FFF2-40B4-BE49-F238E27FC236}">
                <a16:creationId xmlns:a16="http://schemas.microsoft.com/office/drawing/2014/main" id="{1882E718-34C5-4345-6EDE-C2A2274567A3}"/>
              </a:ext>
            </a:extLst>
          </p:cNvPr>
          <p:cNvGrpSpPr/>
          <p:nvPr userDrawn="1"/>
        </p:nvGrpSpPr>
        <p:grpSpPr>
          <a:xfrm>
            <a:off x="485775" y="6164633"/>
            <a:ext cx="4940935" cy="318770"/>
            <a:chOff x="485775" y="6164633"/>
            <a:chExt cx="4940935" cy="318770"/>
          </a:xfrm>
        </p:grpSpPr>
        <p:sp>
          <p:nvSpPr>
            <p:cNvPr id="5" name="Freeform 23">
              <a:extLst>
                <a:ext uri="{FF2B5EF4-FFF2-40B4-BE49-F238E27FC236}">
                  <a16:creationId xmlns:a16="http://schemas.microsoft.com/office/drawing/2014/main" id="{04769FC2-AA96-BF7D-A57D-6136B16425B4}"/>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6" name="Freeform 24">
              <a:extLst>
                <a:ext uri="{FF2B5EF4-FFF2-40B4-BE49-F238E27FC236}">
                  <a16:creationId xmlns:a16="http://schemas.microsoft.com/office/drawing/2014/main" id="{018A045E-469B-37B4-66BD-A077F6237FA6}"/>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grpSp>
        <p:nvGrpSpPr>
          <p:cNvPr id="9" name="Group 8">
            <a:extLst>
              <a:ext uri="{FF2B5EF4-FFF2-40B4-BE49-F238E27FC236}">
                <a16:creationId xmlns:a16="http://schemas.microsoft.com/office/drawing/2014/main" id="{D96664EF-CE5B-CE23-BD45-8EBEE44AB59C}"/>
              </a:ext>
            </a:extLst>
          </p:cNvPr>
          <p:cNvGrpSpPr>
            <a:grpSpLocks noChangeAspect="1"/>
          </p:cNvGrpSpPr>
          <p:nvPr userDrawn="1"/>
        </p:nvGrpSpPr>
        <p:grpSpPr>
          <a:xfrm>
            <a:off x="10562024" y="5167683"/>
            <a:ext cx="1220400" cy="1285398"/>
            <a:chOff x="3913438" y="-99392"/>
            <a:chExt cx="6512821" cy="6859693"/>
          </a:xfrm>
        </p:grpSpPr>
        <p:sp>
          <p:nvSpPr>
            <p:cNvPr id="10" name="Freeform: Shape 9">
              <a:extLst>
                <a:ext uri="{FF2B5EF4-FFF2-40B4-BE49-F238E27FC236}">
                  <a16:creationId xmlns:a16="http://schemas.microsoft.com/office/drawing/2014/main" id="{E6DD499C-9F4F-85B2-7CED-8B5892C7AA74}"/>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1" name="Freeform: Shape 10">
              <a:extLst>
                <a:ext uri="{FF2B5EF4-FFF2-40B4-BE49-F238E27FC236}">
                  <a16:creationId xmlns:a16="http://schemas.microsoft.com/office/drawing/2014/main" id="{0224288A-4174-3DC7-2268-294BCF7472B4}"/>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4" name="Freeform: Shape 13">
              <a:extLst>
                <a:ext uri="{FF2B5EF4-FFF2-40B4-BE49-F238E27FC236}">
                  <a16:creationId xmlns:a16="http://schemas.microsoft.com/office/drawing/2014/main" id="{277925CB-5565-D7E0-CA9C-B423DA5657B2}"/>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25799404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Slide Fram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B25F44-CAE3-AE0B-B97B-B0F6E4B43D50}"/>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11" name="Group 10">
            <a:extLst>
              <a:ext uri="{FF2B5EF4-FFF2-40B4-BE49-F238E27FC236}">
                <a16:creationId xmlns:a16="http://schemas.microsoft.com/office/drawing/2014/main" id="{8092712F-14F6-2950-E68A-ADC32C53EBC0}"/>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CC99724B-50FD-5B78-B6B7-D645073026A7}"/>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A420F8"/>
                </a:gs>
                <a:gs pos="100000">
                  <a:srgbClr val="5C94F9"/>
                </a:gs>
              </a:gsLst>
              <a:lin ang="18720000" scaled="0"/>
              <a:tileRect/>
            </a:gradFill>
            <a:ln w="81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grpSp>
        <p:nvGrpSpPr>
          <p:cNvPr id="2" name="Group 1">
            <a:extLst>
              <a:ext uri="{FF2B5EF4-FFF2-40B4-BE49-F238E27FC236}">
                <a16:creationId xmlns:a16="http://schemas.microsoft.com/office/drawing/2014/main" id="{D24F0FAD-7582-E59D-E125-54DD5BA160A3}"/>
              </a:ext>
            </a:extLst>
          </p:cNvPr>
          <p:cNvGrpSpPr/>
          <p:nvPr userDrawn="1"/>
        </p:nvGrpSpPr>
        <p:grpSpPr>
          <a:xfrm>
            <a:off x="485775" y="6164633"/>
            <a:ext cx="4940935" cy="318770"/>
            <a:chOff x="485775" y="6164633"/>
            <a:chExt cx="4940935" cy="318770"/>
          </a:xfrm>
        </p:grpSpPr>
        <p:sp>
          <p:nvSpPr>
            <p:cNvPr id="4" name="Freeform 23">
              <a:extLst>
                <a:ext uri="{FF2B5EF4-FFF2-40B4-BE49-F238E27FC236}">
                  <a16:creationId xmlns:a16="http://schemas.microsoft.com/office/drawing/2014/main" id="{6FA849DF-1D4C-EAF0-08A5-7DDBACD55F3C}"/>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5" name="Freeform 24">
              <a:extLst>
                <a:ext uri="{FF2B5EF4-FFF2-40B4-BE49-F238E27FC236}">
                  <a16:creationId xmlns:a16="http://schemas.microsoft.com/office/drawing/2014/main" id="{AFCBB4D7-2A1F-809A-E4FD-A2FEADA71C98}"/>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grpSp>
        <p:nvGrpSpPr>
          <p:cNvPr id="8" name="Group 7">
            <a:extLst>
              <a:ext uri="{FF2B5EF4-FFF2-40B4-BE49-F238E27FC236}">
                <a16:creationId xmlns:a16="http://schemas.microsoft.com/office/drawing/2014/main" id="{A6CE9ED0-A8F9-201F-B8D4-E7719F6A1A7E}"/>
              </a:ext>
            </a:extLst>
          </p:cNvPr>
          <p:cNvGrpSpPr>
            <a:grpSpLocks noChangeAspect="1"/>
          </p:cNvGrpSpPr>
          <p:nvPr userDrawn="1"/>
        </p:nvGrpSpPr>
        <p:grpSpPr>
          <a:xfrm>
            <a:off x="10562024" y="5167683"/>
            <a:ext cx="1220400" cy="1285398"/>
            <a:chOff x="3913438" y="-99392"/>
            <a:chExt cx="6512821" cy="6859693"/>
          </a:xfrm>
        </p:grpSpPr>
        <p:sp>
          <p:nvSpPr>
            <p:cNvPr id="9" name="Freeform: Shape 8">
              <a:extLst>
                <a:ext uri="{FF2B5EF4-FFF2-40B4-BE49-F238E27FC236}">
                  <a16:creationId xmlns:a16="http://schemas.microsoft.com/office/drawing/2014/main" id="{54839EC8-BF8D-8EE4-F606-CEE2A03CBD2C}"/>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0" name="Freeform: Shape 9">
              <a:extLst>
                <a:ext uri="{FF2B5EF4-FFF2-40B4-BE49-F238E27FC236}">
                  <a16:creationId xmlns:a16="http://schemas.microsoft.com/office/drawing/2014/main" id="{FEC72D34-A5B5-3A04-807D-A4539C621A76}"/>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4" name="Freeform: Shape 13">
              <a:extLst>
                <a:ext uri="{FF2B5EF4-FFF2-40B4-BE49-F238E27FC236}">
                  <a16:creationId xmlns:a16="http://schemas.microsoft.com/office/drawing/2014/main" id="{9E33F9E4-7AB9-2619-EE33-D5ABBA23ADA3}"/>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41530665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Slide Fram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8D4830-1AF6-9C3D-EC53-70FC3C7CBE54}"/>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8" name="Group 7">
            <a:extLst>
              <a:ext uri="{FF2B5EF4-FFF2-40B4-BE49-F238E27FC236}">
                <a16:creationId xmlns:a16="http://schemas.microsoft.com/office/drawing/2014/main" id="{7E4019ED-5B2C-404F-02EC-797AD0FF10FD}"/>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2" name="Freeform 1">
              <a:extLst>
                <a:ext uri="{FF2B5EF4-FFF2-40B4-BE49-F238E27FC236}">
                  <a16:creationId xmlns:a16="http://schemas.microsoft.com/office/drawing/2014/main" id="{63327741-8A1F-B922-5F7C-0313A67883A4}"/>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7D1E"/>
                </a:gs>
                <a:gs pos="100000">
                  <a:srgbClr val="FF32FF"/>
                </a:gs>
              </a:gsLst>
              <a:lin ang="18720000" scaled="0"/>
              <a:tileRect/>
            </a:gradFill>
            <a:ln w="8181" cap="flat">
              <a:noFill/>
              <a:prstDash val="solid"/>
              <a:miter/>
            </a:ln>
          </p:spPr>
          <p:txBody>
            <a:bodyPr rtlCol="0" anchor="ctr"/>
            <a:lstStyle/>
            <a:p>
              <a:pPr lvl="0"/>
              <a:endParaRPr lang="en-US" dirty="0"/>
            </a:p>
          </p:txBody>
        </p:sp>
      </p:grpSp>
      <p:grpSp>
        <p:nvGrpSpPr>
          <p:cNvPr id="3" name="Group 2">
            <a:extLst>
              <a:ext uri="{FF2B5EF4-FFF2-40B4-BE49-F238E27FC236}">
                <a16:creationId xmlns:a16="http://schemas.microsoft.com/office/drawing/2014/main" id="{A6D27708-5BDE-7609-B2E7-5BB669F020F7}"/>
              </a:ext>
            </a:extLst>
          </p:cNvPr>
          <p:cNvGrpSpPr/>
          <p:nvPr userDrawn="1"/>
        </p:nvGrpSpPr>
        <p:grpSpPr>
          <a:xfrm>
            <a:off x="485775" y="6164633"/>
            <a:ext cx="4940935" cy="318770"/>
            <a:chOff x="485775" y="6164633"/>
            <a:chExt cx="4940935" cy="318770"/>
          </a:xfrm>
        </p:grpSpPr>
        <p:sp>
          <p:nvSpPr>
            <p:cNvPr id="5" name="Freeform 23">
              <a:extLst>
                <a:ext uri="{FF2B5EF4-FFF2-40B4-BE49-F238E27FC236}">
                  <a16:creationId xmlns:a16="http://schemas.microsoft.com/office/drawing/2014/main" id="{ED53A776-F7E6-4162-5C9C-EBEC582A810E}"/>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6" name="Freeform 24">
              <a:extLst>
                <a:ext uri="{FF2B5EF4-FFF2-40B4-BE49-F238E27FC236}">
                  <a16:creationId xmlns:a16="http://schemas.microsoft.com/office/drawing/2014/main" id="{AD73404A-FC7B-D657-2C28-CB0C86D6B749}"/>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grpSp>
        <p:nvGrpSpPr>
          <p:cNvPr id="9" name="Group 8">
            <a:extLst>
              <a:ext uri="{FF2B5EF4-FFF2-40B4-BE49-F238E27FC236}">
                <a16:creationId xmlns:a16="http://schemas.microsoft.com/office/drawing/2014/main" id="{940E09F0-6F36-3CCB-B830-9F7B497C4FAD}"/>
              </a:ext>
            </a:extLst>
          </p:cNvPr>
          <p:cNvGrpSpPr>
            <a:grpSpLocks noChangeAspect="1"/>
          </p:cNvGrpSpPr>
          <p:nvPr userDrawn="1"/>
        </p:nvGrpSpPr>
        <p:grpSpPr>
          <a:xfrm>
            <a:off x="10562024" y="5167683"/>
            <a:ext cx="1220400" cy="1285398"/>
            <a:chOff x="3913438" y="-99392"/>
            <a:chExt cx="6512821" cy="6859693"/>
          </a:xfrm>
        </p:grpSpPr>
        <p:sp>
          <p:nvSpPr>
            <p:cNvPr id="10" name="Freeform: Shape 9">
              <a:extLst>
                <a:ext uri="{FF2B5EF4-FFF2-40B4-BE49-F238E27FC236}">
                  <a16:creationId xmlns:a16="http://schemas.microsoft.com/office/drawing/2014/main" id="{78A4C3CD-8DDC-D023-1851-A260526E6035}"/>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1" name="Freeform: Shape 10">
              <a:extLst>
                <a:ext uri="{FF2B5EF4-FFF2-40B4-BE49-F238E27FC236}">
                  <a16:creationId xmlns:a16="http://schemas.microsoft.com/office/drawing/2014/main" id="{1B23B9A3-ECB2-23D6-6117-B089B1FA3213}"/>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4" name="Freeform: Shape 13">
              <a:extLst>
                <a:ext uri="{FF2B5EF4-FFF2-40B4-BE49-F238E27FC236}">
                  <a16:creationId xmlns:a16="http://schemas.microsoft.com/office/drawing/2014/main" id="{2DEE98FE-B6F7-394F-EA0F-013620E08950}"/>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7903467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Fram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2D7BB4A-5FCC-BE0E-4598-A4CBBA847A08}"/>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8" name="Group 7">
            <a:extLst>
              <a:ext uri="{FF2B5EF4-FFF2-40B4-BE49-F238E27FC236}">
                <a16:creationId xmlns:a16="http://schemas.microsoft.com/office/drawing/2014/main" id="{CAE5DE78-B7B3-7321-F9AE-079289C97DAA}"/>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7E9D0337-F340-664F-6A13-B03AA4BA4F82}"/>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00C864"/>
                </a:gs>
                <a:gs pos="100000">
                  <a:srgbClr val="4696FF"/>
                </a:gs>
              </a:gsLst>
              <a:lin ang="18600000" scaled="0"/>
              <a:tileRect/>
            </a:gradFill>
            <a:ln w="8181" cap="flat">
              <a:noFill/>
              <a:prstDash val="solid"/>
              <a:miter/>
            </a:ln>
          </p:spPr>
          <p:txBody>
            <a:bodyPr rtlCol="0" anchor="ctr"/>
            <a:lstStyle/>
            <a:p>
              <a:pPr lvl="0"/>
              <a:endParaRPr lang="en-US" dirty="0"/>
            </a:p>
          </p:txBody>
        </p:sp>
      </p:grpSp>
      <p:grpSp>
        <p:nvGrpSpPr>
          <p:cNvPr id="2" name="Group 1">
            <a:extLst>
              <a:ext uri="{FF2B5EF4-FFF2-40B4-BE49-F238E27FC236}">
                <a16:creationId xmlns:a16="http://schemas.microsoft.com/office/drawing/2014/main" id="{30E3E6A4-E7C7-D8B1-D168-425F837286E8}"/>
              </a:ext>
            </a:extLst>
          </p:cNvPr>
          <p:cNvGrpSpPr/>
          <p:nvPr userDrawn="1"/>
        </p:nvGrpSpPr>
        <p:grpSpPr>
          <a:xfrm>
            <a:off x="485775" y="6164633"/>
            <a:ext cx="4940935" cy="318770"/>
            <a:chOff x="485775" y="6164633"/>
            <a:chExt cx="4940935" cy="318770"/>
          </a:xfrm>
        </p:grpSpPr>
        <p:sp>
          <p:nvSpPr>
            <p:cNvPr id="5" name="Freeform 23">
              <a:extLst>
                <a:ext uri="{FF2B5EF4-FFF2-40B4-BE49-F238E27FC236}">
                  <a16:creationId xmlns:a16="http://schemas.microsoft.com/office/drawing/2014/main" id="{68A48E44-3626-12D9-7447-675C0E15D905}"/>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6" name="Freeform 24">
              <a:extLst>
                <a:ext uri="{FF2B5EF4-FFF2-40B4-BE49-F238E27FC236}">
                  <a16:creationId xmlns:a16="http://schemas.microsoft.com/office/drawing/2014/main" id="{2D5DD4F1-1FCF-E20D-2541-C550DC2B1532}"/>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grpSp>
        <p:nvGrpSpPr>
          <p:cNvPr id="9" name="Group 8">
            <a:extLst>
              <a:ext uri="{FF2B5EF4-FFF2-40B4-BE49-F238E27FC236}">
                <a16:creationId xmlns:a16="http://schemas.microsoft.com/office/drawing/2014/main" id="{8ABEBDFF-ED3A-E888-AD12-6BA94B2A4815}"/>
              </a:ext>
            </a:extLst>
          </p:cNvPr>
          <p:cNvGrpSpPr>
            <a:grpSpLocks noChangeAspect="1"/>
          </p:cNvGrpSpPr>
          <p:nvPr userDrawn="1"/>
        </p:nvGrpSpPr>
        <p:grpSpPr>
          <a:xfrm>
            <a:off x="10562024" y="5167683"/>
            <a:ext cx="1220400" cy="1285398"/>
            <a:chOff x="3913438" y="-99392"/>
            <a:chExt cx="6512821" cy="6859693"/>
          </a:xfrm>
        </p:grpSpPr>
        <p:sp>
          <p:nvSpPr>
            <p:cNvPr id="10" name="Freeform: Shape 9">
              <a:extLst>
                <a:ext uri="{FF2B5EF4-FFF2-40B4-BE49-F238E27FC236}">
                  <a16:creationId xmlns:a16="http://schemas.microsoft.com/office/drawing/2014/main" id="{2BC2A0E5-BD4A-D898-E5C9-D0B314660772}"/>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1" name="Freeform: Shape 10">
              <a:extLst>
                <a:ext uri="{FF2B5EF4-FFF2-40B4-BE49-F238E27FC236}">
                  <a16:creationId xmlns:a16="http://schemas.microsoft.com/office/drawing/2014/main" id="{C10A528C-196B-EA38-1C48-567C6808C71B}"/>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4" name="Freeform: Shape 13">
              <a:extLst>
                <a:ext uri="{FF2B5EF4-FFF2-40B4-BE49-F238E27FC236}">
                  <a16:creationId xmlns:a16="http://schemas.microsoft.com/office/drawing/2014/main" id="{E953CEB8-AAB6-262F-570B-0ECADEA0B52C}"/>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9928389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Frame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CF5E0C7-6CC4-C4E1-946D-4BAC78CCDAE4}"/>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10" name="Group 9">
            <a:extLst>
              <a:ext uri="{FF2B5EF4-FFF2-40B4-BE49-F238E27FC236}">
                <a16:creationId xmlns:a16="http://schemas.microsoft.com/office/drawing/2014/main" id="{89C7DE68-0AF4-0FBC-E65F-4833641C7EFD}"/>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7D1E"/>
                </a:gs>
                <a:gs pos="100000">
                  <a:srgbClr val="32FFFF"/>
                </a:gs>
              </a:gsLst>
              <a:lin ang="18720000" scaled="0"/>
              <a:tileRect/>
            </a:gradFill>
            <a:ln w="8181" cap="flat">
              <a:noFill/>
              <a:prstDash val="solid"/>
              <a:miter/>
            </a:ln>
          </p:spPr>
          <p:txBody>
            <a:bodyPr rtlCol="0" anchor="ctr"/>
            <a:lstStyle/>
            <a:p>
              <a:pPr lvl="0"/>
              <a:endParaRPr lang="en-US"/>
            </a:p>
          </p:txBody>
        </p:sp>
      </p:grpSp>
      <p:grpSp>
        <p:nvGrpSpPr>
          <p:cNvPr id="2" name="Group 1">
            <a:extLst>
              <a:ext uri="{FF2B5EF4-FFF2-40B4-BE49-F238E27FC236}">
                <a16:creationId xmlns:a16="http://schemas.microsoft.com/office/drawing/2014/main" id="{3E0BD9D2-8DFC-5B4A-B844-B24A38A6307D}"/>
              </a:ext>
            </a:extLst>
          </p:cNvPr>
          <p:cNvGrpSpPr/>
          <p:nvPr userDrawn="1"/>
        </p:nvGrpSpPr>
        <p:grpSpPr>
          <a:xfrm>
            <a:off x="485775" y="6164633"/>
            <a:ext cx="4940935" cy="318770"/>
            <a:chOff x="485775" y="6164633"/>
            <a:chExt cx="4940935" cy="318770"/>
          </a:xfrm>
        </p:grpSpPr>
        <p:sp>
          <p:nvSpPr>
            <p:cNvPr id="4" name="Freeform 23">
              <a:extLst>
                <a:ext uri="{FF2B5EF4-FFF2-40B4-BE49-F238E27FC236}">
                  <a16:creationId xmlns:a16="http://schemas.microsoft.com/office/drawing/2014/main" id="{6E1C76AD-AD2A-6908-C0E9-04C4C1A81DE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5" name="Freeform 24">
              <a:extLst>
                <a:ext uri="{FF2B5EF4-FFF2-40B4-BE49-F238E27FC236}">
                  <a16:creationId xmlns:a16="http://schemas.microsoft.com/office/drawing/2014/main" id="{CAE00036-4F0B-1437-BB6F-8AC8C14ABDC6}"/>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grpSp>
        <p:nvGrpSpPr>
          <p:cNvPr id="6" name="Group 5">
            <a:extLst>
              <a:ext uri="{FF2B5EF4-FFF2-40B4-BE49-F238E27FC236}">
                <a16:creationId xmlns:a16="http://schemas.microsoft.com/office/drawing/2014/main" id="{2685D981-4029-E7FA-8B11-18D394BA2923}"/>
              </a:ext>
            </a:extLst>
          </p:cNvPr>
          <p:cNvGrpSpPr>
            <a:grpSpLocks noChangeAspect="1"/>
          </p:cNvGrpSpPr>
          <p:nvPr userDrawn="1"/>
        </p:nvGrpSpPr>
        <p:grpSpPr>
          <a:xfrm>
            <a:off x="10562024" y="5167683"/>
            <a:ext cx="1220400" cy="1285398"/>
            <a:chOff x="3913438" y="-99392"/>
            <a:chExt cx="6512821" cy="6859693"/>
          </a:xfrm>
        </p:grpSpPr>
        <p:sp>
          <p:nvSpPr>
            <p:cNvPr id="8" name="Freeform: Shape 7">
              <a:extLst>
                <a:ext uri="{FF2B5EF4-FFF2-40B4-BE49-F238E27FC236}">
                  <a16:creationId xmlns:a16="http://schemas.microsoft.com/office/drawing/2014/main" id="{ABB284A9-7F86-7F5F-FBFB-890629FF0C7B}"/>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9" name="Freeform: Shape 8">
              <a:extLst>
                <a:ext uri="{FF2B5EF4-FFF2-40B4-BE49-F238E27FC236}">
                  <a16:creationId xmlns:a16="http://schemas.microsoft.com/office/drawing/2014/main" id="{E0E5AB5A-4698-308F-13D4-76EFF3ED9F4F}"/>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3" name="Freeform: Shape 12">
              <a:extLst>
                <a:ext uri="{FF2B5EF4-FFF2-40B4-BE49-F238E27FC236}">
                  <a16:creationId xmlns:a16="http://schemas.microsoft.com/office/drawing/2014/main" id="{769E603B-2DE7-EDE4-E8C7-0840DD22DB35}"/>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328206802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Slide Frame 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1B9AAE-F698-5F49-FF7D-DB273B1EE18B}"/>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6" name="Group 5">
            <a:extLst>
              <a:ext uri="{FF2B5EF4-FFF2-40B4-BE49-F238E27FC236}">
                <a16:creationId xmlns:a16="http://schemas.microsoft.com/office/drawing/2014/main" id="{DA2147BC-BA53-072F-B27C-857DCB3CC434}"/>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32FF"/>
                </a:gs>
                <a:gs pos="100000">
                  <a:srgbClr val="E95023"/>
                </a:gs>
              </a:gsLst>
              <a:lin ang="18720000" scaled="0"/>
              <a:tileRect/>
            </a:gradFill>
            <a:ln w="8181" cap="flat">
              <a:noFill/>
              <a:prstDash val="solid"/>
              <a:miter/>
            </a:ln>
          </p:spPr>
          <p:txBody>
            <a:bodyPr rtlCol="0" anchor="ctr"/>
            <a:lstStyle/>
            <a:p>
              <a:pPr lvl="0"/>
              <a:endParaRPr lang="en-US"/>
            </a:p>
          </p:txBody>
        </p:sp>
      </p:grpSp>
      <p:grpSp>
        <p:nvGrpSpPr>
          <p:cNvPr id="2" name="Group 1">
            <a:extLst>
              <a:ext uri="{FF2B5EF4-FFF2-40B4-BE49-F238E27FC236}">
                <a16:creationId xmlns:a16="http://schemas.microsoft.com/office/drawing/2014/main" id="{CDBCF8F7-16B2-8025-2163-4CF53707228D}"/>
              </a:ext>
            </a:extLst>
          </p:cNvPr>
          <p:cNvGrpSpPr/>
          <p:nvPr userDrawn="1"/>
        </p:nvGrpSpPr>
        <p:grpSpPr>
          <a:xfrm>
            <a:off x="485775" y="6164633"/>
            <a:ext cx="4940935" cy="318770"/>
            <a:chOff x="485775" y="6164633"/>
            <a:chExt cx="4940935" cy="318770"/>
          </a:xfrm>
        </p:grpSpPr>
        <p:sp>
          <p:nvSpPr>
            <p:cNvPr id="4" name="Freeform 23">
              <a:extLst>
                <a:ext uri="{FF2B5EF4-FFF2-40B4-BE49-F238E27FC236}">
                  <a16:creationId xmlns:a16="http://schemas.microsoft.com/office/drawing/2014/main" id="{6426E6F1-6C8E-DD12-2CA8-4211518D079A}"/>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5" name="Freeform 24">
              <a:extLst>
                <a:ext uri="{FF2B5EF4-FFF2-40B4-BE49-F238E27FC236}">
                  <a16:creationId xmlns:a16="http://schemas.microsoft.com/office/drawing/2014/main" id="{4A734034-5634-67CA-4626-075282D87716}"/>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grpSp>
        <p:nvGrpSpPr>
          <p:cNvPr id="8" name="Group 7">
            <a:extLst>
              <a:ext uri="{FF2B5EF4-FFF2-40B4-BE49-F238E27FC236}">
                <a16:creationId xmlns:a16="http://schemas.microsoft.com/office/drawing/2014/main" id="{9BCC4E4E-DB60-AAA2-30B8-85FB27793E52}"/>
              </a:ext>
            </a:extLst>
          </p:cNvPr>
          <p:cNvGrpSpPr>
            <a:grpSpLocks noChangeAspect="1"/>
          </p:cNvGrpSpPr>
          <p:nvPr userDrawn="1"/>
        </p:nvGrpSpPr>
        <p:grpSpPr>
          <a:xfrm>
            <a:off x="10562024" y="5167683"/>
            <a:ext cx="1220400" cy="1285398"/>
            <a:chOff x="3913438" y="-99392"/>
            <a:chExt cx="6512821" cy="6859693"/>
          </a:xfrm>
        </p:grpSpPr>
        <p:sp>
          <p:nvSpPr>
            <p:cNvPr id="9" name="Freeform: Shape 8">
              <a:extLst>
                <a:ext uri="{FF2B5EF4-FFF2-40B4-BE49-F238E27FC236}">
                  <a16:creationId xmlns:a16="http://schemas.microsoft.com/office/drawing/2014/main" id="{9754C697-8757-DBD8-0F47-66719448588D}"/>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0" name="Freeform: Shape 9">
              <a:extLst>
                <a:ext uri="{FF2B5EF4-FFF2-40B4-BE49-F238E27FC236}">
                  <a16:creationId xmlns:a16="http://schemas.microsoft.com/office/drawing/2014/main" id="{87170ED6-7576-7DC6-7CD2-493AB81FDB32}"/>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3" name="Freeform: Shape 12">
              <a:extLst>
                <a:ext uri="{FF2B5EF4-FFF2-40B4-BE49-F238E27FC236}">
                  <a16:creationId xmlns:a16="http://schemas.microsoft.com/office/drawing/2014/main" id="{76BDFD37-5DF4-83FC-13C7-1622C7EA37EB}"/>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79053374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le Slide Frame 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EAFCAD8-0916-AF46-1471-030E4128E25A}"/>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solidFill>
                  <a:schemeClr val="bg1"/>
                </a:solidFill>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6" name="Group 5">
            <a:extLst>
              <a:ext uri="{FF2B5EF4-FFF2-40B4-BE49-F238E27FC236}">
                <a16:creationId xmlns:a16="http://schemas.microsoft.com/office/drawing/2014/main" id="{30B5BDB1-ABE4-6C1A-A636-E9D325F7D597}"/>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C5FD45"/>
                </a:gs>
                <a:gs pos="100000">
                  <a:srgbClr val="80FBFD"/>
                </a:gs>
              </a:gsLst>
              <a:lin ang="18720000" scaled="0"/>
              <a:tileRect/>
            </a:gradFill>
            <a:ln w="8181" cap="flat">
              <a:noFill/>
              <a:prstDash val="solid"/>
              <a:miter/>
            </a:ln>
          </p:spPr>
          <p:txBody>
            <a:bodyPr rtlCol="0" anchor="ctr"/>
            <a:lstStyle/>
            <a:p>
              <a:pPr lvl="0"/>
              <a:endParaRPr lang="en-US"/>
            </a:p>
          </p:txBody>
        </p:sp>
      </p:grpSp>
      <p:grpSp>
        <p:nvGrpSpPr>
          <p:cNvPr id="2" name="Group 1">
            <a:extLst>
              <a:ext uri="{FF2B5EF4-FFF2-40B4-BE49-F238E27FC236}">
                <a16:creationId xmlns:a16="http://schemas.microsoft.com/office/drawing/2014/main" id="{FCB428B8-9D15-8754-5228-50D1CDED59D4}"/>
              </a:ext>
            </a:extLst>
          </p:cNvPr>
          <p:cNvGrpSpPr/>
          <p:nvPr userDrawn="1"/>
        </p:nvGrpSpPr>
        <p:grpSpPr>
          <a:xfrm>
            <a:off x="485775" y="6164633"/>
            <a:ext cx="4940935" cy="318770"/>
            <a:chOff x="485775" y="6164633"/>
            <a:chExt cx="4940935" cy="318770"/>
          </a:xfrm>
        </p:grpSpPr>
        <p:sp>
          <p:nvSpPr>
            <p:cNvPr id="4" name="Freeform 23">
              <a:extLst>
                <a:ext uri="{FF2B5EF4-FFF2-40B4-BE49-F238E27FC236}">
                  <a16:creationId xmlns:a16="http://schemas.microsoft.com/office/drawing/2014/main" id="{DABE5942-11DC-26F6-D516-AA89EB12761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solidFill>
                  <a:schemeClr val="bg1"/>
                </a:solidFill>
              </a:endParaRPr>
            </a:p>
          </p:txBody>
        </p:sp>
        <p:sp>
          <p:nvSpPr>
            <p:cNvPr id="5" name="Freeform 24">
              <a:extLst>
                <a:ext uri="{FF2B5EF4-FFF2-40B4-BE49-F238E27FC236}">
                  <a16:creationId xmlns:a16="http://schemas.microsoft.com/office/drawing/2014/main" id="{05EF7429-9EA5-A77D-C1E8-780C689FEFED}"/>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chemeClr val="bg2"/>
            </a:solidFill>
            <a:ln w="63500" cap="flat">
              <a:noFill/>
              <a:prstDash val="solid"/>
              <a:miter/>
            </a:ln>
          </p:spPr>
          <p:txBody>
            <a:bodyPr rtlCol="0" anchor="ctr"/>
            <a:lstStyle/>
            <a:p>
              <a:endParaRPr lang="en-US">
                <a:solidFill>
                  <a:schemeClr val="bg1"/>
                </a:solidFill>
              </a:endParaRPr>
            </a:p>
          </p:txBody>
        </p:sp>
      </p:grpSp>
      <p:grpSp>
        <p:nvGrpSpPr>
          <p:cNvPr id="8" name="Group 7">
            <a:extLst>
              <a:ext uri="{FF2B5EF4-FFF2-40B4-BE49-F238E27FC236}">
                <a16:creationId xmlns:a16="http://schemas.microsoft.com/office/drawing/2014/main" id="{B1F71768-B5BE-EB31-9B39-6306726851A7}"/>
              </a:ext>
            </a:extLst>
          </p:cNvPr>
          <p:cNvGrpSpPr>
            <a:grpSpLocks noChangeAspect="1"/>
          </p:cNvGrpSpPr>
          <p:nvPr userDrawn="1"/>
        </p:nvGrpSpPr>
        <p:grpSpPr>
          <a:xfrm>
            <a:off x="10562024" y="5167683"/>
            <a:ext cx="1220400" cy="1285398"/>
            <a:chOff x="3913438" y="-99392"/>
            <a:chExt cx="6512821" cy="6859693"/>
          </a:xfrm>
        </p:grpSpPr>
        <p:sp>
          <p:nvSpPr>
            <p:cNvPr id="9" name="Freeform: Shape 8">
              <a:extLst>
                <a:ext uri="{FF2B5EF4-FFF2-40B4-BE49-F238E27FC236}">
                  <a16:creationId xmlns:a16="http://schemas.microsoft.com/office/drawing/2014/main" id="{569D4A47-109F-97A9-8BB7-695E2DDB88C4}"/>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0" name="Freeform: Shape 9">
              <a:extLst>
                <a:ext uri="{FF2B5EF4-FFF2-40B4-BE49-F238E27FC236}">
                  <a16:creationId xmlns:a16="http://schemas.microsoft.com/office/drawing/2014/main" id="{4B5D0788-0739-0A60-6682-4C9C5F88BC55}"/>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13" name="Freeform: Shape 12">
              <a:extLst>
                <a:ext uri="{FF2B5EF4-FFF2-40B4-BE49-F238E27FC236}">
                  <a16:creationId xmlns:a16="http://schemas.microsoft.com/office/drawing/2014/main" id="{DAB39C3E-36D1-33F0-6E71-5D756B69DE0B}"/>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chemeClr val="bg2"/>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2772039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descr="A blurry image of a colorful light&#10;&#10;Description automatically generated">
            <a:extLst>
              <a:ext uri="{FF2B5EF4-FFF2-40B4-BE49-F238E27FC236}">
                <a16:creationId xmlns:a16="http://schemas.microsoft.com/office/drawing/2014/main" id="{388CF986-E6D2-86D0-6501-D59429EAD0A3}"/>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tx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panose="02000503020000020004" pitchFamily="2" charset="0"/>
                <a:ea typeface="+mj-ea"/>
                <a:cs typeface="Arial" pitchFamily="34" charset="0"/>
              </a:defRPr>
            </a:lvl1pPr>
          </a:lstStyle>
          <a:p>
            <a:pPr lvl="0"/>
            <a:r>
              <a:rPr lang="en-GB" dirty="0"/>
              <a:t>Chapter 00</a:t>
            </a:r>
            <a:endParaRPr lang="en-US" dirty="0"/>
          </a:p>
        </p:txBody>
      </p:sp>
      <p:sp>
        <p:nvSpPr>
          <p:cNvPr id="16" name="Date Placeholder 15">
            <a:extLst>
              <a:ext uri="{FF2B5EF4-FFF2-40B4-BE49-F238E27FC236}">
                <a16:creationId xmlns:a16="http://schemas.microsoft.com/office/drawing/2014/main" id="{DB4372B3-E211-F19D-CBD9-6CEDF871BD0C}"/>
              </a:ext>
            </a:extLst>
          </p:cNvPr>
          <p:cNvSpPr>
            <a:spLocks noGrp="1"/>
          </p:cNvSpPr>
          <p:nvPr>
            <p:ph type="dt" sz="half" idx="14"/>
          </p:nvPr>
        </p:nvSpPr>
        <p:spPr/>
        <p:txBody>
          <a:bodyPr/>
          <a:lstStyle>
            <a:lvl1pPr>
              <a:defRPr>
                <a:solidFill>
                  <a:schemeClr val="tx1"/>
                </a:solidFill>
              </a:defRPr>
            </a:lvl1pPr>
          </a:lstStyle>
          <a:p>
            <a:fld id="{4BCF1D76-2CEC-4E02-ACB7-01F89831CB77}" type="datetime3">
              <a:rPr lang="en-US" smtClean="0"/>
              <a:t>11 July 2026</a:t>
            </a:fld>
            <a:endParaRPr lang="en-US" dirty="0"/>
          </a:p>
        </p:txBody>
      </p:sp>
      <p:sp>
        <p:nvSpPr>
          <p:cNvPr id="17" name="Footer Placeholder 16">
            <a:extLst>
              <a:ext uri="{FF2B5EF4-FFF2-40B4-BE49-F238E27FC236}">
                <a16:creationId xmlns:a16="http://schemas.microsoft.com/office/drawing/2014/main" id="{53173B02-1E93-D358-4602-350A7447C76C}"/>
              </a:ext>
            </a:extLst>
          </p:cNvPr>
          <p:cNvSpPr>
            <a:spLocks noGrp="1"/>
          </p:cNvSpPr>
          <p:nvPr>
            <p:ph type="ftr" sz="quarter" idx="15"/>
          </p:nvPr>
        </p:nvSpPr>
        <p:spPr/>
        <p:txBody>
          <a:bodyPr/>
          <a:lstStyle>
            <a:lvl1pPr>
              <a:defRPr>
                <a:solidFill>
                  <a:schemeClr val="tx1"/>
                </a:solidFill>
              </a:defRPr>
            </a:lvl1pPr>
          </a:lstStyle>
          <a:p>
            <a:r>
              <a:rPr lang="en-US"/>
              <a:t>Insert footer text here</a:t>
            </a:r>
          </a:p>
        </p:txBody>
      </p:sp>
      <p:sp>
        <p:nvSpPr>
          <p:cNvPr id="18" name="Slide Number Placeholder 17">
            <a:extLst>
              <a:ext uri="{FF2B5EF4-FFF2-40B4-BE49-F238E27FC236}">
                <a16:creationId xmlns:a16="http://schemas.microsoft.com/office/drawing/2014/main" id="{A5E3423F-0FF8-8E54-CEB8-1F15261AFD0E}"/>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dirty="0"/>
          </a:p>
        </p:txBody>
      </p:sp>
      <p:grpSp>
        <p:nvGrpSpPr>
          <p:cNvPr id="13" name="Group 4">
            <a:extLst>
              <a:ext uri="{FF2B5EF4-FFF2-40B4-BE49-F238E27FC236}">
                <a16:creationId xmlns:a16="http://schemas.microsoft.com/office/drawing/2014/main" id="{BD5D0521-4094-9D8B-52E6-631237D5BD0E}"/>
              </a:ext>
            </a:extLst>
          </p:cNvPr>
          <p:cNvGrpSpPr>
            <a:grpSpLocks noChangeAspect="1"/>
          </p:cNvGrpSpPr>
          <p:nvPr userDrawn="1"/>
        </p:nvGrpSpPr>
        <p:grpSpPr bwMode="black">
          <a:xfrm>
            <a:off x="11623900" y="6276977"/>
            <a:ext cx="346158" cy="355219"/>
            <a:chOff x="7110" y="4004"/>
            <a:chExt cx="191" cy="196"/>
          </a:xfrm>
        </p:grpSpPr>
        <p:sp>
          <p:nvSpPr>
            <p:cNvPr id="14" name="Freeform 5">
              <a:extLst>
                <a:ext uri="{FF2B5EF4-FFF2-40B4-BE49-F238E27FC236}">
                  <a16:creationId xmlns:a16="http://schemas.microsoft.com/office/drawing/2014/main" id="{5F3A4557-DC1B-62FA-EE9B-0CB917BAEA54}"/>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15" name="Freeform 6">
              <a:extLst>
                <a:ext uri="{FF2B5EF4-FFF2-40B4-BE49-F238E27FC236}">
                  <a16:creationId xmlns:a16="http://schemas.microsoft.com/office/drawing/2014/main" id="{86BA2D9F-0D2F-D79E-E499-30F4B3FB3EA5}"/>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19" name="Freeform 7">
              <a:extLst>
                <a:ext uri="{FF2B5EF4-FFF2-40B4-BE49-F238E27FC236}">
                  <a16:creationId xmlns:a16="http://schemas.microsoft.com/office/drawing/2014/main" id="{3FC8F491-4D00-1C16-D6B2-ACD761536638}"/>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5515969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pic>
        <p:nvPicPr>
          <p:cNvPr id="13" name="Picture 12" descr="A blurry image of a colorful light&#10;&#10;Description automatically generated">
            <a:extLst>
              <a:ext uri="{FF2B5EF4-FFF2-40B4-BE49-F238E27FC236}">
                <a16:creationId xmlns:a16="http://schemas.microsoft.com/office/drawing/2014/main" id="{ADC82D1B-1943-B3BC-B7E9-DADF1458A765}"/>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tx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panose="02000503020000020004" pitchFamily="2" charset="0"/>
                <a:ea typeface="+mj-ea"/>
                <a:cs typeface="Arial" pitchFamily="34" charset="0"/>
              </a:defRPr>
            </a:lvl1pPr>
          </a:lstStyle>
          <a:p>
            <a:pPr lvl="0"/>
            <a:r>
              <a:rPr lang="en-GB" dirty="0"/>
              <a:t>Chapter 00</a:t>
            </a:r>
            <a:endParaRPr lang="en-US" dirty="0"/>
          </a:p>
        </p:txBody>
      </p:sp>
      <p:sp>
        <p:nvSpPr>
          <p:cNvPr id="14" name="Date Placeholder 13">
            <a:extLst>
              <a:ext uri="{FF2B5EF4-FFF2-40B4-BE49-F238E27FC236}">
                <a16:creationId xmlns:a16="http://schemas.microsoft.com/office/drawing/2014/main" id="{FF04263E-9F32-7609-1152-7E305FEBE745}"/>
              </a:ext>
            </a:extLst>
          </p:cNvPr>
          <p:cNvSpPr>
            <a:spLocks noGrp="1"/>
          </p:cNvSpPr>
          <p:nvPr>
            <p:ph type="dt" sz="half" idx="14"/>
          </p:nvPr>
        </p:nvSpPr>
        <p:spPr/>
        <p:txBody>
          <a:bodyPr/>
          <a:lstStyle>
            <a:lvl1pPr>
              <a:defRPr>
                <a:solidFill>
                  <a:schemeClr val="tx1"/>
                </a:solidFill>
              </a:defRPr>
            </a:lvl1pPr>
          </a:lstStyle>
          <a:p>
            <a:fld id="{60863536-16E3-41B3-8EE3-6336C0F15EC9}" type="datetime3">
              <a:rPr lang="en-US" smtClean="0"/>
              <a:t>11 July 2026</a:t>
            </a:fld>
            <a:endParaRPr lang="en-US" dirty="0"/>
          </a:p>
        </p:txBody>
      </p:sp>
      <p:sp>
        <p:nvSpPr>
          <p:cNvPr id="15" name="Footer Placeholder 14">
            <a:extLst>
              <a:ext uri="{FF2B5EF4-FFF2-40B4-BE49-F238E27FC236}">
                <a16:creationId xmlns:a16="http://schemas.microsoft.com/office/drawing/2014/main" id="{F7F02905-9FFE-65B7-8565-3E827BBAECD9}"/>
              </a:ext>
            </a:extLst>
          </p:cNvPr>
          <p:cNvSpPr>
            <a:spLocks noGrp="1"/>
          </p:cNvSpPr>
          <p:nvPr>
            <p:ph type="ftr" sz="quarter" idx="15"/>
          </p:nvPr>
        </p:nvSpPr>
        <p:spPr/>
        <p:txBody>
          <a:bodyPr/>
          <a:lstStyle>
            <a:lvl1pPr>
              <a:defRPr>
                <a:solidFill>
                  <a:schemeClr val="tx1"/>
                </a:solidFill>
              </a:defRPr>
            </a:lvl1pPr>
          </a:lstStyle>
          <a:p>
            <a:r>
              <a:rPr lang="en-US"/>
              <a:t>Insert footer text here</a:t>
            </a:r>
          </a:p>
        </p:txBody>
      </p:sp>
      <p:sp>
        <p:nvSpPr>
          <p:cNvPr id="16" name="Slide Number Placeholder 15">
            <a:extLst>
              <a:ext uri="{FF2B5EF4-FFF2-40B4-BE49-F238E27FC236}">
                <a16:creationId xmlns:a16="http://schemas.microsoft.com/office/drawing/2014/main" id="{010BD8AE-BB2B-B523-1D74-4E8DBE2102BC}"/>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dirty="0"/>
          </a:p>
        </p:txBody>
      </p:sp>
      <p:grpSp>
        <p:nvGrpSpPr>
          <p:cNvPr id="3" name="Group 4">
            <a:extLst>
              <a:ext uri="{FF2B5EF4-FFF2-40B4-BE49-F238E27FC236}">
                <a16:creationId xmlns:a16="http://schemas.microsoft.com/office/drawing/2014/main" id="{2ACB4367-2799-0576-B281-23496773778C}"/>
              </a:ext>
            </a:extLst>
          </p:cNvPr>
          <p:cNvGrpSpPr>
            <a:grpSpLocks noChangeAspect="1"/>
          </p:cNvGrpSpPr>
          <p:nvPr userDrawn="1"/>
        </p:nvGrpSpPr>
        <p:grpSpPr bwMode="black">
          <a:xfrm>
            <a:off x="11623900" y="6276977"/>
            <a:ext cx="346158" cy="355219"/>
            <a:chOff x="7110" y="4004"/>
            <a:chExt cx="191" cy="196"/>
          </a:xfrm>
        </p:grpSpPr>
        <p:sp>
          <p:nvSpPr>
            <p:cNvPr id="4" name="Freeform 5">
              <a:extLst>
                <a:ext uri="{FF2B5EF4-FFF2-40B4-BE49-F238E27FC236}">
                  <a16:creationId xmlns:a16="http://schemas.microsoft.com/office/drawing/2014/main" id="{3162AF18-04FB-0708-AF33-E552339B9303}"/>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5" name="Freeform 6">
              <a:extLst>
                <a:ext uri="{FF2B5EF4-FFF2-40B4-BE49-F238E27FC236}">
                  <a16:creationId xmlns:a16="http://schemas.microsoft.com/office/drawing/2014/main" id="{4BD16F51-032F-C324-8E27-9D3386376CF6}"/>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6" name="Freeform 7">
              <a:extLst>
                <a:ext uri="{FF2B5EF4-FFF2-40B4-BE49-F238E27FC236}">
                  <a16:creationId xmlns:a16="http://schemas.microsoft.com/office/drawing/2014/main" id="{ACB3712E-B0C7-5DF8-727F-B342B14E852F}"/>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23807784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pic>
        <p:nvPicPr>
          <p:cNvPr id="3" name="Picture 2" descr="A colorful light in the dark&#10;&#10;Description automatically generated">
            <a:extLst>
              <a:ext uri="{FF2B5EF4-FFF2-40B4-BE49-F238E27FC236}">
                <a16:creationId xmlns:a16="http://schemas.microsoft.com/office/drawing/2014/main" id="{A6C92DE9-1F7F-6A8E-389D-FBCE38254ADC}"/>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tx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panose="02000503020000020004" pitchFamily="2" charset="0"/>
                <a:ea typeface="+mj-ea"/>
                <a:cs typeface="Arial" pitchFamily="34" charset="0"/>
              </a:defRPr>
            </a:lvl1pPr>
          </a:lstStyle>
          <a:p>
            <a:pPr lvl="0"/>
            <a:r>
              <a:rPr lang="en-GB" dirty="0"/>
              <a:t>Chapter 00</a:t>
            </a:r>
            <a:endParaRPr lang="en-US" dirty="0"/>
          </a:p>
        </p:txBody>
      </p:sp>
      <p:sp>
        <p:nvSpPr>
          <p:cNvPr id="13" name="Date Placeholder 12">
            <a:extLst>
              <a:ext uri="{FF2B5EF4-FFF2-40B4-BE49-F238E27FC236}">
                <a16:creationId xmlns:a16="http://schemas.microsoft.com/office/drawing/2014/main" id="{A4B60AF8-644E-A0B2-7653-4332A03759FC}"/>
              </a:ext>
            </a:extLst>
          </p:cNvPr>
          <p:cNvSpPr>
            <a:spLocks noGrp="1"/>
          </p:cNvSpPr>
          <p:nvPr>
            <p:ph type="dt" sz="half" idx="14"/>
          </p:nvPr>
        </p:nvSpPr>
        <p:spPr/>
        <p:txBody>
          <a:bodyPr/>
          <a:lstStyle>
            <a:lvl1pPr>
              <a:defRPr>
                <a:solidFill>
                  <a:schemeClr val="tx1"/>
                </a:solidFill>
              </a:defRPr>
            </a:lvl1pPr>
          </a:lstStyle>
          <a:p>
            <a:fld id="{746F9600-6ED5-4C9A-A224-B4DA76B2A994}" type="datetime3">
              <a:rPr lang="en-US" smtClean="0"/>
              <a:t>11 July 2026</a:t>
            </a:fld>
            <a:endParaRPr lang="en-US" dirty="0"/>
          </a:p>
        </p:txBody>
      </p:sp>
      <p:sp>
        <p:nvSpPr>
          <p:cNvPr id="14" name="Footer Placeholder 13">
            <a:extLst>
              <a:ext uri="{FF2B5EF4-FFF2-40B4-BE49-F238E27FC236}">
                <a16:creationId xmlns:a16="http://schemas.microsoft.com/office/drawing/2014/main" id="{466D1FDE-8AD4-4D56-5318-1DD8ED2FCACC}"/>
              </a:ext>
            </a:extLst>
          </p:cNvPr>
          <p:cNvSpPr>
            <a:spLocks noGrp="1"/>
          </p:cNvSpPr>
          <p:nvPr>
            <p:ph type="ftr" sz="quarter" idx="15"/>
          </p:nvPr>
        </p:nvSpPr>
        <p:spPr/>
        <p:txBody>
          <a:bodyPr/>
          <a:lstStyle>
            <a:lvl1pPr>
              <a:defRPr>
                <a:solidFill>
                  <a:schemeClr val="tx1"/>
                </a:solidFill>
              </a:defRPr>
            </a:lvl1pPr>
          </a:lstStyle>
          <a:p>
            <a:r>
              <a:rPr lang="en-US"/>
              <a:t>Insert footer text here</a:t>
            </a:r>
          </a:p>
        </p:txBody>
      </p:sp>
      <p:sp>
        <p:nvSpPr>
          <p:cNvPr id="15" name="Slide Number Placeholder 14">
            <a:extLst>
              <a:ext uri="{FF2B5EF4-FFF2-40B4-BE49-F238E27FC236}">
                <a16:creationId xmlns:a16="http://schemas.microsoft.com/office/drawing/2014/main" id="{180F9161-0A5B-9390-AAC5-925D1AE2AA83}"/>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dirty="0"/>
          </a:p>
        </p:txBody>
      </p:sp>
      <p:grpSp>
        <p:nvGrpSpPr>
          <p:cNvPr id="4" name="Group 4">
            <a:extLst>
              <a:ext uri="{FF2B5EF4-FFF2-40B4-BE49-F238E27FC236}">
                <a16:creationId xmlns:a16="http://schemas.microsoft.com/office/drawing/2014/main" id="{3AF7C041-0026-0AA4-CDB7-598AF37652E2}"/>
              </a:ext>
            </a:extLst>
          </p:cNvPr>
          <p:cNvGrpSpPr>
            <a:grpSpLocks noChangeAspect="1"/>
          </p:cNvGrpSpPr>
          <p:nvPr userDrawn="1"/>
        </p:nvGrpSpPr>
        <p:grpSpPr bwMode="black">
          <a:xfrm>
            <a:off x="11623900" y="6276977"/>
            <a:ext cx="346158" cy="355219"/>
            <a:chOff x="7110" y="4004"/>
            <a:chExt cx="191" cy="196"/>
          </a:xfrm>
        </p:grpSpPr>
        <p:sp>
          <p:nvSpPr>
            <p:cNvPr id="5" name="Freeform 5">
              <a:extLst>
                <a:ext uri="{FF2B5EF4-FFF2-40B4-BE49-F238E27FC236}">
                  <a16:creationId xmlns:a16="http://schemas.microsoft.com/office/drawing/2014/main" id="{63DF9604-9FFE-5366-14B1-6E98FF54FD38}"/>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6" name="Freeform 6">
              <a:extLst>
                <a:ext uri="{FF2B5EF4-FFF2-40B4-BE49-F238E27FC236}">
                  <a16:creationId xmlns:a16="http://schemas.microsoft.com/office/drawing/2014/main" id="{0B4DC74D-09B1-00C3-C853-2FCB83D83F2E}"/>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7" name="Freeform 7">
              <a:extLst>
                <a:ext uri="{FF2B5EF4-FFF2-40B4-BE49-F238E27FC236}">
                  <a16:creationId xmlns:a16="http://schemas.microsoft.com/office/drawing/2014/main" id="{F1BCCEAD-5BD2-139C-B8CA-47AA22CF5B9B}"/>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9081874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Header 4">
    <p:spTree>
      <p:nvGrpSpPr>
        <p:cNvPr id="1" name=""/>
        <p:cNvGrpSpPr/>
        <p:nvPr/>
      </p:nvGrpSpPr>
      <p:grpSpPr>
        <a:xfrm>
          <a:off x="0" y="0"/>
          <a:ext cx="0" cy="0"/>
          <a:chOff x="0" y="0"/>
          <a:chExt cx="0" cy="0"/>
        </a:xfrm>
      </p:grpSpPr>
      <p:pic>
        <p:nvPicPr>
          <p:cNvPr id="13" name="Picture 12" descr="A blurry image of a rainbow&#10;&#10;Description automatically generated">
            <a:extLst>
              <a:ext uri="{FF2B5EF4-FFF2-40B4-BE49-F238E27FC236}">
                <a16:creationId xmlns:a16="http://schemas.microsoft.com/office/drawing/2014/main" id="{C8E8709F-6A78-59BB-D254-AE4C7F2A57D8}"/>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tx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panose="02000503020000020004" pitchFamily="2" charset="0"/>
                <a:ea typeface="+mj-ea"/>
                <a:cs typeface="Arial" pitchFamily="34" charset="0"/>
              </a:defRPr>
            </a:lvl1pPr>
          </a:lstStyle>
          <a:p>
            <a:pPr lvl="0"/>
            <a:r>
              <a:rPr lang="en-GB" dirty="0"/>
              <a:t>Chapter 00</a:t>
            </a:r>
            <a:endParaRPr lang="en-US" dirty="0"/>
          </a:p>
        </p:txBody>
      </p:sp>
      <p:sp>
        <p:nvSpPr>
          <p:cNvPr id="14" name="Date Placeholder 13">
            <a:extLst>
              <a:ext uri="{FF2B5EF4-FFF2-40B4-BE49-F238E27FC236}">
                <a16:creationId xmlns:a16="http://schemas.microsoft.com/office/drawing/2014/main" id="{FA3F83A6-1D48-7A59-F89B-1AD446292A93}"/>
              </a:ext>
            </a:extLst>
          </p:cNvPr>
          <p:cNvSpPr>
            <a:spLocks noGrp="1"/>
          </p:cNvSpPr>
          <p:nvPr>
            <p:ph type="dt" sz="half" idx="14"/>
          </p:nvPr>
        </p:nvSpPr>
        <p:spPr/>
        <p:txBody>
          <a:bodyPr/>
          <a:lstStyle>
            <a:lvl1pPr>
              <a:defRPr>
                <a:solidFill>
                  <a:schemeClr val="tx1"/>
                </a:solidFill>
              </a:defRPr>
            </a:lvl1pPr>
          </a:lstStyle>
          <a:p>
            <a:fld id="{41FB31CB-384F-4A8F-9510-FCD4F8A771B9}" type="datetime3">
              <a:rPr lang="en-US" smtClean="0"/>
              <a:t>11 July 2026</a:t>
            </a:fld>
            <a:endParaRPr lang="en-US" dirty="0"/>
          </a:p>
        </p:txBody>
      </p:sp>
      <p:sp>
        <p:nvSpPr>
          <p:cNvPr id="15" name="Footer Placeholder 14">
            <a:extLst>
              <a:ext uri="{FF2B5EF4-FFF2-40B4-BE49-F238E27FC236}">
                <a16:creationId xmlns:a16="http://schemas.microsoft.com/office/drawing/2014/main" id="{7E103D91-874B-B49F-B9D9-85F52EAD810F}"/>
              </a:ext>
            </a:extLst>
          </p:cNvPr>
          <p:cNvSpPr>
            <a:spLocks noGrp="1"/>
          </p:cNvSpPr>
          <p:nvPr>
            <p:ph type="ftr" sz="quarter" idx="15"/>
          </p:nvPr>
        </p:nvSpPr>
        <p:spPr/>
        <p:txBody>
          <a:bodyPr/>
          <a:lstStyle>
            <a:lvl1pPr>
              <a:defRPr>
                <a:solidFill>
                  <a:schemeClr val="tx1"/>
                </a:solidFill>
              </a:defRPr>
            </a:lvl1pPr>
          </a:lstStyle>
          <a:p>
            <a:r>
              <a:rPr lang="en-US"/>
              <a:t>Insert footer text here</a:t>
            </a:r>
          </a:p>
        </p:txBody>
      </p:sp>
      <p:sp>
        <p:nvSpPr>
          <p:cNvPr id="16" name="Slide Number Placeholder 15">
            <a:extLst>
              <a:ext uri="{FF2B5EF4-FFF2-40B4-BE49-F238E27FC236}">
                <a16:creationId xmlns:a16="http://schemas.microsoft.com/office/drawing/2014/main" id="{0C95BFB4-BABD-DFFF-43A5-9ABB8A6638B7}"/>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dirty="0"/>
          </a:p>
        </p:txBody>
      </p:sp>
      <p:grpSp>
        <p:nvGrpSpPr>
          <p:cNvPr id="3" name="Group 4">
            <a:extLst>
              <a:ext uri="{FF2B5EF4-FFF2-40B4-BE49-F238E27FC236}">
                <a16:creationId xmlns:a16="http://schemas.microsoft.com/office/drawing/2014/main" id="{270CFE58-C48C-EB78-A7C2-9DAD5AE279F8}"/>
              </a:ext>
            </a:extLst>
          </p:cNvPr>
          <p:cNvGrpSpPr>
            <a:grpSpLocks noChangeAspect="1"/>
          </p:cNvGrpSpPr>
          <p:nvPr userDrawn="1"/>
        </p:nvGrpSpPr>
        <p:grpSpPr bwMode="black">
          <a:xfrm>
            <a:off x="11623900" y="6276977"/>
            <a:ext cx="346158" cy="355219"/>
            <a:chOff x="7110" y="4004"/>
            <a:chExt cx="191" cy="196"/>
          </a:xfrm>
        </p:grpSpPr>
        <p:sp>
          <p:nvSpPr>
            <p:cNvPr id="4" name="Freeform 5">
              <a:extLst>
                <a:ext uri="{FF2B5EF4-FFF2-40B4-BE49-F238E27FC236}">
                  <a16:creationId xmlns:a16="http://schemas.microsoft.com/office/drawing/2014/main" id="{2F9EF071-FB10-CF45-4D4C-CC7A0F2F44E3}"/>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5" name="Freeform 6">
              <a:extLst>
                <a:ext uri="{FF2B5EF4-FFF2-40B4-BE49-F238E27FC236}">
                  <a16:creationId xmlns:a16="http://schemas.microsoft.com/office/drawing/2014/main" id="{CE95E037-9B68-6C43-6E58-19731A170D1C}"/>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6" name="Freeform 7">
              <a:extLst>
                <a:ext uri="{FF2B5EF4-FFF2-40B4-BE49-F238E27FC236}">
                  <a16:creationId xmlns:a16="http://schemas.microsoft.com/office/drawing/2014/main" id="{88EF229A-7417-0859-E03A-6DE977AAA537}"/>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24771246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Header 5">
    <p:spTree>
      <p:nvGrpSpPr>
        <p:cNvPr id="1" name=""/>
        <p:cNvGrpSpPr/>
        <p:nvPr/>
      </p:nvGrpSpPr>
      <p:grpSpPr>
        <a:xfrm>
          <a:off x="0" y="0"/>
          <a:ext cx="0" cy="0"/>
          <a:chOff x="0" y="0"/>
          <a:chExt cx="0" cy="0"/>
        </a:xfrm>
      </p:grpSpPr>
      <p:pic>
        <p:nvPicPr>
          <p:cNvPr id="7" name="Picture 6" descr="A colorful circle on a black background&#10;&#10;Description automatically generated">
            <a:extLst>
              <a:ext uri="{FF2B5EF4-FFF2-40B4-BE49-F238E27FC236}">
                <a16:creationId xmlns:a16="http://schemas.microsoft.com/office/drawing/2014/main" id="{9B1A0959-0F7F-FF84-F8C5-2E76E9D45F4F}"/>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tx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panose="02000503020000020004" pitchFamily="2" charset="0"/>
                <a:ea typeface="+mj-ea"/>
                <a:cs typeface="Arial" pitchFamily="34" charset="0"/>
              </a:defRPr>
            </a:lvl1pPr>
          </a:lstStyle>
          <a:p>
            <a:pPr lvl="0"/>
            <a:r>
              <a:rPr lang="en-GB" dirty="0"/>
              <a:t>Chapter 00</a:t>
            </a:r>
            <a:endParaRPr lang="en-US" dirty="0"/>
          </a:p>
        </p:txBody>
      </p:sp>
      <p:sp>
        <p:nvSpPr>
          <p:cNvPr id="14" name="Date Placeholder 13">
            <a:extLst>
              <a:ext uri="{FF2B5EF4-FFF2-40B4-BE49-F238E27FC236}">
                <a16:creationId xmlns:a16="http://schemas.microsoft.com/office/drawing/2014/main" id="{B5D9BED5-140F-F03D-CA60-9453F1A86D9C}"/>
              </a:ext>
            </a:extLst>
          </p:cNvPr>
          <p:cNvSpPr>
            <a:spLocks noGrp="1"/>
          </p:cNvSpPr>
          <p:nvPr>
            <p:ph type="dt" sz="half" idx="14"/>
          </p:nvPr>
        </p:nvSpPr>
        <p:spPr/>
        <p:txBody>
          <a:bodyPr/>
          <a:lstStyle>
            <a:lvl1pPr>
              <a:defRPr>
                <a:solidFill>
                  <a:schemeClr val="tx1"/>
                </a:solidFill>
              </a:defRPr>
            </a:lvl1pPr>
          </a:lstStyle>
          <a:p>
            <a:fld id="{26A3CE14-CA98-4346-A092-1EF8A638A488}" type="datetime3">
              <a:rPr lang="en-US" smtClean="0"/>
              <a:t>11 July 2026</a:t>
            </a:fld>
            <a:endParaRPr lang="en-US" dirty="0"/>
          </a:p>
        </p:txBody>
      </p:sp>
      <p:sp>
        <p:nvSpPr>
          <p:cNvPr id="15" name="Footer Placeholder 14">
            <a:extLst>
              <a:ext uri="{FF2B5EF4-FFF2-40B4-BE49-F238E27FC236}">
                <a16:creationId xmlns:a16="http://schemas.microsoft.com/office/drawing/2014/main" id="{E931943E-2952-F25A-ECCA-F329235A737F}"/>
              </a:ext>
            </a:extLst>
          </p:cNvPr>
          <p:cNvSpPr>
            <a:spLocks noGrp="1"/>
          </p:cNvSpPr>
          <p:nvPr>
            <p:ph type="ftr" sz="quarter" idx="15"/>
          </p:nvPr>
        </p:nvSpPr>
        <p:spPr/>
        <p:txBody>
          <a:bodyPr/>
          <a:lstStyle>
            <a:lvl1pPr>
              <a:defRPr>
                <a:solidFill>
                  <a:schemeClr val="tx1"/>
                </a:solidFill>
              </a:defRPr>
            </a:lvl1pPr>
          </a:lstStyle>
          <a:p>
            <a:r>
              <a:rPr lang="en-US"/>
              <a:t>Insert footer text here</a:t>
            </a:r>
          </a:p>
        </p:txBody>
      </p:sp>
      <p:sp>
        <p:nvSpPr>
          <p:cNvPr id="16" name="Slide Number Placeholder 15">
            <a:extLst>
              <a:ext uri="{FF2B5EF4-FFF2-40B4-BE49-F238E27FC236}">
                <a16:creationId xmlns:a16="http://schemas.microsoft.com/office/drawing/2014/main" id="{EBCB7712-53BF-0892-3D4B-354DE5C528E5}"/>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dirty="0"/>
          </a:p>
        </p:txBody>
      </p:sp>
      <p:grpSp>
        <p:nvGrpSpPr>
          <p:cNvPr id="3" name="Group 4">
            <a:extLst>
              <a:ext uri="{FF2B5EF4-FFF2-40B4-BE49-F238E27FC236}">
                <a16:creationId xmlns:a16="http://schemas.microsoft.com/office/drawing/2014/main" id="{9E60EA83-A995-4505-DF09-49ACD12C00EC}"/>
              </a:ext>
            </a:extLst>
          </p:cNvPr>
          <p:cNvGrpSpPr>
            <a:grpSpLocks noChangeAspect="1"/>
          </p:cNvGrpSpPr>
          <p:nvPr userDrawn="1"/>
        </p:nvGrpSpPr>
        <p:grpSpPr bwMode="black">
          <a:xfrm>
            <a:off x="11623900" y="6276977"/>
            <a:ext cx="346158" cy="355219"/>
            <a:chOff x="7110" y="4004"/>
            <a:chExt cx="191" cy="196"/>
          </a:xfrm>
        </p:grpSpPr>
        <p:sp>
          <p:nvSpPr>
            <p:cNvPr id="4" name="Freeform 5">
              <a:extLst>
                <a:ext uri="{FF2B5EF4-FFF2-40B4-BE49-F238E27FC236}">
                  <a16:creationId xmlns:a16="http://schemas.microsoft.com/office/drawing/2014/main" id="{9E24CB42-4B4A-FBF9-0318-8441E851EE4A}"/>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5" name="Freeform 6">
              <a:extLst>
                <a:ext uri="{FF2B5EF4-FFF2-40B4-BE49-F238E27FC236}">
                  <a16:creationId xmlns:a16="http://schemas.microsoft.com/office/drawing/2014/main" id="{2A995D54-A48E-D49D-D858-C351B74BD969}"/>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6" name="Freeform 7">
              <a:extLst>
                <a:ext uri="{FF2B5EF4-FFF2-40B4-BE49-F238E27FC236}">
                  <a16:creationId xmlns:a16="http://schemas.microsoft.com/office/drawing/2014/main" id="{24627D92-7A05-96EE-D2CC-1DCE97AE03EF}"/>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20162139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tion Header 6">
    <p:spTree>
      <p:nvGrpSpPr>
        <p:cNvPr id="1" name=""/>
        <p:cNvGrpSpPr/>
        <p:nvPr/>
      </p:nvGrpSpPr>
      <p:grpSpPr>
        <a:xfrm>
          <a:off x="0" y="0"/>
          <a:ext cx="0" cy="0"/>
          <a:chOff x="0" y="0"/>
          <a:chExt cx="0" cy="0"/>
        </a:xfrm>
      </p:grpSpPr>
      <p:pic>
        <p:nvPicPr>
          <p:cNvPr id="5" name="Picture 4" descr="A blurry image of a rainbow&#10;&#10;Description automatically generated">
            <a:extLst>
              <a:ext uri="{FF2B5EF4-FFF2-40B4-BE49-F238E27FC236}">
                <a16:creationId xmlns:a16="http://schemas.microsoft.com/office/drawing/2014/main" id="{36630E4E-7F64-A84B-6022-F16994E95375}"/>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3053616"/>
            <a:ext cx="7394575" cy="2869882"/>
          </a:xfrm>
        </p:spPr>
        <p:txBody>
          <a:bodyPr anchor="t"/>
          <a:lstStyle>
            <a:lvl1pPr>
              <a:defRPr sz="6000">
                <a:solidFill>
                  <a:schemeClr val="tx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2169200"/>
          </a:xfrm>
        </p:spPr>
        <p:txBody>
          <a:bodyPr lIns="0" tIns="0" rIns="0" bIns="0" anchor="b">
            <a:noAutofit/>
          </a:bodyPr>
          <a:lstStyle>
            <a:lvl1pPr marL="0" indent="0">
              <a:lnSpc>
                <a:spcPct val="85000"/>
              </a:lnSpc>
              <a:spcAft>
                <a:spcPts val="0"/>
              </a:spcAft>
              <a:buNone/>
              <a:defRPr kumimoji="0" lang="en-US" sz="16600" b="1" i="0" u="none" strike="noStrike" kern="1200" cap="none" spc="0" normalizeH="0" baseline="0" dirty="0">
                <a:ln>
                  <a:noFill/>
                </a:ln>
                <a:solidFill>
                  <a:srgbClr val="747480">
                    <a:alpha val="50000"/>
                  </a:srgbClr>
                </a:solidFill>
                <a:effectLst/>
                <a:uLnTx/>
                <a:uFillTx/>
                <a:latin typeface="EYInterstate Light" panose="02000506000000020004" pitchFamily="2" charset="0"/>
                <a:ea typeface="+mn-ea"/>
                <a:cs typeface="+mn-cs"/>
              </a:defRPr>
            </a:lvl1pPr>
          </a:lstStyle>
          <a:p>
            <a:pPr marL="0" marR="0" lvl="0" indent="0" algn="l" defTabSz="1007887" rtl="0" eaLnBrk="1" fontAlgn="auto" latinLnBrk="0" hangingPunct="1">
              <a:lnSpc>
                <a:spcPct val="100000"/>
              </a:lnSpc>
              <a:spcBef>
                <a:spcPts val="0"/>
              </a:spcBef>
              <a:spcAft>
                <a:spcPts val="200"/>
              </a:spcAft>
              <a:buClrTx/>
              <a:buSzTx/>
              <a:buFont typeface="Arial" panose="020B0604020202020204" pitchFamily="34" charset="0"/>
              <a:buNone/>
              <a:tabLst/>
              <a:defRPr/>
            </a:pPr>
            <a:r>
              <a:rPr lang="en-GB" dirty="0"/>
              <a:t>00</a:t>
            </a:r>
            <a:endParaRPr lang="en-US" dirty="0"/>
          </a:p>
        </p:txBody>
      </p:sp>
      <p:sp>
        <p:nvSpPr>
          <p:cNvPr id="14" name="Date Placeholder 13">
            <a:extLst>
              <a:ext uri="{FF2B5EF4-FFF2-40B4-BE49-F238E27FC236}">
                <a16:creationId xmlns:a16="http://schemas.microsoft.com/office/drawing/2014/main" id="{B5D9BED5-140F-F03D-CA60-9453F1A86D9C}"/>
              </a:ext>
            </a:extLst>
          </p:cNvPr>
          <p:cNvSpPr>
            <a:spLocks noGrp="1"/>
          </p:cNvSpPr>
          <p:nvPr>
            <p:ph type="dt" sz="half" idx="14"/>
          </p:nvPr>
        </p:nvSpPr>
        <p:spPr/>
        <p:txBody>
          <a:bodyPr/>
          <a:lstStyle>
            <a:lvl1pPr>
              <a:defRPr>
                <a:solidFill>
                  <a:schemeClr val="tx1"/>
                </a:solidFill>
              </a:defRPr>
            </a:lvl1pPr>
          </a:lstStyle>
          <a:p>
            <a:fld id="{4332A259-F8E3-4784-BD8A-EF60F0C6BC42}" type="datetime3">
              <a:rPr lang="en-US" smtClean="0"/>
              <a:t>11 July 2026</a:t>
            </a:fld>
            <a:endParaRPr lang="en-US" dirty="0"/>
          </a:p>
        </p:txBody>
      </p:sp>
      <p:sp>
        <p:nvSpPr>
          <p:cNvPr id="15" name="Footer Placeholder 14">
            <a:extLst>
              <a:ext uri="{FF2B5EF4-FFF2-40B4-BE49-F238E27FC236}">
                <a16:creationId xmlns:a16="http://schemas.microsoft.com/office/drawing/2014/main" id="{E931943E-2952-F25A-ECCA-F329235A737F}"/>
              </a:ext>
            </a:extLst>
          </p:cNvPr>
          <p:cNvSpPr>
            <a:spLocks noGrp="1"/>
          </p:cNvSpPr>
          <p:nvPr>
            <p:ph type="ftr" sz="quarter" idx="15"/>
          </p:nvPr>
        </p:nvSpPr>
        <p:spPr/>
        <p:txBody>
          <a:bodyPr/>
          <a:lstStyle>
            <a:lvl1pPr>
              <a:defRPr>
                <a:solidFill>
                  <a:schemeClr val="tx1"/>
                </a:solidFill>
              </a:defRPr>
            </a:lvl1pPr>
          </a:lstStyle>
          <a:p>
            <a:r>
              <a:rPr lang="en-US"/>
              <a:t>Insert footer text here</a:t>
            </a:r>
          </a:p>
        </p:txBody>
      </p:sp>
      <p:sp>
        <p:nvSpPr>
          <p:cNvPr id="16" name="Slide Number Placeholder 15">
            <a:extLst>
              <a:ext uri="{FF2B5EF4-FFF2-40B4-BE49-F238E27FC236}">
                <a16:creationId xmlns:a16="http://schemas.microsoft.com/office/drawing/2014/main" id="{EBCB7712-53BF-0892-3D4B-354DE5C528E5}"/>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dirty="0"/>
          </a:p>
        </p:txBody>
      </p:sp>
      <p:grpSp>
        <p:nvGrpSpPr>
          <p:cNvPr id="3" name="Group 4">
            <a:extLst>
              <a:ext uri="{FF2B5EF4-FFF2-40B4-BE49-F238E27FC236}">
                <a16:creationId xmlns:a16="http://schemas.microsoft.com/office/drawing/2014/main" id="{9696C931-4C81-6F33-3CA2-708B10471C3A}"/>
              </a:ext>
            </a:extLst>
          </p:cNvPr>
          <p:cNvGrpSpPr>
            <a:grpSpLocks noChangeAspect="1"/>
          </p:cNvGrpSpPr>
          <p:nvPr userDrawn="1"/>
        </p:nvGrpSpPr>
        <p:grpSpPr bwMode="black">
          <a:xfrm>
            <a:off x="11623900" y="6276977"/>
            <a:ext cx="346158" cy="355219"/>
            <a:chOff x="7110" y="4004"/>
            <a:chExt cx="191" cy="196"/>
          </a:xfrm>
        </p:grpSpPr>
        <p:sp>
          <p:nvSpPr>
            <p:cNvPr id="4" name="Freeform 5">
              <a:extLst>
                <a:ext uri="{FF2B5EF4-FFF2-40B4-BE49-F238E27FC236}">
                  <a16:creationId xmlns:a16="http://schemas.microsoft.com/office/drawing/2014/main" id="{830BE3B6-2EB9-156E-3A7A-7F956DB536CE}"/>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6" name="Freeform 6">
              <a:extLst>
                <a:ext uri="{FF2B5EF4-FFF2-40B4-BE49-F238E27FC236}">
                  <a16:creationId xmlns:a16="http://schemas.microsoft.com/office/drawing/2014/main" id="{021EE694-476F-48E9-DBF3-00C4B0D561A8}"/>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7" name="Freeform 7">
              <a:extLst>
                <a:ext uri="{FF2B5EF4-FFF2-40B4-BE49-F238E27FC236}">
                  <a16:creationId xmlns:a16="http://schemas.microsoft.com/office/drawing/2014/main" id="{1B209E70-506F-D144-1E7B-6713638814A5}"/>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934270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pic>
        <p:nvPicPr>
          <p:cNvPr id="11" name="Picture 10" descr="A blurry image of a rainbow&#10;&#10;Description automatically generated">
            <a:extLst>
              <a:ext uri="{FF2B5EF4-FFF2-40B4-BE49-F238E27FC236}">
                <a16:creationId xmlns:a16="http://schemas.microsoft.com/office/drawing/2014/main" id="{0CF60EBF-BB0E-A13F-6F1D-8E03C5FC39A6}"/>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3930FFC6-DEA1-5FCD-0ABD-350186ADBF5D}"/>
              </a:ext>
            </a:extLst>
          </p:cNvPr>
          <p:cNvSpPr>
            <a:spLocks noGrp="1"/>
          </p:cNvSpPr>
          <p:nvPr>
            <p:ph type="title" hasCustomPrompt="1"/>
          </p:nvPr>
        </p:nvSpPr>
        <p:spPr>
          <a:xfrm>
            <a:off x="485523" y="369888"/>
            <a:ext cx="3314701" cy="470898"/>
          </a:xfrm>
        </p:spPr>
        <p:txBody>
          <a:bodyPr/>
          <a:lstStyle>
            <a:lvl1pPr>
              <a:defRPr>
                <a:solidFill>
                  <a:schemeClr val="tx2"/>
                </a:solidFill>
              </a:defRPr>
            </a:lvl1pPr>
          </a:lstStyle>
          <a:p>
            <a:r>
              <a:rPr lang="en-GB" dirty="0"/>
              <a:t>Contents</a:t>
            </a:r>
            <a:endParaRPr lang="en-US" dirty="0"/>
          </a:p>
        </p:txBody>
      </p:sp>
      <p:sp>
        <p:nvSpPr>
          <p:cNvPr id="7" name="Text Placeholder 6">
            <a:extLst>
              <a:ext uri="{FF2B5EF4-FFF2-40B4-BE49-F238E27FC236}">
                <a16:creationId xmlns:a16="http://schemas.microsoft.com/office/drawing/2014/main" id="{7B8AEA00-448F-1217-B10E-ABF6D402B4CB}"/>
              </a:ext>
            </a:extLst>
          </p:cNvPr>
          <p:cNvSpPr>
            <a:spLocks noGrp="1"/>
          </p:cNvSpPr>
          <p:nvPr>
            <p:ph type="body" sz="quarter" idx="15" hasCustomPrompt="1"/>
          </p:nvPr>
        </p:nvSpPr>
        <p:spPr>
          <a:xfrm>
            <a:off x="485775" y="1411287"/>
            <a:ext cx="5099050" cy="4638675"/>
          </a:xfrm>
        </p:spPr>
        <p:txBody>
          <a:bodyPr/>
          <a:lstStyle>
            <a:lvl1pPr>
              <a:defRPr sz="24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stStyle>
          <a:p>
            <a:pPr lvl="0"/>
            <a:r>
              <a:rPr lang="en-GB" dirty="0"/>
              <a:t>Introduction text goes here and delete the bullet if not required</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Date Placeholder 15">
            <a:extLst>
              <a:ext uri="{FF2B5EF4-FFF2-40B4-BE49-F238E27FC236}">
                <a16:creationId xmlns:a16="http://schemas.microsoft.com/office/drawing/2014/main" id="{6B67F104-BCCD-4057-9F3C-70C29E057A50}"/>
              </a:ext>
            </a:extLst>
          </p:cNvPr>
          <p:cNvSpPr>
            <a:spLocks noGrp="1"/>
          </p:cNvSpPr>
          <p:nvPr>
            <p:ph type="dt" sz="half" idx="16"/>
          </p:nvPr>
        </p:nvSpPr>
        <p:spPr/>
        <p:txBody>
          <a:bodyPr/>
          <a:lstStyle>
            <a:lvl1pPr>
              <a:defRPr>
                <a:solidFill>
                  <a:schemeClr val="tx1"/>
                </a:solidFill>
              </a:defRPr>
            </a:lvl1pPr>
          </a:lstStyle>
          <a:p>
            <a:fld id="{639251F1-7BB6-483D-8AA9-8EF84A63B40F}" type="datetime3">
              <a:rPr lang="en-US" smtClean="0"/>
              <a:t>11 July 2026</a:t>
            </a:fld>
            <a:endParaRPr lang="en-US" dirty="0"/>
          </a:p>
        </p:txBody>
      </p:sp>
      <p:sp>
        <p:nvSpPr>
          <p:cNvPr id="17" name="Footer Placeholder 16">
            <a:extLst>
              <a:ext uri="{FF2B5EF4-FFF2-40B4-BE49-F238E27FC236}">
                <a16:creationId xmlns:a16="http://schemas.microsoft.com/office/drawing/2014/main" id="{6880D4C2-A728-3810-8EAF-6AC78A949BE5}"/>
              </a:ext>
            </a:extLst>
          </p:cNvPr>
          <p:cNvSpPr>
            <a:spLocks noGrp="1"/>
          </p:cNvSpPr>
          <p:nvPr>
            <p:ph type="ftr" sz="quarter" idx="17"/>
          </p:nvPr>
        </p:nvSpPr>
        <p:spPr/>
        <p:txBody>
          <a:bodyPr/>
          <a:lstStyle>
            <a:lvl1pPr>
              <a:defRPr>
                <a:solidFill>
                  <a:schemeClr val="tx1"/>
                </a:solidFill>
              </a:defRPr>
            </a:lvl1pPr>
          </a:lstStyle>
          <a:p>
            <a:r>
              <a:rPr lang="en-US"/>
              <a:t>Insert footer text here</a:t>
            </a:r>
          </a:p>
        </p:txBody>
      </p:sp>
      <p:sp>
        <p:nvSpPr>
          <p:cNvPr id="18" name="Slide Number Placeholder 17">
            <a:extLst>
              <a:ext uri="{FF2B5EF4-FFF2-40B4-BE49-F238E27FC236}">
                <a16:creationId xmlns:a16="http://schemas.microsoft.com/office/drawing/2014/main" id="{4CB206C2-DFD0-9033-25AE-68BCB50C1933}"/>
              </a:ext>
            </a:extLst>
          </p:cNvPr>
          <p:cNvSpPr>
            <a:spLocks noGrp="1"/>
          </p:cNvSpPr>
          <p:nvPr>
            <p:ph type="sldNum" sz="quarter" idx="18"/>
          </p:nvPr>
        </p:nvSpPr>
        <p:spPr/>
        <p:txBody>
          <a:bodyPr/>
          <a:lstStyle>
            <a:lvl1pPr>
              <a:defRPr>
                <a:solidFill>
                  <a:schemeClr val="tx1"/>
                </a:solidFill>
              </a:defRPr>
            </a:lvl1pPr>
          </a:lstStyle>
          <a:p>
            <a:fld id="{F1BC30E3-FFE5-4B91-AA19-87A149EBB9EE}" type="slidenum">
              <a:rPr lang="en-GB" smtClean="0"/>
              <a:pPr/>
              <a:t>‹#›</a:t>
            </a:fld>
            <a:endParaRPr lang="en-GB" dirty="0"/>
          </a:p>
        </p:txBody>
      </p:sp>
      <p:grpSp>
        <p:nvGrpSpPr>
          <p:cNvPr id="3" name="Group 4">
            <a:extLst>
              <a:ext uri="{FF2B5EF4-FFF2-40B4-BE49-F238E27FC236}">
                <a16:creationId xmlns:a16="http://schemas.microsoft.com/office/drawing/2014/main" id="{90438EF0-1449-85A8-FBE7-6ACEB03F8A8F}"/>
              </a:ext>
            </a:extLst>
          </p:cNvPr>
          <p:cNvGrpSpPr>
            <a:grpSpLocks noChangeAspect="1"/>
          </p:cNvGrpSpPr>
          <p:nvPr userDrawn="1"/>
        </p:nvGrpSpPr>
        <p:grpSpPr bwMode="black">
          <a:xfrm>
            <a:off x="11623900" y="6276977"/>
            <a:ext cx="346158" cy="355219"/>
            <a:chOff x="7110" y="4004"/>
            <a:chExt cx="191" cy="196"/>
          </a:xfrm>
        </p:grpSpPr>
        <p:sp>
          <p:nvSpPr>
            <p:cNvPr id="5" name="Freeform 5">
              <a:extLst>
                <a:ext uri="{FF2B5EF4-FFF2-40B4-BE49-F238E27FC236}">
                  <a16:creationId xmlns:a16="http://schemas.microsoft.com/office/drawing/2014/main" id="{A11353AE-2D42-C6F1-6790-6AC38AEF1624}"/>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6" name="Freeform 6">
              <a:extLst>
                <a:ext uri="{FF2B5EF4-FFF2-40B4-BE49-F238E27FC236}">
                  <a16:creationId xmlns:a16="http://schemas.microsoft.com/office/drawing/2014/main" id="{053A18AE-475B-441E-3104-964AD8366011}"/>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8" name="Freeform 7">
              <a:extLst>
                <a:ext uri="{FF2B5EF4-FFF2-40B4-BE49-F238E27FC236}">
                  <a16:creationId xmlns:a16="http://schemas.microsoft.com/office/drawing/2014/main" id="{95581FA5-36F5-CE9F-B03C-3AE435012569}"/>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grpSp>
      <p:sp>
        <p:nvSpPr>
          <p:cNvPr id="20" name="Text Placeholder 6">
            <a:extLst>
              <a:ext uri="{FF2B5EF4-FFF2-40B4-BE49-F238E27FC236}">
                <a16:creationId xmlns:a16="http://schemas.microsoft.com/office/drawing/2014/main" id="{C8D62577-E867-CFB5-4396-A62B9BC97673}"/>
              </a:ext>
            </a:extLst>
          </p:cNvPr>
          <p:cNvSpPr>
            <a:spLocks noGrp="1"/>
          </p:cNvSpPr>
          <p:nvPr>
            <p:ph type="body" sz="quarter" idx="21" hasCustomPrompt="1"/>
          </p:nvPr>
        </p:nvSpPr>
        <p:spPr>
          <a:xfrm>
            <a:off x="6096000" y="1411287"/>
            <a:ext cx="5610225" cy="4638675"/>
          </a:xfrm>
        </p:spPr>
        <p:txBody>
          <a:bodyPr/>
          <a:lstStyle>
            <a:lvl1pPr marL="457200" indent="-457200">
              <a:buFont typeface="+mj-lt"/>
              <a:buAutoNum type="arabicPeriod"/>
              <a:defRPr sz="1800">
                <a:solidFill>
                  <a:schemeClr val="tx1"/>
                </a:solidFill>
              </a:defRPr>
            </a:lvl1pPr>
            <a:lvl2pPr marL="914400" indent="-457200">
              <a:defRPr sz="1600">
                <a:solidFill>
                  <a:schemeClr val="tx1"/>
                </a:solidFill>
              </a:defRPr>
            </a:lvl2pPr>
            <a:lvl3pPr marL="914400" indent="-457200">
              <a:defRPr sz="1600">
                <a:solidFill>
                  <a:schemeClr val="tx1"/>
                </a:solidFill>
              </a:defRPr>
            </a:lvl3pPr>
            <a:lvl4pPr marL="914400" indent="-457200">
              <a:defRPr sz="1400">
                <a:solidFill>
                  <a:schemeClr val="tx1"/>
                </a:solidFill>
              </a:defRPr>
            </a:lvl4pPr>
            <a:lvl5pPr marL="914400" indent="-457200">
              <a:defRPr sz="1400">
                <a:solidFill>
                  <a:schemeClr val="tx1"/>
                </a:solidFill>
              </a:defRPr>
            </a:lvl5pPr>
          </a:lstStyle>
          <a:p>
            <a:pPr lvl="0"/>
            <a:r>
              <a:rPr lang="en-IN" dirty="0"/>
              <a:t>Section header goes here and to insert page numbers use the tab button on the keyboard</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8842989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8" name="Picture 7" descr="A bright light in the dark&#10;&#10;Description automatically generated">
            <a:extLst>
              <a:ext uri="{FF2B5EF4-FFF2-40B4-BE49-F238E27FC236}">
                <a16:creationId xmlns:a16="http://schemas.microsoft.com/office/drawing/2014/main" id="{C6893964-B096-BBF5-42BC-1EAE055022BA}"/>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17" name="Text Placeholder 9">
            <a:extLst>
              <a:ext uri="{FF2B5EF4-FFF2-40B4-BE49-F238E27FC236}">
                <a16:creationId xmlns:a16="http://schemas.microsoft.com/office/drawing/2014/main" id="{B9199D71-1BDD-2925-CD92-9B0B3F8439E9}"/>
              </a:ext>
            </a:extLst>
          </p:cNvPr>
          <p:cNvSpPr>
            <a:spLocks noGrp="1"/>
          </p:cNvSpPr>
          <p:nvPr>
            <p:ph type="body" sz="quarter" idx="28" hasCustomPrompt="1"/>
          </p:nvPr>
        </p:nvSpPr>
        <p:spPr>
          <a:xfrm>
            <a:off x="2756957" y="1411287"/>
            <a:ext cx="1873220" cy="2031325"/>
          </a:xfrm>
        </p:spPr>
        <p:txBody>
          <a:bodyPr wrap="square">
            <a:spAutoFit/>
          </a:bodyPr>
          <a:lstStyle>
            <a:lvl1pPr marL="0" indent="0">
              <a:buNone/>
              <a:defRPr sz="13200">
                <a:solidFill>
                  <a:schemeClr val="tx1"/>
                </a:solidFill>
              </a:defRPr>
            </a:lvl1pPr>
          </a:lstStyle>
          <a:p>
            <a:pPr lvl="0"/>
            <a:r>
              <a:rPr lang="en-GB" dirty="0"/>
              <a:t>0</a:t>
            </a:r>
            <a:endParaRPr lang="en-US" dirty="0"/>
          </a:p>
        </p:txBody>
      </p:sp>
      <p:sp>
        <p:nvSpPr>
          <p:cNvPr id="19" name="Text Placeholder 6">
            <a:extLst>
              <a:ext uri="{FF2B5EF4-FFF2-40B4-BE49-F238E27FC236}">
                <a16:creationId xmlns:a16="http://schemas.microsoft.com/office/drawing/2014/main" id="{F8391354-FDE4-DE4D-8084-A61467B9F410}"/>
              </a:ext>
            </a:extLst>
          </p:cNvPr>
          <p:cNvSpPr>
            <a:spLocks noGrp="1"/>
          </p:cNvSpPr>
          <p:nvPr>
            <p:ph type="body" sz="quarter" idx="29" hasCustomPrompt="1"/>
          </p:nvPr>
        </p:nvSpPr>
        <p:spPr>
          <a:xfrm flipH="1">
            <a:off x="2845421" y="3642518"/>
            <a:ext cx="1784756" cy="2407444"/>
          </a:xfrm>
        </p:spPr>
        <p:txBody>
          <a:bodyPr/>
          <a:lstStyle>
            <a:lvl1pPr>
              <a:defRPr>
                <a:solidFill>
                  <a:schemeClr val="tx1"/>
                </a:solidFill>
              </a:defRPr>
            </a:lvl1pPr>
          </a:lstStyle>
          <a:p>
            <a:pPr lvl="0"/>
            <a:r>
              <a:rPr lang="en-GB" dirty="0"/>
              <a:t>Agenda text goes here and delete the bullet if not required</a:t>
            </a:r>
            <a:endParaRPr lang="en-US" dirty="0"/>
          </a:p>
        </p:txBody>
      </p:sp>
      <p:sp>
        <p:nvSpPr>
          <p:cNvPr id="20" name="Text Placeholder 9">
            <a:extLst>
              <a:ext uri="{FF2B5EF4-FFF2-40B4-BE49-F238E27FC236}">
                <a16:creationId xmlns:a16="http://schemas.microsoft.com/office/drawing/2014/main" id="{F575A1BC-5BD6-1793-C917-0720FC3DE980}"/>
              </a:ext>
            </a:extLst>
          </p:cNvPr>
          <p:cNvSpPr>
            <a:spLocks noGrp="1"/>
          </p:cNvSpPr>
          <p:nvPr>
            <p:ph type="body" sz="quarter" idx="30" hasCustomPrompt="1"/>
          </p:nvPr>
        </p:nvSpPr>
        <p:spPr>
          <a:xfrm>
            <a:off x="5116855" y="1411287"/>
            <a:ext cx="1873220" cy="2031325"/>
          </a:xfrm>
        </p:spPr>
        <p:txBody>
          <a:bodyPr wrap="square">
            <a:spAutoFit/>
          </a:bodyPr>
          <a:lstStyle>
            <a:lvl1pPr marL="0" indent="0">
              <a:buNone/>
              <a:defRPr sz="13200">
                <a:solidFill>
                  <a:schemeClr val="tx1"/>
                </a:solidFill>
              </a:defRPr>
            </a:lvl1pPr>
          </a:lstStyle>
          <a:p>
            <a:pPr lvl="0"/>
            <a:r>
              <a:rPr lang="en-GB" dirty="0"/>
              <a:t>0</a:t>
            </a:r>
            <a:endParaRPr lang="en-US" dirty="0"/>
          </a:p>
        </p:txBody>
      </p:sp>
      <p:sp>
        <p:nvSpPr>
          <p:cNvPr id="22" name="Text Placeholder 6">
            <a:extLst>
              <a:ext uri="{FF2B5EF4-FFF2-40B4-BE49-F238E27FC236}">
                <a16:creationId xmlns:a16="http://schemas.microsoft.com/office/drawing/2014/main" id="{F9CBCE1B-3F39-C7B5-CCE2-AE84242E7749}"/>
              </a:ext>
            </a:extLst>
          </p:cNvPr>
          <p:cNvSpPr>
            <a:spLocks noGrp="1"/>
          </p:cNvSpPr>
          <p:nvPr>
            <p:ph type="body" sz="quarter" idx="31" hasCustomPrompt="1"/>
          </p:nvPr>
        </p:nvSpPr>
        <p:spPr>
          <a:xfrm flipH="1">
            <a:off x="5205319" y="3642518"/>
            <a:ext cx="1784756" cy="2407444"/>
          </a:xfrm>
        </p:spPr>
        <p:txBody>
          <a:bodyPr/>
          <a:lstStyle>
            <a:lvl1pPr>
              <a:defRPr>
                <a:solidFill>
                  <a:schemeClr val="tx1"/>
                </a:solidFill>
              </a:defRPr>
            </a:lvl1pPr>
          </a:lstStyle>
          <a:p>
            <a:pPr lvl="0"/>
            <a:r>
              <a:rPr lang="en-GB" dirty="0"/>
              <a:t>Agenda text goes here and delete the bullet if not required</a:t>
            </a:r>
            <a:endParaRPr lang="en-US" dirty="0"/>
          </a:p>
        </p:txBody>
      </p:sp>
      <p:sp>
        <p:nvSpPr>
          <p:cNvPr id="25" name="Text Placeholder 6">
            <a:extLst>
              <a:ext uri="{FF2B5EF4-FFF2-40B4-BE49-F238E27FC236}">
                <a16:creationId xmlns:a16="http://schemas.microsoft.com/office/drawing/2014/main" id="{814015C2-B8E4-B890-4CD0-F6A3A2052CAC}"/>
              </a:ext>
            </a:extLst>
          </p:cNvPr>
          <p:cNvSpPr>
            <a:spLocks noGrp="1"/>
          </p:cNvSpPr>
          <p:nvPr>
            <p:ph type="body" sz="quarter" idx="33" hasCustomPrompt="1"/>
          </p:nvPr>
        </p:nvSpPr>
        <p:spPr>
          <a:xfrm>
            <a:off x="7565217" y="3642518"/>
            <a:ext cx="1784756" cy="2407444"/>
          </a:xfrm>
        </p:spPr>
        <p:txBody>
          <a:bodyPr/>
          <a:lstStyle>
            <a:lvl1pPr>
              <a:defRPr>
                <a:solidFill>
                  <a:schemeClr val="tx1"/>
                </a:solidFill>
              </a:defRPr>
            </a:lvl1pPr>
          </a:lstStyle>
          <a:p>
            <a:pPr lvl="0"/>
            <a:r>
              <a:rPr lang="en-GB" dirty="0"/>
              <a:t>Agenda text goes here and delete the bullet if not required</a:t>
            </a:r>
            <a:endParaRPr lang="en-US" dirty="0"/>
          </a:p>
        </p:txBody>
      </p:sp>
      <p:sp>
        <p:nvSpPr>
          <p:cNvPr id="30" name="Text Placeholder 9">
            <a:extLst>
              <a:ext uri="{FF2B5EF4-FFF2-40B4-BE49-F238E27FC236}">
                <a16:creationId xmlns:a16="http://schemas.microsoft.com/office/drawing/2014/main" id="{37959C9A-F406-FB92-6FFF-08F42234CF91}"/>
              </a:ext>
            </a:extLst>
          </p:cNvPr>
          <p:cNvSpPr>
            <a:spLocks noGrp="1"/>
          </p:cNvSpPr>
          <p:nvPr>
            <p:ph type="body" sz="quarter" idx="34" hasCustomPrompt="1"/>
          </p:nvPr>
        </p:nvSpPr>
        <p:spPr>
          <a:xfrm>
            <a:off x="9836650" y="1411287"/>
            <a:ext cx="1873220" cy="2031325"/>
          </a:xfrm>
        </p:spPr>
        <p:txBody>
          <a:bodyPr wrap="square">
            <a:spAutoFit/>
          </a:bodyPr>
          <a:lstStyle>
            <a:lvl1pPr marL="0" indent="0">
              <a:buNone/>
              <a:defRPr sz="13200">
                <a:solidFill>
                  <a:schemeClr val="tx1"/>
                </a:solidFill>
              </a:defRPr>
            </a:lvl1pPr>
          </a:lstStyle>
          <a:p>
            <a:pPr lvl="0"/>
            <a:r>
              <a:rPr lang="en-GB" dirty="0"/>
              <a:t>0</a:t>
            </a:r>
            <a:endParaRPr lang="en-US" dirty="0"/>
          </a:p>
        </p:txBody>
      </p:sp>
      <p:sp>
        <p:nvSpPr>
          <p:cNvPr id="34" name="Text Placeholder 6">
            <a:extLst>
              <a:ext uri="{FF2B5EF4-FFF2-40B4-BE49-F238E27FC236}">
                <a16:creationId xmlns:a16="http://schemas.microsoft.com/office/drawing/2014/main" id="{BC6A6256-32C1-F83C-4A32-D674785CF1DF}"/>
              </a:ext>
            </a:extLst>
          </p:cNvPr>
          <p:cNvSpPr>
            <a:spLocks noGrp="1"/>
          </p:cNvSpPr>
          <p:nvPr>
            <p:ph type="body" sz="quarter" idx="35" hasCustomPrompt="1"/>
          </p:nvPr>
        </p:nvSpPr>
        <p:spPr>
          <a:xfrm>
            <a:off x="9925114" y="3642518"/>
            <a:ext cx="1784756" cy="2407444"/>
          </a:xfrm>
        </p:spPr>
        <p:txBody>
          <a:bodyPr/>
          <a:lstStyle>
            <a:lvl1pPr>
              <a:defRPr>
                <a:solidFill>
                  <a:schemeClr val="tx1"/>
                </a:solidFill>
              </a:defRPr>
            </a:lvl1pPr>
          </a:lstStyle>
          <a:p>
            <a:pPr lvl="0"/>
            <a:r>
              <a:rPr lang="en-GB" dirty="0"/>
              <a:t>Agenda text goes here and delete the bullet if not required</a:t>
            </a:r>
            <a:endParaRPr lang="en-US" dirty="0"/>
          </a:p>
        </p:txBody>
      </p:sp>
      <p:sp>
        <p:nvSpPr>
          <p:cNvPr id="2" name="Title 1">
            <a:extLst>
              <a:ext uri="{FF2B5EF4-FFF2-40B4-BE49-F238E27FC236}">
                <a16:creationId xmlns:a16="http://schemas.microsoft.com/office/drawing/2014/main" id="{E49EC5F5-14E0-4B05-29E6-E9A059AA1002}"/>
              </a:ext>
            </a:extLst>
          </p:cNvPr>
          <p:cNvSpPr>
            <a:spLocks noGrp="1"/>
          </p:cNvSpPr>
          <p:nvPr>
            <p:ph type="title" hasCustomPrompt="1"/>
          </p:nvPr>
        </p:nvSpPr>
        <p:spPr>
          <a:xfrm>
            <a:off x="485523" y="369888"/>
            <a:ext cx="11224347" cy="470898"/>
          </a:xfrm>
        </p:spPr>
        <p:txBody>
          <a:bodyPr/>
          <a:lstStyle>
            <a:lvl1pPr>
              <a:defRPr>
                <a:solidFill>
                  <a:schemeClr val="tx2"/>
                </a:solidFill>
              </a:defRPr>
            </a:lvl1pPr>
          </a:lstStyle>
          <a:p>
            <a:r>
              <a:rPr lang="en-GB" dirty="0"/>
              <a:t>Agenda</a:t>
            </a:r>
            <a:endParaRPr lang="en-US" dirty="0"/>
          </a:p>
        </p:txBody>
      </p:sp>
      <p:sp>
        <p:nvSpPr>
          <p:cNvPr id="10" name="Text Placeholder 9">
            <a:extLst>
              <a:ext uri="{FF2B5EF4-FFF2-40B4-BE49-F238E27FC236}">
                <a16:creationId xmlns:a16="http://schemas.microsoft.com/office/drawing/2014/main" id="{920A2165-CDB3-28AA-F42A-E5E3D72C1440}"/>
              </a:ext>
            </a:extLst>
          </p:cNvPr>
          <p:cNvSpPr>
            <a:spLocks noGrp="1"/>
          </p:cNvSpPr>
          <p:nvPr>
            <p:ph type="body" sz="quarter" idx="13" hasCustomPrompt="1"/>
          </p:nvPr>
        </p:nvSpPr>
        <p:spPr>
          <a:xfrm>
            <a:off x="397311" y="1411287"/>
            <a:ext cx="1873220" cy="2031325"/>
          </a:xfrm>
        </p:spPr>
        <p:txBody>
          <a:bodyPr wrap="square">
            <a:spAutoFit/>
          </a:bodyPr>
          <a:lstStyle>
            <a:lvl1pPr marL="0" indent="0">
              <a:buNone/>
              <a:defRPr sz="13200">
                <a:solidFill>
                  <a:schemeClr val="tx1"/>
                </a:solidFill>
              </a:defRPr>
            </a:lvl1pPr>
          </a:lstStyle>
          <a:p>
            <a:pPr lvl="0"/>
            <a:r>
              <a:rPr lang="en-GB" dirty="0"/>
              <a:t>0</a:t>
            </a:r>
            <a:endParaRPr lang="en-US" dirty="0"/>
          </a:p>
        </p:txBody>
      </p:sp>
      <p:sp>
        <p:nvSpPr>
          <p:cNvPr id="3" name="Text Placeholder 6">
            <a:extLst>
              <a:ext uri="{FF2B5EF4-FFF2-40B4-BE49-F238E27FC236}">
                <a16:creationId xmlns:a16="http://schemas.microsoft.com/office/drawing/2014/main" id="{F78D4931-12A7-7D80-F380-EDF6BE10CA42}"/>
              </a:ext>
            </a:extLst>
          </p:cNvPr>
          <p:cNvSpPr>
            <a:spLocks noGrp="1"/>
          </p:cNvSpPr>
          <p:nvPr>
            <p:ph type="body" sz="quarter" idx="27" hasCustomPrompt="1"/>
          </p:nvPr>
        </p:nvSpPr>
        <p:spPr>
          <a:xfrm>
            <a:off x="485523" y="3642518"/>
            <a:ext cx="1784756" cy="2407444"/>
          </a:xfrm>
        </p:spPr>
        <p:txBody>
          <a:bodyPr/>
          <a:lstStyle>
            <a:lvl1pPr>
              <a:defRPr>
                <a:solidFill>
                  <a:schemeClr val="tx1"/>
                </a:solidFill>
              </a:defRPr>
            </a:lvl1pPr>
          </a:lstStyle>
          <a:p>
            <a:pPr lvl="0"/>
            <a:r>
              <a:rPr lang="en-GB" dirty="0"/>
              <a:t>Agenda text goes here and delete the bullet if not required</a:t>
            </a:r>
            <a:endParaRPr lang="en-US" dirty="0"/>
          </a:p>
        </p:txBody>
      </p:sp>
      <p:sp>
        <p:nvSpPr>
          <p:cNvPr id="23" name="Text Placeholder 9">
            <a:extLst>
              <a:ext uri="{FF2B5EF4-FFF2-40B4-BE49-F238E27FC236}">
                <a16:creationId xmlns:a16="http://schemas.microsoft.com/office/drawing/2014/main" id="{38D52684-7A0E-2BDF-C56C-F721FED04E3A}"/>
              </a:ext>
            </a:extLst>
          </p:cNvPr>
          <p:cNvSpPr>
            <a:spLocks noGrp="1"/>
          </p:cNvSpPr>
          <p:nvPr>
            <p:ph type="body" sz="quarter" idx="32" hasCustomPrompt="1"/>
          </p:nvPr>
        </p:nvSpPr>
        <p:spPr>
          <a:xfrm>
            <a:off x="7476754" y="1411287"/>
            <a:ext cx="1873220" cy="2031325"/>
          </a:xfrm>
        </p:spPr>
        <p:txBody>
          <a:bodyPr wrap="square">
            <a:spAutoFit/>
          </a:bodyPr>
          <a:lstStyle>
            <a:lvl1pPr marL="0" indent="0">
              <a:buNone/>
              <a:defRPr sz="13200">
                <a:solidFill>
                  <a:schemeClr val="tx1"/>
                </a:solidFill>
              </a:defRPr>
            </a:lvl1pPr>
          </a:lstStyle>
          <a:p>
            <a:pPr lvl="0"/>
            <a:r>
              <a:rPr lang="en-GB" dirty="0"/>
              <a:t>0</a:t>
            </a:r>
            <a:endParaRPr lang="en-US" dirty="0"/>
          </a:p>
        </p:txBody>
      </p:sp>
      <p:sp>
        <p:nvSpPr>
          <p:cNvPr id="36" name="SmartArt Placeholder 35">
            <a:extLst>
              <a:ext uri="{FF2B5EF4-FFF2-40B4-BE49-F238E27FC236}">
                <a16:creationId xmlns:a16="http://schemas.microsoft.com/office/drawing/2014/main" id="{6D23DAA3-59C7-A352-8728-D157F22D25EF}"/>
              </a:ext>
            </a:extLst>
          </p:cNvPr>
          <p:cNvSpPr>
            <a:spLocks noGrp="1"/>
          </p:cNvSpPr>
          <p:nvPr>
            <p:ph type="dgm" sz="quarter" idx="36" hasCustomPrompt="1"/>
          </p:nvPr>
        </p:nvSpPr>
        <p:spPr>
          <a:xfrm>
            <a:off x="2556050" y="2020781"/>
            <a:ext cx="3600" cy="4030662"/>
          </a:xfrm>
          <a:solidFill>
            <a:schemeClr val="tx1"/>
          </a:solidFill>
        </p:spPr>
        <p:txBody>
          <a:bodyPr/>
          <a:lstStyle>
            <a:lvl1pPr marL="0" indent="0">
              <a:buNone/>
              <a:defRPr>
                <a:solidFill>
                  <a:schemeClr val="tx1"/>
                </a:solidFill>
              </a:defRPr>
            </a:lvl1pPr>
          </a:lstStyle>
          <a:p>
            <a:r>
              <a:rPr lang="en-US" dirty="0"/>
              <a:t> </a:t>
            </a:r>
          </a:p>
        </p:txBody>
      </p:sp>
      <p:sp>
        <p:nvSpPr>
          <p:cNvPr id="37" name="SmartArt Placeholder 35">
            <a:extLst>
              <a:ext uri="{FF2B5EF4-FFF2-40B4-BE49-F238E27FC236}">
                <a16:creationId xmlns:a16="http://schemas.microsoft.com/office/drawing/2014/main" id="{D33DFC67-321E-4CFE-436A-CF6FA96BA7E4}"/>
              </a:ext>
            </a:extLst>
          </p:cNvPr>
          <p:cNvSpPr>
            <a:spLocks noGrp="1"/>
          </p:cNvSpPr>
          <p:nvPr>
            <p:ph type="dgm" sz="quarter" idx="37" hasCustomPrompt="1"/>
          </p:nvPr>
        </p:nvSpPr>
        <p:spPr>
          <a:xfrm flipH="1">
            <a:off x="4915948" y="2020781"/>
            <a:ext cx="3600" cy="4030662"/>
          </a:xfrm>
          <a:solidFill>
            <a:schemeClr val="tx1"/>
          </a:solidFill>
        </p:spPr>
        <p:txBody>
          <a:bodyPr/>
          <a:lstStyle>
            <a:lvl1pPr marL="0" indent="0">
              <a:buNone/>
              <a:defRPr>
                <a:solidFill>
                  <a:schemeClr val="tx1"/>
                </a:solidFill>
              </a:defRPr>
            </a:lvl1pPr>
          </a:lstStyle>
          <a:p>
            <a:r>
              <a:rPr lang="en-US" dirty="0"/>
              <a:t> </a:t>
            </a:r>
          </a:p>
        </p:txBody>
      </p:sp>
      <p:sp>
        <p:nvSpPr>
          <p:cNvPr id="38" name="SmartArt Placeholder 35">
            <a:extLst>
              <a:ext uri="{FF2B5EF4-FFF2-40B4-BE49-F238E27FC236}">
                <a16:creationId xmlns:a16="http://schemas.microsoft.com/office/drawing/2014/main" id="{A43CB924-4778-AEB3-1D6C-5B802CD043B0}"/>
              </a:ext>
            </a:extLst>
          </p:cNvPr>
          <p:cNvSpPr>
            <a:spLocks noGrp="1"/>
          </p:cNvSpPr>
          <p:nvPr>
            <p:ph type="dgm" sz="quarter" idx="38" hasCustomPrompt="1"/>
          </p:nvPr>
        </p:nvSpPr>
        <p:spPr>
          <a:xfrm>
            <a:off x="7275846" y="2020781"/>
            <a:ext cx="3600" cy="4030662"/>
          </a:xfrm>
          <a:solidFill>
            <a:schemeClr val="tx1"/>
          </a:solidFill>
        </p:spPr>
        <p:txBody>
          <a:bodyPr/>
          <a:lstStyle>
            <a:lvl1pPr marL="0" indent="0">
              <a:buNone/>
              <a:defRPr>
                <a:solidFill>
                  <a:schemeClr val="tx1"/>
                </a:solidFill>
              </a:defRPr>
            </a:lvl1pPr>
          </a:lstStyle>
          <a:p>
            <a:r>
              <a:rPr lang="en-US" dirty="0"/>
              <a:t> </a:t>
            </a:r>
          </a:p>
        </p:txBody>
      </p:sp>
      <p:sp>
        <p:nvSpPr>
          <p:cNvPr id="39" name="SmartArt Placeholder 35">
            <a:extLst>
              <a:ext uri="{FF2B5EF4-FFF2-40B4-BE49-F238E27FC236}">
                <a16:creationId xmlns:a16="http://schemas.microsoft.com/office/drawing/2014/main" id="{225723D6-9330-76F1-3F3B-6A582AC1C154}"/>
              </a:ext>
            </a:extLst>
          </p:cNvPr>
          <p:cNvSpPr>
            <a:spLocks noGrp="1"/>
          </p:cNvSpPr>
          <p:nvPr>
            <p:ph type="dgm" sz="quarter" idx="39" hasCustomPrompt="1"/>
          </p:nvPr>
        </p:nvSpPr>
        <p:spPr>
          <a:xfrm>
            <a:off x="9635744" y="2020781"/>
            <a:ext cx="3600" cy="4030662"/>
          </a:xfrm>
          <a:solidFill>
            <a:schemeClr val="tx1"/>
          </a:solidFill>
        </p:spPr>
        <p:txBody>
          <a:bodyPr/>
          <a:lstStyle>
            <a:lvl1pPr marL="0" indent="0">
              <a:buNone/>
              <a:defRPr>
                <a:solidFill>
                  <a:schemeClr val="tx1"/>
                </a:solidFill>
              </a:defRPr>
            </a:lvl1pPr>
          </a:lstStyle>
          <a:p>
            <a:r>
              <a:rPr lang="en-US" dirty="0"/>
              <a:t> </a:t>
            </a:r>
          </a:p>
        </p:txBody>
      </p:sp>
      <p:sp>
        <p:nvSpPr>
          <p:cNvPr id="14" name="Date Placeholder 13">
            <a:extLst>
              <a:ext uri="{FF2B5EF4-FFF2-40B4-BE49-F238E27FC236}">
                <a16:creationId xmlns:a16="http://schemas.microsoft.com/office/drawing/2014/main" id="{019C0555-55BD-32D2-B375-0C0BC6641F54}"/>
              </a:ext>
            </a:extLst>
          </p:cNvPr>
          <p:cNvSpPr>
            <a:spLocks noGrp="1"/>
          </p:cNvSpPr>
          <p:nvPr>
            <p:ph type="dt" sz="half" idx="40"/>
          </p:nvPr>
        </p:nvSpPr>
        <p:spPr/>
        <p:txBody>
          <a:bodyPr/>
          <a:lstStyle>
            <a:lvl1pPr>
              <a:defRPr>
                <a:solidFill>
                  <a:schemeClr val="tx1"/>
                </a:solidFill>
              </a:defRPr>
            </a:lvl1pPr>
          </a:lstStyle>
          <a:p>
            <a:fld id="{8722AE78-E772-4DEF-96E4-D0AB4115C504}" type="datetime3">
              <a:rPr lang="en-US" smtClean="0"/>
              <a:t>11 July 2026</a:t>
            </a:fld>
            <a:endParaRPr lang="en-US" dirty="0"/>
          </a:p>
        </p:txBody>
      </p:sp>
      <p:sp>
        <p:nvSpPr>
          <p:cNvPr id="15" name="Footer Placeholder 14">
            <a:extLst>
              <a:ext uri="{FF2B5EF4-FFF2-40B4-BE49-F238E27FC236}">
                <a16:creationId xmlns:a16="http://schemas.microsoft.com/office/drawing/2014/main" id="{CAA8F600-C044-B2C2-407F-BE157F6651C1}"/>
              </a:ext>
            </a:extLst>
          </p:cNvPr>
          <p:cNvSpPr>
            <a:spLocks noGrp="1"/>
          </p:cNvSpPr>
          <p:nvPr>
            <p:ph type="ftr" sz="quarter" idx="41"/>
          </p:nvPr>
        </p:nvSpPr>
        <p:spPr/>
        <p:txBody>
          <a:bodyPr/>
          <a:lstStyle>
            <a:lvl1pPr>
              <a:defRPr>
                <a:solidFill>
                  <a:schemeClr val="tx1"/>
                </a:solidFill>
              </a:defRPr>
            </a:lvl1pPr>
          </a:lstStyle>
          <a:p>
            <a:r>
              <a:rPr lang="en-US"/>
              <a:t>Insert footer text here</a:t>
            </a:r>
          </a:p>
        </p:txBody>
      </p:sp>
      <p:sp>
        <p:nvSpPr>
          <p:cNvPr id="16" name="Slide Number Placeholder 15">
            <a:extLst>
              <a:ext uri="{FF2B5EF4-FFF2-40B4-BE49-F238E27FC236}">
                <a16:creationId xmlns:a16="http://schemas.microsoft.com/office/drawing/2014/main" id="{04E7CD09-1595-ACE1-D22D-0DB2944898EF}"/>
              </a:ext>
            </a:extLst>
          </p:cNvPr>
          <p:cNvSpPr>
            <a:spLocks noGrp="1"/>
          </p:cNvSpPr>
          <p:nvPr>
            <p:ph type="sldNum" sz="quarter" idx="42"/>
          </p:nvPr>
        </p:nvSpPr>
        <p:spPr/>
        <p:txBody>
          <a:bodyPr/>
          <a:lstStyle>
            <a:lvl1pPr>
              <a:defRPr>
                <a:solidFill>
                  <a:schemeClr val="tx1"/>
                </a:solidFill>
              </a:defRPr>
            </a:lvl1pPr>
          </a:lstStyle>
          <a:p>
            <a:fld id="{F1BC30E3-FFE5-4B91-AA19-87A149EBB9EE}" type="slidenum">
              <a:rPr lang="en-GB" smtClean="0"/>
              <a:pPr/>
              <a:t>‹#›</a:t>
            </a:fld>
            <a:endParaRPr lang="en-GB" dirty="0"/>
          </a:p>
        </p:txBody>
      </p:sp>
      <p:grpSp>
        <p:nvGrpSpPr>
          <p:cNvPr id="4" name="Group 4">
            <a:extLst>
              <a:ext uri="{FF2B5EF4-FFF2-40B4-BE49-F238E27FC236}">
                <a16:creationId xmlns:a16="http://schemas.microsoft.com/office/drawing/2014/main" id="{8453F1BC-17EA-77B8-592E-FCFE83B19F75}"/>
              </a:ext>
            </a:extLst>
          </p:cNvPr>
          <p:cNvGrpSpPr>
            <a:grpSpLocks noChangeAspect="1"/>
          </p:cNvGrpSpPr>
          <p:nvPr userDrawn="1"/>
        </p:nvGrpSpPr>
        <p:grpSpPr bwMode="black">
          <a:xfrm>
            <a:off x="11623900" y="6276977"/>
            <a:ext cx="346158" cy="355219"/>
            <a:chOff x="7110" y="4004"/>
            <a:chExt cx="191" cy="196"/>
          </a:xfrm>
        </p:grpSpPr>
        <p:sp>
          <p:nvSpPr>
            <p:cNvPr id="5" name="Freeform 5">
              <a:extLst>
                <a:ext uri="{FF2B5EF4-FFF2-40B4-BE49-F238E27FC236}">
                  <a16:creationId xmlns:a16="http://schemas.microsoft.com/office/drawing/2014/main" id="{9B26ED38-5705-7F09-4DBF-E084B72B0749}"/>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6" name="Freeform 6">
              <a:extLst>
                <a:ext uri="{FF2B5EF4-FFF2-40B4-BE49-F238E27FC236}">
                  <a16:creationId xmlns:a16="http://schemas.microsoft.com/office/drawing/2014/main" id="{1C5BFB2A-1E13-09AB-7074-98B802DA0A9A}"/>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7" name="Freeform 7">
              <a:extLst>
                <a:ext uri="{FF2B5EF4-FFF2-40B4-BE49-F238E27FC236}">
                  <a16:creationId xmlns:a16="http://schemas.microsoft.com/office/drawing/2014/main" id="{5EF03636-2B32-4286-9F50-04A4BF522262}"/>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6698241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pic>
        <p:nvPicPr>
          <p:cNvPr id="6" name="Picture 5" descr="A colorful circle on a black background&#10;&#10;Description automatically generated">
            <a:extLst>
              <a:ext uri="{FF2B5EF4-FFF2-40B4-BE49-F238E27FC236}">
                <a16:creationId xmlns:a16="http://schemas.microsoft.com/office/drawing/2014/main" id="{C39DD3F9-9341-288C-0536-DED981D0E40F}"/>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7" name="Text Placeholder 6">
            <a:extLst>
              <a:ext uri="{FF2B5EF4-FFF2-40B4-BE49-F238E27FC236}">
                <a16:creationId xmlns:a16="http://schemas.microsoft.com/office/drawing/2014/main" id="{B1F20FD9-346B-5423-9ECF-F0D4E362CCCE}"/>
              </a:ext>
            </a:extLst>
          </p:cNvPr>
          <p:cNvSpPr>
            <a:spLocks noGrp="1"/>
          </p:cNvSpPr>
          <p:nvPr>
            <p:ph type="body" sz="quarter" idx="13"/>
          </p:nvPr>
        </p:nvSpPr>
        <p:spPr>
          <a:xfrm>
            <a:off x="485774" y="1947546"/>
            <a:ext cx="11218863" cy="4304030"/>
          </a:xfrm>
        </p:spPr>
        <p:txBody>
          <a:bodyPr/>
          <a:lstStyle>
            <a:lvl1pPr marL="0" indent="0">
              <a:lnSpc>
                <a:spcPct val="85000"/>
              </a:lnSpc>
              <a:buNone/>
              <a:defRPr sz="8000" b="1">
                <a:solidFill>
                  <a:schemeClr val="tx1"/>
                </a:solidFill>
                <a:latin typeface="EYInterstate" panose="02000503020000020004"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Date Placeholder 11">
            <a:extLst>
              <a:ext uri="{FF2B5EF4-FFF2-40B4-BE49-F238E27FC236}">
                <a16:creationId xmlns:a16="http://schemas.microsoft.com/office/drawing/2014/main" id="{D2006E5E-EB55-C43F-A9B4-8DABEB5C2397}"/>
              </a:ext>
            </a:extLst>
          </p:cNvPr>
          <p:cNvSpPr>
            <a:spLocks noGrp="1"/>
          </p:cNvSpPr>
          <p:nvPr>
            <p:ph type="dt" sz="half" idx="14"/>
          </p:nvPr>
        </p:nvSpPr>
        <p:spPr/>
        <p:txBody>
          <a:bodyPr/>
          <a:lstStyle>
            <a:lvl1pPr>
              <a:defRPr>
                <a:solidFill>
                  <a:schemeClr val="tx1"/>
                </a:solidFill>
              </a:defRPr>
            </a:lvl1pPr>
          </a:lstStyle>
          <a:p>
            <a:fld id="{5FF0D423-2F6A-40D7-A2CE-8B6843F98C8C}" type="datetime3">
              <a:rPr lang="en-US" smtClean="0"/>
              <a:t>11 July 2026</a:t>
            </a:fld>
            <a:endParaRPr lang="en-US" dirty="0"/>
          </a:p>
        </p:txBody>
      </p:sp>
      <p:sp>
        <p:nvSpPr>
          <p:cNvPr id="13" name="Footer Placeholder 12">
            <a:extLst>
              <a:ext uri="{FF2B5EF4-FFF2-40B4-BE49-F238E27FC236}">
                <a16:creationId xmlns:a16="http://schemas.microsoft.com/office/drawing/2014/main" id="{445F7D0D-6905-1D3D-D30A-EBA5E1125CB7}"/>
              </a:ext>
            </a:extLst>
          </p:cNvPr>
          <p:cNvSpPr>
            <a:spLocks noGrp="1"/>
          </p:cNvSpPr>
          <p:nvPr>
            <p:ph type="ftr" sz="quarter" idx="15"/>
          </p:nvPr>
        </p:nvSpPr>
        <p:spPr/>
        <p:txBody>
          <a:bodyPr/>
          <a:lstStyle>
            <a:lvl1pPr>
              <a:defRPr>
                <a:solidFill>
                  <a:schemeClr val="tx1"/>
                </a:solidFill>
              </a:defRPr>
            </a:lvl1pPr>
          </a:lstStyle>
          <a:p>
            <a:r>
              <a:rPr lang="en-US"/>
              <a:t>Insert footer text here</a:t>
            </a:r>
          </a:p>
        </p:txBody>
      </p:sp>
      <p:sp>
        <p:nvSpPr>
          <p:cNvPr id="14" name="Slide Number Placeholder 13">
            <a:extLst>
              <a:ext uri="{FF2B5EF4-FFF2-40B4-BE49-F238E27FC236}">
                <a16:creationId xmlns:a16="http://schemas.microsoft.com/office/drawing/2014/main" id="{97363F73-563F-BF23-4175-916ADF6ADD1B}"/>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dirty="0"/>
          </a:p>
        </p:txBody>
      </p:sp>
      <p:grpSp>
        <p:nvGrpSpPr>
          <p:cNvPr id="2" name="Group 4">
            <a:extLst>
              <a:ext uri="{FF2B5EF4-FFF2-40B4-BE49-F238E27FC236}">
                <a16:creationId xmlns:a16="http://schemas.microsoft.com/office/drawing/2014/main" id="{E0806E92-9CA8-7CD6-8C03-853AAAF98846}"/>
              </a:ext>
            </a:extLst>
          </p:cNvPr>
          <p:cNvGrpSpPr>
            <a:grpSpLocks noChangeAspect="1"/>
          </p:cNvGrpSpPr>
          <p:nvPr userDrawn="1"/>
        </p:nvGrpSpPr>
        <p:grpSpPr bwMode="black">
          <a:xfrm>
            <a:off x="11623900" y="6276977"/>
            <a:ext cx="346158" cy="355219"/>
            <a:chOff x="7110" y="4004"/>
            <a:chExt cx="191" cy="196"/>
          </a:xfrm>
        </p:grpSpPr>
        <p:sp>
          <p:nvSpPr>
            <p:cNvPr id="3" name="Freeform 5">
              <a:extLst>
                <a:ext uri="{FF2B5EF4-FFF2-40B4-BE49-F238E27FC236}">
                  <a16:creationId xmlns:a16="http://schemas.microsoft.com/office/drawing/2014/main" id="{F98ACE82-2958-251A-9634-105994D7768C}"/>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4" name="Freeform 6">
              <a:extLst>
                <a:ext uri="{FF2B5EF4-FFF2-40B4-BE49-F238E27FC236}">
                  <a16:creationId xmlns:a16="http://schemas.microsoft.com/office/drawing/2014/main" id="{8A190E6F-E59B-12A9-9497-C41DFEF6B3DC}"/>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5" name="Freeform 7">
              <a:extLst>
                <a:ext uri="{FF2B5EF4-FFF2-40B4-BE49-F238E27FC236}">
                  <a16:creationId xmlns:a16="http://schemas.microsoft.com/office/drawing/2014/main" id="{B2FA1C3C-0418-38FF-CF34-587CFC0C570E}"/>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415850199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Key Statement 2">
    <p:spTree>
      <p:nvGrpSpPr>
        <p:cNvPr id="1" name=""/>
        <p:cNvGrpSpPr/>
        <p:nvPr/>
      </p:nvGrpSpPr>
      <p:grpSpPr>
        <a:xfrm>
          <a:off x="0" y="0"/>
          <a:ext cx="0" cy="0"/>
          <a:chOff x="0" y="0"/>
          <a:chExt cx="0" cy="0"/>
        </a:xfrm>
      </p:grpSpPr>
      <p:pic>
        <p:nvPicPr>
          <p:cNvPr id="8" name="Picture 7" descr="A blurry image of a colorful light&#10;&#10;Description automatically generated">
            <a:extLst>
              <a:ext uri="{FF2B5EF4-FFF2-40B4-BE49-F238E27FC236}">
                <a16:creationId xmlns:a16="http://schemas.microsoft.com/office/drawing/2014/main" id="{BFF9BC5C-A44C-B902-3ACE-C29AC4CE3E4C}"/>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7" name="Text Placeholder 6">
            <a:extLst>
              <a:ext uri="{FF2B5EF4-FFF2-40B4-BE49-F238E27FC236}">
                <a16:creationId xmlns:a16="http://schemas.microsoft.com/office/drawing/2014/main" id="{B1F20FD9-346B-5423-9ECF-F0D4E362CCCE}"/>
              </a:ext>
            </a:extLst>
          </p:cNvPr>
          <p:cNvSpPr>
            <a:spLocks noGrp="1"/>
          </p:cNvSpPr>
          <p:nvPr>
            <p:ph type="body" sz="quarter" idx="13"/>
          </p:nvPr>
        </p:nvSpPr>
        <p:spPr>
          <a:xfrm>
            <a:off x="485774" y="1947546"/>
            <a:ext cx="11218863" cy="4304030"/>
          </a:xfrm>
        </p:spPr>
        <p:txBody>
          <a:bodyPr/>
          <a:lstStyle>
            <a:lvl1pPr marL="0" indent="0">
              <a:lnSpc>
                <a:spcPct val="85000"/>
              </a:lnSpc>
              <a:buNone/>
              <a:defRPr sz="8000" b="1">
                <a:solidFill>
                  <a:schemeClr val="tx1"/>
                </a:solidFill>
                <a:latin typeface="EYInterstate" panose="02000503020000020004"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Date Placeholder 16">
            <a:extLst>
              <a:ext uri="{FF2B5EF4-FFF2-40B4-BE49-F238E27FC236}">
                <a16:creationId xmlns:a16="http://schemas.microsoft.com/office/drawing/2014/main" id="{81B29507-2BB1-EC71-EE9B-8A9EE3F01E0A}"/>
              </a:ext>
            </a:extLst>
          </p:cNvPr>
          <p:cNvSpPr>
            <a:spLocks noGrp="1"/>
          </p:cNvSpPr>
          <p:nvPr>
            <p:ph type="dt" sz="half" idx="14"/>
          </p:nvPr>
        </p:nvSpPr>
        <p:spPr/>
        <p:txBody>
          <a:bodyPr/>
          <a:lstStyle>
            <a:lvl1pPr>
              <a:defRPr>
                <a:solidFill>
                  <a:schemeClr val="tx1"/>
                </a:solidFill>
              </a:defRPr>
            </a:lvl1pPr>
          </a:lstStyle>
          <a:p>
            <a:fld id="{DA3838CF-E956-4CBC-A657-88B9F9FEF984}" type="datetime3">
              <a:rPr lang="en-US" smtClean="0"/>
              <a:t>11 July 2026</a:t>
            </a:fld>
            <a:endParaRPr lang="en-US" dirty="0"/>
          </a:p>
        </p:txBody>
      </p:sp>
      <p:sp>
        <p:nvSpPr>
          <p:cNvPr id="18" name="Footer Placeholder 17">
            <a:extLst>
              <a:ext uri="{FF2B5EF4-FFF2-40B4-BE49-F238E27FC236}">
                <a16:creationId xmlns:a16="http://schemas.microsoft.com/office/drawing/2014/main" id="{E046374F-F6C3-5157-DBE0-F11F0D83F934}"/>
              </a:ext>
            </a:extLst>
          </p:cNvPr>
          <p:cNvSpPr>
            <a:spLocks noGrp="1"/>
          </p:cNvSpPr>
          <p:nvPr>
            <p:ph type="ftr" sz="quarter" idx="15"/>
          </p:nvPr>
        </p:nvSpPr>
        <p:spPr/>
        <p:txBody>
          <a:bodyPr/>
          <a:lstStyle>
            <a:lvl1pPr>
              <a:defRPr>
                <a:solidFill>
                  <a:schemeClr val="tx1"/>
                </a:solidFill>
              </a:defRPr>
            </a:lvl1pPr>
          </a:lstStyle>
          <a:p>
            <a:r>
              <a:rPr lang="en-US"/>
              <a:t>Insert footer text here</a:t>
            </a:r>
          </a:p>
        </p:txBody>
      </p:sp>
      <p:sp>
        <p:nvSpPr>
          <p:cNvPr id="19" name="Slide Number Placeholder 18">
            <a:extLst>
              <a:ext uri="{FF2B5EF4-FFF2-40B4-BE49-F238E27FC236}">
                <a16:creationId xmlns:a16="http://schemas.microsoft.com/office/drawing/2014/main" id="{C71B9A51-27B6-2F80-3AE9-7FB159956105}"/>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dirty="0"/>
          </a:p>
        </p:txBody>
      </p:sp>
      <p:grpSp>
        <p:nvGrpSpPr>
          <p:cNvPr id="2" name="Group 4">
            <a:extLst>
              <a:ext uri="{FF2B5EF4-FFF2-40B4-BE49-F238E27FC236}">
                <a16:creationId xmlns:a16="http://schemas.microsoft.com/office/drawing/2014/main" id="{1CDE27BD-46C7-A524-5EB7-8B5FEEA62B74}"/>
              </a:ext>
            </a:extLst>
          </p:cNvPr>
          <p:cNvGrpSpPr>
            <a:grpSpLocks noChangeAspect="1"/>
          </p:cNvGrpSpPr>
          <p:nvPr userDrawn="1"/>
        </p:nvGrpSpPr>
        <p:grpSpPr bwMode="black">
          <a:xfrm>
            <a:off x="11623900" y="6276977"/>
            <a:ext cx="346158" cy="355219"/>
            <a:chOff x="7110" y="4004"/>
            <a:chExt cx="191" cy="196"/>
          </a:xfrm>
        </p:grpSpPr>
        <p:sp>
          <p:nvSpPr>
            <p:cNvPr id="3" name="Freeform 5">
              <a:extLst>
                <a:ext uri="{FF2B5EF4-FFF2-40B4-BE49-F238E27FC236}">
                  <a16:creationId xmlns:a16="http://schemas.microsoft.com/office/drawing/2014/main" id="{A4C2A58F-B939-7AED-F76A-0D247C5D6F14}"/>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4" name="Freeform 6">
              <a:extLst>
                <a:ext uri="{FF2B5EF4-FFF2-40B4-BE49-F238E27FC236}">
                  <a16:creationId xmlns:a16="http://schemas.microsoft.com/office/drawing/2014/main" id="{41374777-5950-D16E-5C8A-CEEBDD9C5F64}"/>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sp>
          <p:nvSpPr>
            <p:cNvPr id="5" name="Freeform 7">
              <a:extLst>
                <a:ext uri="{FF2B5EF4-FFF2-40B4-BE49-F238E27FC236}">
                  <a16:creationId xmlns:a16="http://schemas.microsoft.com/office/drawing/2014/main" id="{86648B71-A102-284C-B1D1-FB11D93E1D12}"/>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03923741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Quote and Full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E0F7440-6F42-6C00-68CC-571F9367646C}"/>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7" name="Text Placeholder 9">
            <a:extLst>
              <a:ext uri="{FF2B5EF4-FFF2-40B4-BE49-F238E27FC236}">
                <a16:creationId xmlns:a16="http://schemas.microsoft.com/office/drawing/2014/main" id="{4BA46848-8969-3428-7E66-3827EB17DC5A}"/>
              </a:ext>
            </a:extLst>
          </p:cNvPr>
          <p:cNvSpPr>
            <a:spLocks noGrp="1"/>
          </p:cNvSpPr>
          <p:nvPr>
            <p:ph type="body" sz="quarter" idx="13" hasCustomPrompt="1"/>
          </p:nvPr>
        </p:nvSpPr>
        <p:spPr>
          <a:xfrm>
            <a:off x="864959" y="4982400"/>
            <a:ext cx="3445104" cy="193899"/>
          </a:xfrm>
        </p:spPr>
        <p:txBody>
          <a:bodyPr>
            <a:spAutoFit/>
          </a:bodyPr>
          <a:lstStyle>
            <a:lvl1pPr marL="0" indent="0">
              <a:lnSpc>
                <a:spcPct val="90000"/>
              </a:lnSpc>
              <a:buNone/>
              <a:defRPr sz="1400" b="1" i="0">
                <a:solidFill>
                  <a:schemeClr val="tx2"/>
                </a:solidFill>
                <a:latin typeface="+mn-lt"/>
              </a:defRPr>
            </a:lvl1pPr>
          </a:lstStyle>
          <a:p>
            <a:pPr lvl="0"/>
            <a:r>
              <a:rPr lang="en-GB" dirty="0"/>
              <a:t>Name</a:t>
            </a:r>
            <a:endParaRPr lang="en-US" dirty="0"/>
          </a:p>
        </p:txBody>
      </p:sp>
      <p:sp>
        <p:nvSpPr>
          <p:cNvPr id="8" name="Text Placeholder 9">
            <a:extLst>
              <a:ext uri="{FF2B5EF4-FFF2-40B4-BE49-F238E27FC236}">
                <a16:creationId xmlns:a16="http://schemas.microsoft.com/office/drawing/2014/main" id="{78B5CC24-699C-7858-0807-40619F0D533F}"/>
              </a:ext>
            </a:extLst>
          </p:cNvPr>
          <p:cNvSpPr>
            <a:spLocks noGrp="1"/>
          </p:cNvSpPr>
          <p:nvPr>
            <p:ph type="body" sz="quarter" idx="14" hasCustomPrompt="1"/>
          </p:nvPr>
        </p:nvSpPr>
        <p:spPr>
          <a:xfrm>
            <a:off x="864961" y="5184000"/>
            <a:ext cx="3445104" cy="153888"/>
          </a:xfrm>
        </p:spPr>
        <p:txBody>
          <a:bodyPr wrap="square">
            <a:spAutoFit/>
          </a:bodyPr>
          <a:lstStyle>
            <a:lvl1pPr marL="0" indent="0">
              <a:buNone/>
              <a:defRPr sz="1000" b="0" i="0">
                <a:solidFill>
                  <a:schemeClr val="tx1"/>
                </a:solidFill>
                <a:latin typeface="+mn-lt"/>
              </a:defRPr>
            </a:lvl1pPr>
          </a:lstStyle>
          <a:p>
            <a:pPr lvl="0"/>
            <a:r>
              <a:rPr lang="en-GB" dirty="0"/>
              <a:t>Job title</a:t>
            </a:r>
            <a:endParaRPr lang="en-US" dirty="0"/>
          </a:p>
        </p:txBody>
      </p:sp>
      <p:sp>
        <p:nvSpPr>
          <p:cNvPr id="18" name="Date Placeholder 17">
            <a:extLst>
              <a:ext uri="{FF2B5EF4-FFF2-40B4-BE49-F238E27FC236}">
                <a16:creationId xmlns:a16="http://schemas.microsoft.com/office/drawing/2014/main" id="{DFFEAF1E-587A-2BBD-24CD-BAC3592390EE}"/>
              </a:ext>
            </a:extLst>
          </p:cNvPr>
          <p:cNvSpPr>
            <a:spLocks noGrp="1"/>
          </p:cNvSpPr>
          <p:nvPr>
            <p:ph type="dt" sz="half" idx="31"/>
          </p:nvPr>
        </p:nvSpPr>
        <p:spPr/>
        <p:txBody>
          <a:bodyPr/>
          <a:lstStyle>
            <a:lvl1pPr>
              <a:defRPr>
                <a:solidFill>
                  <a:schemeClr val="tx1"/>
                </a:solidFill>
              </a:defRPr>
            </a:lvl1pPr>
          </a:lstStyle>
          <a:p>
            <a:fld id="{44184577-3908-4D44-A0C0-6725FBA36825}" type="datetime3">
              <a:rPr lang="en-US" smtClean="0"/>
              <a:t>11 July 2026</a:t>
            </a:fld>
            <a:endParaRPr lang="en-US" dirty="0"/>
          </a:p>
        </p:txBody>
      </p:sp>
      <p:sp>
        <p:nvSpPr>
          <p:cNvPr id="21" name="Footer Placeholder 20">
            <a:extLst>
              <a:ext uri="{FF2B5EF4-FFF2-40B4-BE49-F238E27FC236}">
                <a16:creationId xmlns:a16="http://schemas.microsoft.com/office/drawing/2014/main" id="{7C22E0FE-1715-0380-EFE7-5D520713B07F}"/>
              </a:ext>
            </a:extLst>
          </p:cNvPr>
          <p:cNvSpPr>
            <a:spLocks noGrp="1"/>
          </p:cNvSpPr>
          <p:nvPr>
            <p:ph type="ftr" sz="quarter" idx="32"/>
          </p:nvPr>
        </p:nvSpPr>
        <p:spPr/>
        <p:txBody>
          <a:bodyPr/>
          <a:lstStyle>
            <a:lvl1pPr>
              <a:defRPr>
                <a:solidFill>
                  <a:schemeClr val="tx1"/>
                </a:solidFill>
              </a:defRPr>
            </a:lvl1pPr>
          </a:lstStyle>
          <a:p>
            <a:r>
              <a:rPr lang="en-US"/>
              <a:t>Insert footer text here</a:t>
            </a:r>
          </a:p>
        </p:txBody>
      </p:sp>
      <p:sp>
        <p:nvSpPr>
          <p:cNvPr id="22" name="Slide Number Placeholder 21">
            <a:extLst>
              <a:ext uri="{FF2B5EF4-FFF2-40B4-BE49-F238E27FC236}">
                <a16:creationId xmlns:a16="http://schemas.microsoft.com/office/drawing/2014/main" id="{5820BCA4-5D74-8EE6-4914-C7C86F87E378}"/>
              </a:ext>
            </a:extLst>
          </p:cNvPr>
          <p:cNvSpPr>
            <a:spLocks noGrp="1"/>
          </p:cNvSpPr>
          <p:nvPr>
            <p:ph type="sldNum" sz="quarter" idx="33"/>
          </p:nvPr>
        </p:nvSpPr>
        <p:spPr/>
        <p:txBody>
          <a:bodyPr/>
          <a:lstStyle>
            <a:lvl1pPr>
              <a:defRPr>
                <a:solidFill>
                  <a:schemeClr val="tx1"/>
                </a:solidFill>
              </a:defRPr>
            </a:lvl1pPr>
          </a:lstStyle>
          <a:p>
            <a:fld id="{F1BC30E3-FFE5-4B91-AA19-87A149EBB9EE}" type="slidenum">
              <a:rPr lang="en-GB" smtClean="0"/>
              <a:pPr/>
              <a:t>‹#›</a:t>
            </a:fld>
            <a:endParaRPr lang="en-GB" dirty="0"/>
          </a:p>
        </p:txBody>
      </p:sp>
      <p:sp>
        <p:nvSpPr>
          <p:cNvPr id="4" name="Text Placeholder 23">
            <a:extLst>
              <a:ext uri="{FF2B5EF4-FFF2-40B4-BE49-F238E27FC236}">
                <a16:creationId xmlns:a16="http://schemas.microsoft.com/office/drawing/2014/main" id="{E82A0447-0820-5F05-7D32-3BE15F194869}"/>
              </a:ext>
            </a:extLst>
          </p:cNvPr>
          <p:cNvSpPr>
            <a:spLocks noGrp="1"/>
          </p:cNvSpPr>
          <p:nvPr>
            <p:ph type="body" sz="quarter" idx="26" hasCustomPrompt="1"/>
          </p:nvPr>
        </p:nvSpPr>
        <p:spPr>
          <a:xfrm>
            <a:off x="774000" y="358916"/>
            <a:ext cx="2023892" cy="1419083"/>
          </a:xfrm>
        </p:spPr>
        <p:txBody>
          <a:bodyPr anchor="t"/>
          <a:lstStyle>
            <a:lvl1pPr marL="0" indent="0">
              <a:spcBef>
                <a:spcPts val="0"/>
              </a:spcBef>
              <a:spcAft>
                <a:spcPts val="0"/>
              </a:spcAft>
              <a:buNone/>
              <a:defRPr sz="19200" b="0" i="0">
                <a:solidFill>
                  <a:schemeClr val="tx2"/>
                </a:solidFill>
                <a:latin typeface="Georgia Pro" panose="02040502050405020303" pitchFamily="18" charset="0"/>
              </a:defRPr>
            </a:lvl1pPr>
          </a:lstStyle>
          <a:p>
            <a:pPr lvl="0"/>
            <a:r>
              <a:rPr lang="en-GB" dirty="0"/>
              <a:t>“</a:t>
            </a:r>
          </a:p>
        </p:txBody>
      </p:sp>
      <p:sp>
        <p:nvSpPr>
          <p:cNvPr id="5" name="Text Placeholder 23">
            <a:extLst>
              <a:ext uri="{FF2B5EF4-FFF2-40B4-BE49-F238E27FC236}">
                <a16:creationId xmlns:a16="http://schemas.microsoft.com/office/drawing/2014/main" id="{8A771E8A-8B2A-ED69-3AEC-E5AEDB16F0EE}"/>
              </a:ext>
            </a:extLst>
          </p:cNvPr>
          <p:cNvSpPr>
            <a:spLocks noGrp="1"/>
          </p:cNvSpPr>
          <p:nvPr>
            <p:ph type="body" sz="quarter" idx="25" hasCustomPrompt="1"/>
          </p:nvPr>
        </p:nvSpPr>
        <p:spPr>
          <a:xfrm>
            <a:off x="864959" y="1958400"/>
            <a:ext cx="7524979" cy="2721927"/>
          </a:xfrm>
        </p:spPr>
        <p:txBody>
          <a:bodyPr/>
          <a:lstStyle>
            <a:lvl1pPr marL="0" indent="0">
              <a:buNone/>
              <a:defRPr sz="4800" b="0" i="0">
                <a:solidFill>
                  <a:schemeClr val="tx1"/>
                </a:solidFill>
                <a:latin typeface="Georgia Pro" panose="02040502050405020303" pitchFamily="18" charset="0"/>
              </a:defRPr>
            </a:lvl1pPr>
          </a:lstStyle>
          <a:p>
            <a:pPr lvl="0"/>
            <a:r>
              <a:rPr lang="en-GB" dirty="0"/>
              <a:t>Quote goes here.</a:t>
            </a:r>
          </a:p>
        </p:txBody>
      </p:sp>
      <p:sp>
        <p:nvSpPr>
          <p:cNvPr id="6" name="SmartArt Placeholder 13">
            <a:extLst>
              <a:ext uri="{FF2B5EF4-FFF2-40B4-BE49-F238E27FC236}">
                <a16:creationId xmlns:a16="http://schemas.microsoft.com/office/drawing/2014/main" id="{C175892A-D780-3687-E55F-52F03613966A}"/>
              </a:ext>
            </a:extLst>
          </p:cNvPr>
          <p:cNvSpPr>
            <a:spLocks noGrp="1"/>
          </p:cNvSpPr>
          <p:nvPr>
            <p:ph type="dgm" sz="quarter" idx="34" hasCustomPrompt="1"/>
          </p:nvPr>
        </p:nvSpPr>
        <p:spPr bwMode="black">
          <a:xfrm>
            <a:off x="11623900" y="6276977"/>
            <a:ext cx="346158" cy="126864"/>
          </a:xfrm>
          <a:custGeom>
            <a:avLst/>
            <a:gdLst>
              <a:gd name="connsiteX0" fmla="*/ 346158 w 346158"/>
              <a:gd name="connsiteY0" fmla="*/ 0 h 126864"/>
              <a:gd name="connsiteX1" fmla="*/ 346158 w 346158"/>
              <a:gd name="connsiteY1" fmla="*/ 65245 h 126864"/>
              <a:gd name="connsiteX2" fmla="*/ 0 w 346158"/>
              <a:gd name="connsiteY2" fmla="*/ 126864 h 126864"/>
            </a:gdLst>
            <a:ahLst/>
            <a:cxnLst>
              <a:cxn ang="0">
                <a:pos x="connsiteX0" y="connsiteY0"/>
              </a:cxn>
              <a:cxn ang="0">
                <a:pos x="connsiteX1" y="connsiteY1"/>
              </a:cxn>
              <a:cxn ang="0">
                <a:pos x="connsiteX2" y="connsiteY2"/>
              </a:cxn>
            </a:cxnLst>
            <a:rect l="l" t="t" r="r" b="b"/>
            <a:pathLst>
              <a:path w="346158" h="126864">
                <a:moveTo>
                  <a:pt x="346158" y="0"/>
                </a:moveTo>
                <a:lnTo>
                  <a:pt x="346158" y="65245"/>
                </a:lnTo>
                <a:lnTo>
                  <a:pt x="0" y="126864"/>
                </a:lnTo>
                <a:close/>
              </a:path>
            </a:pathLst>
          </a:custGeom>
          <a:solidFill>
            <a:schemeClr val="tx2"/>
          </a:solidFill>
        </p:spPr>
        <p:txBody>
          <a:bodyPr wrap="square">
            <a:noAutofit/>
          </a:bodyPr>
          <a:lstStyle>
            <a:lvl1pPr marL="0" indent="0">
              <a:buFont typeface="Arial" panose="020B0604020202020204" pitchFamily="34" charset="0"/>
              <a:buNone/>
              <a:defRPr sz="800"/>
            </a:lvl1pPr>
          </a:lstStyle>
          <a:p>
            <a:r>
              <a:rPr lang="en-US" dirty="0"/>
              <a:t> </a:t>
            </a:r>
          </a:p>
        </p:txBody>
      </p:sp>
      <p:sp>
        <p:nvSpPr>
          <p:cNvPr id="10" name="SmartArt Placeholder 14">
            <a:extLst>
              <a:ext uri="{FF2B5EF4-FFF2-40B4-BE49-F238E27FC236}">
                <a16:creationId xmlns:a16="http://schemas.microsoft.com/office/drawing/2014/main" id="{4A443555-765D-10C7-DCA6-95FCD6943CA2}"/>
              </a:ext>
            </a:extLst>
          </p:cNvPr>
          <p:cNvSpPr>
            <a:spLocks noGrp="1"/>
          </p:cNvSpPr>
          <p:nvPr>
            <p:ph type="dgm" sz="quarter" idx="29" hasCustomPrompt="1"/>
          </p:nvPr>
        </p:nvSpPr>
        <p:spPr bwMode="black">
          <a:xfrm>
            <a:off x="11625712" y="6456399"/>
            <a:ext cx="291788" cy="175797"/>
          </a:xfrm>
          <a:custGeom>
            <a:avLst/>
            <a:gdLst>
              <a:gd name="connsiteX0" fmla="*/ 117803 w 291788"/>
              <a:gd name="connsiteY0" fmla="*/ 0 h 175797"/>
              <a:gd name="connsiteX1" fmla="*/ 175798 w 291788"/>
              <a:gd name="connsiteY1" fmla="*/ 0 h 175797"/>
              <a:gd name="connsiteX2" fmla="*/ 204796 w 291788"/>
              <a:gd name="connsiteY2" fmla="*/ 57995 h 175797"/>
              <a:gd name="connsiteX3" fmla="*/ 233793 w 291788"/>
              <a:gd name="connsiteY3" fmla="*/ 0 h 175797"/>
              <a:gd name="connsiteX4" fmla="*/ 291788 w 291788"/>
              <a:gd name="connsiteY4" fmla="*/ 0 h 175797"/>
              <a:gd name="connsiteX5" fmla="*/ 230168 w 291788"/>
              <a:gd name="connsiteY5" fmla="*/ 105116 h 175797"/>
              <a:gd name="connsiteX6" fmla="*/ 230168 w 291788"/>
              <a:gd name="connsiteY6" fmla="*/ 175797 h 175797"/>
              <a:gd name="connsiteX7" fmla="*/ 177610 w 291788"/>
              <a:gd name="connsiteY7" fmla="*/ 175797 h 175797"/>
              <a:gd name="connsiteX8" fmla="*/ 177610 w 291788"/>
              <a:gd name="connsiteY8" fmla="*/ 105116 h 175797"/>
              <a:gd name="connsiteX9" fmla="*/ 0 w 291788"/>
              <a:gd name="connsiteY9" fmla="*/ 0 h 175797"/>
              <a:gd name="connsiteX10" fmla="*/ 99679 w 291788"/>
              <a:gd name="connsiteY10" fmla="*/ 0 h 175797"/>
              <a:gd name="connsiteX11" fmla="*/ 123240 w 291788"/>
              <a:gd name="connsiteY11" fmla="*/ 39872 h 175797"/>
              <a:gd name="connsiteX12" fmla="*/ 54370 w 291788"/>
              <a:gd name="connsiteY12" fmla="*/ 39872 h 175797"/>
              <a:gd name="connsiteX13" fmla="*/ 54370 w 291788"/>
              <a:gd name="connsiteY13" fmla="*/ 68869 h 175797"/>
              <a:gd name="connsiteX14" fmla="*/ 117802 w 291788"/>
              <a:gd name="connsiteY14" fmla="*/ 68869 h 175797"/>
              <a:gd name="connsiteX15" fmla="*/ 117802 w 291788"/>
              <a:gd name="connsiteY15" fmla="*/ 105116 h 175797"/>
              <a:gd name="connsiteX16" fmla="*/ 54370 w 291788"/>
              <a:gd name="connsiteY16" fmla="*/ 105116 h 175797"/>
              <a:gd name="connsiteX17" fmla="*/ 54370 w 291788"/>
              <a:gd name="connsiteY17" fmla="*/ 134113 h 175797"/>
              <a:gd name="connsiteX18" fmla="*/ 141363 w 291788"/>
              <a:gd name="connsiteY18" fmla="*/ 134113 h 175797"/>
              <a:gd name="connsiteX19" fmla="*/ 141363 w 291788"/>
              <a:gd name="connsiteY19" fmla="*/ 175797 h 175797"/>
              <a:gd name="connsiteX20" fmla="*/ 0 w 291788"/>
              <a:gd name="connsiteY20" fmla="*/ 175797 h 17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1788" h="175797">
                <a:moveTo>
                  <a:pt x="117803" y="0"/>
                </a:moveTo>
                <a:lnTo>
                  <a:pt x="175798" y="0"/>
                </a:lnTo>
                <a:lnTo>
                  <a:pt x="204796" y="57995"/>
                </a:lnTo>
                <a:lnTo>
                  <a:pt x="233793" y="0"/>
                </a:lnTo>
                <a:lnTo>
                  <a:pt x="291788" y="0"/>
                </a:lnTo>
                <a:lnTo>
                  <a:pt x="230168" y="105116"/>
                </a:lnTo>
                <a:lnTo>
                  <a:pt x="230168" y="175797"/>
                </a:lnTo>
                <a:lnTo>
                  <a:pt x="177610" y="175797"/>
                </a:lnTo>
                <a:lnTo>
                  <a:pt x="177610" y="105116"/>
                </a:lnTo>
                <a:close/>
                <a:moveTo>
                  <a:pt x="0" y="0"/>
                </a:moveTo>
                <a:lnTo>
                  <a:pt x="99679" y="0"/>
                </a:lnTo>
                <a:lnTo>
                  <a:pt x="123240" y="39872"/>
                </a:lnTo>
                <a:lnTo>
                  <a:pt x="54370" y="39872"/>
                </a:lnTo>
                <a:lnTo>
                  <a:pt x="54370" y="68869"/>
                </a:lnTo>
                <a:lnTo>
                  <a:pt x="117802" y="68869"/>
                </a:lnTo>
                <a:lnTo>
                  <a:pt x="117802" y="105116"/>
                </a:lnTo>
                <a:lnTo>
                  <a:pt x="54370" y="105116"/>
                </a:lnTo>
                <a:lnTo>
                  <a:pt x="54370" y="134113"/>
                </a:lnTo>
                <a:lnTo>
                  <a:pt x="141363" y="134113"/>
                </a:lnTo>
                <a:lnTo>
                  <a:pt x="141363" y="175797"/>
                </a:lnTo>
                <a:lnTo>
                  <a:pt x="0" y="175797"/>
                </a:lnTo>
                <a:close/>
              </a:path>
            </a:pathLst>
          </a:custGeom>
          <a:solidFill>
            <a:schemeClr val="bg2"/>
          </a:solidFill>
        </p:spPr>
        <p:txBody>
          <a:bodyPr wrap="square">
            <a:noAutofit/>
          </a:bodyPr>
          <a:lstStyle>
            <a:lvl1pPr marL="0" indent="0">
              <a:buFont typeface="Arial" panose="020B0604020202020204" pitchFamily="34" charset="0"/>
              <a:buNone/>
              <a:defRPr sz="800"/>
            </a:lvl1pPr>
          </a:lstStyle>
          <a:p>
            <a:r>
              <a:rPr lang="en-US" dirty="0"/>
              <a:t> </a:t>
            </a:r>
          </a:p>
        </p:txBody>
      </p:sp>
    </p:spTree>
    <p:extLst>
      <p:ext uri="{BB962C8B-B14F-4D97-AF65-F5344CB8AC3E}">
        <p14:creationId xmlns:p14="http://schemas.microsoft.com/office/powerpoint/2010/main" val="1005848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Video">
    <p:spTree>
      <p:nvGrpSpPr>
        <p:cNvPr id="1" name=""/>
        <p:cNvGrpSpPr/>
        <p:nvPr/>
      </p:nvGrpSpPr>
      <p:grpSpPr>
        <a:xfrm>
          <a:off x="0" y="0"/>
          <a:ext cx="0" cy="0"/>
          <a:chOff x="0" y="0"/>
          <a:chExt cx="0" cy="0"/>
        </a:xfrm>
      </p:grpSpPr>
      <p:sp>
        <p:nvSpPr>
          <p:cNvPr id="7" name="Media Placeholder 6">
            <a:extLst>
              <a:ext uri="{FF2B5EF4-FFF2-40B4-BE49-F238E27FC236}">
                <a16:creationId xmlns:a16="http://schemas.microsoft.com/office/drawing/2014/main" id="{04648CD8-B307-812B-5BD0-91AA365C73D1}"/>
              </a:ext>
            </a:extLst>
          </p:cNvPr>
          <p:cNvSpPr>
            <a:spLocks noGrp="1"/>
          </p:cNvSpPr>
          <p:nvPr>
            <p:ph type="media" sz="quarter" idx="13"/>
          </p:nvPr>
        </p:nvSpPr>
        <p:spPr>
          <a:xfrm>
            <a:off x="0" y="0"/>
            <a:ext cx="12192000" cy="6858000"/>
          </a:xfrm>
        </p:spPr>
        <p:txBody>
          <a:bodyPr/>
          <a:lstStyle/>
          <a:p>
            <a:r>
              <a:rPr lang="en-GB" dirty="0"/>
              <a:t>Click icon to add media</a:t>
            </a:r>
            <a:endParaRPr lang="en-US" dirty="0"/>
          </a:p>
        </p:txBody>
      </p:sp>
      <p:sp>
        <p:nvSpPr>
          <p:cNvPr id="4" name="Date Placeholder 8">
            <a:extLst>
              <a:ext uri="{FF2B5EF4-FFF2-40B4-BE49-F238E27FC236}">
                <a16:creationId xmlns:a16="http://schemas.microsoft.com/office/drawing/2014/main" id="{2B2A75B8-AC69-234D-6453-3F51196FB90B}"/>
              </a:ext>
            </a:extLst>
          </p:cNvPr>
          <p:cNvSpPr>
            <a:spLocks noGrp="1"/>
          </p:cNvSpPr>
          <p:nvPr>
            <p:ph type="dt" sz="half" idx="10"/>
          </p:nvPr>
        </p:nvSpPr>
        <p:spPr>
          <a:xfrm>
            <a:off x="994845" y="6437115"/>
            <a:ext cx="1275686" cy="123111"/>
          </a:xfrm>
        </p:spPr>
        <p:txBody>
          <a:bodyPr/>
          <a:lstStyle>
            <a:lvl1pPr>
              <a:defRPr>
                <a:solidFill>
                  <a:schemeClr val="bg1"/>
                </a:solidFill>
              </a:defRPr>
            </a:lvl1pPr>
          </a:lstStyle>
          <a:p>
            <a:fld id="{953F67A3-D43E-4843-89C3-3ED809E431D3}" type="datetime3">
              <a:rPr lang="en-US" smtClean="0"/>
              <a:t>11 July 2026</a:t>
            </a:fld>
            <a:endParaRPr lang="en-US" dirty="0"/>
          </a:p>
        </p:txBody>
      </p:sp>
      <p:sp>
        <p:nvSpPr>
          <p:cNvPr id="5" name="Footer Placeholder 9">
            <a:extLst>
              <a:ext uri="{FF2B5EF4-FFF2-40B4-BE49-F238E27FC236}">
                <a16:creationId xmlns:a16="http://schemas.microsoft.com/office/drawing/2014/main" id="{D1F90C88-74CB-BCA1-B76D-286F3EBEEED3}"/>
              </a:ext>
            </a:extLst>
          </p:cNvPr>
          <p:cNvSpPr>
            <a:spLocks noGrp="1"/>
          </p:cNvSpPr>
          <p:nvPr>
            <p:ph type="ftr" sz="quarter" idx="11"/>
          </p:nvPr>
        </p:nvSpPr>
        <p:spPr>
          <a:xfrm>
            <a:off x="2270531" y="6437115"/>
            <a:ext cx="3825470" cy="123111"/>
          </a:xfrm>
        </p:spPr>
        <p:txBody>
          <a:bodyPr/>
          <a:lstStyle>
            <a:lvl1pPr>
              <a:defRPr>
                <a:solidFill>
                  <a:schemeClr val="bg1"/>
                </a:solidFill>
              </a:defRPr>
            </a:lvl1pPr>
          </a:lstStyle>
          <a:p>
            <a:r>
              <a:rPr lang="en-US"/>
              <a:t>Insert footer text here</a:t>
            </a:r>
          </a:p>
        </p:txBody>
      </p:sp>
      <p:sp>
        <p:nvSpPr>
          <p:cNvPr id="6" name="Slide Number Placeholder 10">
            <a:extLst>
              <a:ext uri="{FF2B5EF4-FFF2-40B4-BE49-F238E27FC236}">
                <a16:creationId xmlns:a16="http://schemas.microsoft.com/office/drawing/2014/main" id="{85104006-7F28-1301-537B-8A442233737F}"/>
              </a:ext>
            </a:extLst>
          </p:cNvPr>
          <p:cNvSpPr>
            <a:spLocks noGrp="1"/>
          </p:cNvSpPr>
          <p:nvPr>
            <p:ph type="sldNum" sz="quarter" idx="12"/>
          </p:nvPr>
        </p:nvSpPr>
        <p:spPr>
          <a:xfrm>
            <a:off x="485747" y="6437115"/>
            <a:ext cx="509098" cy="123111"/>
          </a:xfrm>
        </p:spPr>
        <p:txBody>
          <a:bodyPr/>
          <a:lstStyle>
            <a:lvl1pPr>
              <a:defRPr>
                <a:solidFill>
                  <a:schemeClr val="bg1"/>
                </a:solidFill>
              </a:defRPr>
            </a:lvl1pPr>
          </a:lstStyle>
          <a:p>
            <a:fld id="{F1BC30E3-FFE5-4B91-AA19-87A149EBB9EE}" type="slidenum">
              <a:rPr lang="en-GB" smtClean="0"/>
              <a:pPr/>
              <a:t>‹#›</a:t>
            </a:fld>
            <a:endParaRPr lang="en-GB" dirty="0"/>
          </a:p>
        </p:txBody>
      </p:sp>
      <p:sp>
        <p:nvSpPr>
          <p:cNvPr id="2" name="SmartArt Placeholder 13">
            <a:extLst>
              <a:ext uri="{FF2B5EF4-FFF2-40B4-BE49-F238E27FC236}">
                <a16:creationId xmlns:a16="http://schemas.microsoft.com/office/drawing/2014/main" id="{7EB1D1CC-D315-B6FA-1A39-C605B10441F2}"/>
              </a:ext>
            </a:extLst>
          </p:cNvPr>
          <p:cNvSpPr>
            <a:spLocks noGrp="1"/>
          </p:cNvSpPr>
          <p:nvPr>
            <p:ph type="dgm" sz="quarter" idx="28" hasCustomPrompt="1"/>
          </p:nvPr>
        </p:nvSpPr>
        <p:spPr bwMode="black">
          <a:xfrm>
            <a:off x="11623900" y="6276977"/>
            <a:ext cx="346158" cy="126864"/>
          </a:xfrm>
          <a:custGeom>
            <a:avLst/>
            <a:gdLst>
              <a:gd name="connsiteX0" fmla="*/ 346158 w 346158"/>
              <a:gd name="connsiteY0" fmla="*/ 0 h 126864"/>
              <a:gd name="connsiteX1" fmla="*/ 346158 w 346158"/>
              <a:gd name="connsiteY1" fmla="*/ 65245 h 126864"/>
              <a:gd name="connsiteX2" fmla="*/ 0 w 346158"/>
              <a:gd name="connsiteY2" fmla="*/ 126864 h 126864"/>
            </a:gdLst>
            <a:ahLst/>
            <a:cxnLst>
              <a:cxn ang="0">
                <a:pos x="connsiteX0" y="connsiteY0"/>
              </a:cxn>
              <a:cxn ang="0">
                <a:pos x="connsiteX1" y="connsiteY1"/>
              </a:cxn>
              <a:cxn ang="0">
                <a:pos x="connsiteX2" y="connsiteY2"/>
              </a:cxn>
            </a:cxnLst>
            <a:rect l="l" t="t" r="r" b="b"/>
            <a:pathLst>
              <a:path w="346158" h="126864">
                <a:moveTo>
                  <a:pt x="346158" y="0"/>
                </a:moveTo>
                <a:lnTo>
                  <a:pt x="346158" y="65245"/>
                </a:lnTo>
                <a:lnTo>
                  <a:pt x="0" y="126864"/>
                </a:lnTo>
                <a:close/>
              </a:path>
            </a:pathLst>
          </a:custGeom>
          <a:solidFill>
            <a:schemeClr val="tx2"/>
          </a:solidFill>
        </p:spPr>
        <p:txBody>
          <a:bodyPr wrap="square">
            <a:noAutofit/>
          </a:bodyPr>
          <a:lstStyle>
            <a:lvl1pPr marL="0" indent="0">
              <a:buFont typeface="Arial" panose="020B0604020202020204" pitchFamily="34" charset="0"/>
              <a:buNone/>
              <a:defRPr sz="800"/>
            </a:lvl1pPr>
          </a:lstStyle>
          <a:p>
            <a:r>
              <a:rPr lang="en-US" dirty="0"/>
              <a:t> </a:t>
            </a:r>
          </a:p>
        </p:txBody>
      </p:sp>
      <p:sp>
        <p:nvSpPr>
          <p:cNvPr id="3" name="SmartArt Placeholder 14">
            <a:extLst>
              <a:ext uri="{FF2B5EF4-FFF2-40B4-BE49-F238E27FC236}">
                <a16:creationId xmlns:a16="http://schemas.microsoft.com/office/drawing/2014/main" id="{442A224B-11FE-50D1-E5E3-DDE53EB0C4E8}"/>
              </a:ext>
            </a:extLst>
          </p:cNvPr>
          <p:cNvSpPr>
            <a:spLocks noGrp="1"/>
          </p:cNvSpPr>
          <p:nvPr>
            <p:ph type="dgm" sz="quarter" idx="29" hasCustomPrompt="1"/>
          </p:nvPr>
        </p:nvSpPr>
        <p:spPr bwMode="black">
          <a:xfrm>
            <a:off x="11625712" y="6456399"/>
            <a:ext cx="291788" cy="175797"/>
          </a:xfrm>
          <a:custGeom>
            <a:avLst/>
            <a:gdLst>
              <a:gd name="connsiteX0" fmla="*/ 117803 w 291788"/>
              <a:gd name="connsiteY0" fmla="*/ 0 h 175797"/>
              <a:gd name="connsiteX1" fmla="*/ 175798 w 291788"/>
              <a:gd name="connsiteY1" fmla="*/ 0 h 175797"/>
              <a:gd name="connsiteX2" fmla="*/ 204796 w 291788"/>
              <a:gd name="connsiteY2" fmla="*/ 57995 h 175797"/>
              <a:gd name="connsiteX3" fmla="*/ 233793 w 291788"/>
              <a:gd name="connsiteY3" fmla="*/ 0 h 175797"/>
              <a:gd name="connsiteX4" fmla="*/ 291788 w 291788"/>
              <a:gd name="connsiteY4" fmla="*/ 0 h 175797"/>
              <a:gd name="connsiteX5" fmla="*/ 230168 w 291788"/>
              <a:gd name="connsiteY5" fmla="*/ 105116 h 175797"/>
              <a:gd name="connsiteX6" fmla="*/ 230168 w 291788"/>
              <a:gd name="connsiteY6" fmla="*/ 175797 h 175797"/>
              <a:gd name="connsiteX7" fmla="*/ 177610 w 291788"/>
              <a:gd name="connsiteY7" fmla="*/ 175797 h 175797"/>
              <a:gd name="connsiteX8" fmla="*/ 177610 w 291788"/>
              <a:gd name="connsiteY8" fmla="*/ 105116 h 175797"/>
              <a:gd name="connsiteX9" fmla="*/ 0 w 291788"/>
              <a:gd name="connsiteY9" fmla="*/ 0 h 175797"/>
              <a:gd name="connsiteX10" fmla="*/ 99679 w 291788"/>
              <a:gd name="connsiteY10" fmla="*/ 0 h 175797"/>
              <a:gd name="connsiteX11" fmla="*/ 123240 w 291788"/>
              <a:gd name="connsiteY11" fmla="*/ 39872 h 175797"/>
              <a:gd name="connsiteX12" fmla="*/ 54370 w 291788"/>
              <a:gd name="connsiteY12" fmla="*/ 39872 h 175797"/>
              <a:gd name="connsiteX13" fmla="*/ 54370 w 291788"/>
              <a:gd name="connsiteY13" fmla="*/ 68869 h 175797"/>
              <a:gd name="connsiteX14" fmla="*/ 117802 w 291788"/>
              <a:gd name="connsiteY14" fmla="*/ 68869 h 175797"/>
              <a:gd name="connsiteX15" fmla="*/ 117802 w 291788"/>
              <a:gd name="connsiteY15" fmla="*/ 105116 h 175797"/>
              <a:gd name="connsiteX16" fmla="*/ 54370 w 291788"/>
              <a:gd name="connsiteY16" fmla="*/ 105116 h 175797"/>
              <a:gd name="connsiteX17" fmla="*/ 54370 w 291788"/>
              <a:gd name="connsiteY17" fmla="*/ 134113 h 175797"/>
              <a:gd name="connsiteX18" fmla="*/ 141363 w 291788"/>
              <a:gd name="connsiteY18" fmla="*/ 134113 h 175797"/>
              <a:gd name="connsiteX19" fmla="*/ 141363 w 291788"/>
              <a:gd name="connsiteY19" fmla="*/ 175797 h 175797"/>
              <a:gd name="connsiteX20" fmla="*/ 0 w 291788"/>
              <a:gd name="connsiteY20" fmla="*/ 175797 h 17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1788" h="175797">
                <a:moveTo>
                  <a:pt x="117803" y="0"/>
                </a:moveTo>
                <a:lnTo>
                  <a:pt x="175798" y="0"/>
                </a:lnTo>
                <a:lnTo>
                  <a:pt x="204796" y="57995"/>
                </a:lnTo>
                <a:lnTo>
                  <a:pt x="233793" y="0"/>
                </a:lnTo>
                <a:lnTo>
                  <a:pt x="291788" y="0"/>
                </a:lnTo>
                <a:lnTo>
                  <a:pt x="230168" y="105116"/>
                </a:lnTo>
                <a:lnTo>
                  <a:pt x="230168" y="175797"/>
                </a:lnTo>
                <a:lnTo>
                  <a:pt x="177610" y="175797"/>
                </a:lnTo>
                <a:lnTo>
                  <a:pt x="177610" y="105116"/>
                </a:lnTo>
                <a:close/>
                <a:moveTo>
                  <a:pt x="0" y="0"/>
                </a:moveTo>
                <a:lnTo>
                  <a:pt x="99679" y="0"/>
                </a:lnTo>
                <a:lnTo>
                  <a:pt x="123240" y="39872"/>
                </a:lnTo>
                <a:lnTo>
                  <a:pt x="54370" y="39872"/>
                </a:lnTo>
                <a:lnTo>
                  <a:pt x="54370" y="68869"/>
                </a:lnTo>
                <a:lnTo>
                  <a:pt x="117802" y="68869"/>
                </a:lnTo>
                <a:lnTo>
                  <a:pt x="117802" y="105116"/>
                </a:lnTo>
                <a:lnTo>
                  <a:pt x="54370" y="105116"/>
                </a:lnTo>
                <a:lnTo>
                  <a:pt x="54370" y="134113"/>
                </a:lnTo>
                <a:lnTo>
                  <a:pt x="141363" y="134113"/>
                </a:lnTo>
                <a:lnTo>
                  <a:pt x="141363" y="175797"/>
                </a:lnTo>
                <a:lnTo>
                  <a:pt x="0" y="175797"/>
                </a:lnTo>
                <a:close/>
              </a:path>
            </a:pathLst>
          </a:custGeom>
          <a:solidFill>
            <a:schemeClr val="bg2"/>
          </a:solidFill>
        </p:spPr>
        <p:txBody>
          <a:bodyPr wrap="square">
            <a:noAutofit/>
          </a:bodyPr>
          <a:lstStyle>
            <a:lvl1pPr marL="0" indent="0">
              <a:buFont typeface="Arial" panose="020B0604020202020204" pitchFamily="34" charset="0"/>
              <a:buNone/>
              <a:defRPr sz="800"/>
            </a:lvl1pPr>
          </a:lstStyle>
          <a:p>
            <a:r>
              <a:rPr lang="en-US" dirty="0"/>
              <a:t> </a:t>
            </a:r>
          </a:p>
        </p:txBody>
      </p:sp>
    </p:spTree>
    <p:extLst>
      <p:ext uri="{BB962C8B-B14F-4D97-AF65-F5344CB8AC3E}">
        <p14:creationId xmlns:p14="http://schemas.microsoft.com/office/powerpoint/2010/main" val="377450805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458035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Boilerplate">
    <p:spTree>
      <p:nvGrpSpPr>
        <p:cNvPr id="1" name=""/>
        <p:cNvGrpSpPr/>
        <p:nvPr/>
      </p:nvGrpSpPr>
      <p:grpSpPr>
        <a:xfrm>
          <a:off x="0" y="0"/>
          <a:ext cx="0" cy="0"/>
          <a:chOff x="0" y="0"/>
          <a:chExt cx="0" cy="0"/>
        </a:xfrm>
      </p:grpSpPr>
      <p:pic>
        <p:nvPicPr>
          <p:cNvPr id="6" name="Picture 5" descr="A bright yellow circle&#10;&#10;Description automatically generated with medium confidence">
            <a:extLst>
              <a:ext uri="{FF2B5EF4-FFF2-40B4-BE49-F238E27FC236}">
                <a16:creationId xmlns:a16="http://schemas.microsoft.com/office/drawing/2014/main" id="{0CE0EE1C-69FD-A2A1-0E47-EEBF86AA51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Tree>
    <p:extLst>
      <p:ext uri="{BB962C8B-B14F-4D97-AF65-F5344CB8AC3E}">
        <p14:creationId xmlns:p14="http://schemas.microsoft.com/office/powerpoint/2010/main" val="86171349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1" y="201600"/>
            <a:ext cx="10972800" cy="594360"/>
          </a:xfrm>
        </p:spPr>
        <p:txBody>
          <a:bodyPr/>
          <a:lstStyle>
            <a:lvl1pPr>
              <a:defRPr sz="2399">
                <a:solidFill>
                  <a:schemeClr val="bg1"/>
                </a:solidFill>
                <a:latin typeface="EYInterstate Light" panose="02000506000000020004" pitchFamily="2" charset="0"/>
              </a:defRPr>
            </a:lvl1pPr>
          </a:lstStyle>
          <a:p>
            <a:r>
              <a:rPr lang="en-US"/>
              <a:t>Click to edit Master title style</a:t>
            </a:r>
            <a:endParaRPr lang="en-GB" dirty="0"/>
          </a:p>
        </p:txBody>
      </p:sp>
      <p:sp>
        <p:nvSpPr>
          <p:cNvPr id="13" name="Table Placeholder 4">
            <a:extLst>
              <a:ext uri="{FF2B5EF4-FFF2-40B4-BE49-F238E27FC236}">
                <a16:creationId xmlns:a16="http://schemas.microsoft.com/office/drawing/2014/main" id="{C5AC4C92-885D-49C5-B704-597DE68FC006}"/>
              </a:ext>
            </a:extLst>
          </p:cNvPr>
          <p:cNvSpPr txBox="1">
            <a:spLocks/>
          </p:cNvSpPr>
          <p:nvPr userDrawn="1"/>
        </p:nvSpPr>
        <p:spPr>
          <a:xfrm>
            <a:off x="813224" y="1137922"/>
            <a:ext cx="6610006" cy="4267457"/>
          </a:xfrm>
          <a:prstGeom prst="rect">
            <a:avLst/>
          </a:prstGeom>
        </p:spPr>
        <p:txBody>
          <a:bodyPr vert="horz" lIns="0" tIns="0" rIns="0" bIns="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56438" marR="0" lvl="0" indent="-356438" algn="l" defTabSz="913943" rtl="0" eaLnBrk="1" fontAlgn="auto" latinLnBrk="0" hangingPunct="1">
              <a:lnSpc>
                <a:spcPct val="100000"/>
              </a:lnSpc>
              <a:spcBef>
                <a:spcPct val="20000"/>
              </a:spcBef>
              <a:spcAft>
                <a:spcPts val="0"/>
              </a:spcAft>
              <a:buClr>
                <a:srgbClr val="FFE600"/>
              </a:buClr>
              <a:buSzPct val="70000"/>
              <a:buFont typeface="Arial" pitchFamily="34" charset="0"/>
              <a:buChar char="►"/>
              <a:tabLst/>
              <a:defRPr/>
            </a:pPr>
            <a:endParaRPr kumimoji="0" lang="en-IN" sz="1999" b="0" i="0" u="none" strike="noStrike" kern="1200" cap="none" spc="0" normalizeH="0" baseline="0" noProof="0">
              <a:ln>
                <a:noFill/>
              </a:ln>
              <a:solidFill>
                <a:sysClr val="window" lastClr="FFFFFF"/>
              </a:solidFill>
              <a:effectLst/>
              <a:uLnTx/>
              <a:uFillTx/>
              <a:latin typeface="EYInterstate Light" panose="02000506000000020004" pitchFamily="2" charset="0"/>
              <a:ea typeface="+mn-ea"/>
              <a:cs typeface="+mn-cs"/>
            </a:endParaRPr>
          </a:p>
        </p:txBody>
      </p:sp>
      <p:sp>
        <p:nvSpPr>
          <p:cNvPr id="5" name="Line 10">
            <a:extLst>
              <a:ext uri="{FF2B5EF4-FFF2-40B4-BE49-F238E27FC236}">
                <a16:creationId xmlns:a16="http://schemas.microsoft.com/office/drawing/2014/main" id="{04A2E968-DBA8-4BD3-8F8F-9B23825BC4DF}"/>
              </a:ext>
            </a:extLst>
          </p:cNvPr>
          <p:cNvSpPr>
            <a:spLocks noChangeShapeType="1"/>
          </p:cNvSpPr>
          <p:nvPr userDrawn="1"/>
        </p:nvSpPr>
        <p:spPr bwMode="auto">
          <a:xfrm>
            <a:off x="609602" y="907750"/>
            <a:ext cx="1101171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dirty="0">
              <a:solidFill>
                <a:schemeClr val="bg1"/>
              </a:solidFill>
            </a:endParaRPr>
          </a:p>
        </p:txBody>
      </p:sp>
      <p:sp>
        <p:nvSpPr>
          <p:cNvPr id="3" name="Date Placeholder 2">
            <a:extLst>
              <a:ext uri="{FF2B5EF4-FFF2-40B4-BE49-F238E27FC236}">
                <a16:creationId xmlns:a16="http://schemas.microsoft.com/office/drawing/2014/main" id="{08218B73-555A-4F14-931F-DAE40AC25DA9}"/>
              </a:ext>
            </a:extLst>
          </p:cNvPr>
          <p:cNvSpPr>
            <a:spLocks noGrp="1"/>
          </p:cNvSpPr>
          <p:nvPr>
            <p:ph type="dt" sz="half" idx="10"/>
          </p:nvPr>
        </p:nvSpPr>
        <p:spPr/>
        <p:txBody>
          <a:bodyPr/>
          <a:lstStyle/>
          <a:p>
            <a:fld id="{5D44F7F7-7376-4A8F-BC88-154581002E6B}" type="datetime3">
              <a:rPr lang="en-US" smtClean="0"/>
              <a:t>11 July 2026</a:t>
            </a:fld>
            <a:endParaRPr lang="en-IN" dirty="0"/>
          </a:p>
        </p:txBody>
      </p:sp>
      <p:sp>
        <p:nvSpPr>
          <p:cNvPr id="4" name="Footer Placeholder 3">
            <a:extLst>
              <a:ext uri="{FF2B5EF4-FFF2-40B4-BE49-F238E27FC236}">
                <a16:creationId xmlns:a16="http://schemas.microsoft.com/office/drawing/2014/main" id="{FE7FC2ED-0BA0-4018-BDCE-AA7E8B55917D}"/>
              </a:ext>
            </a:extLst>
          </p:cNvPr>
          <p:cNvSpPr>
            <a:spLocks noGrp="1"/>
          </p:cNvSpPr>
          <p:nvPr>
            <p:ph type="ftr" sz="quarter" idx="11"/>
          </p:nvPr>
        </p:nvSpPr>
        <p:spPr/>
        <p:txBody>
          <a:bodyPr/>
          <a:lstStyle/>
          <a:p>
            <a:r>
              <a:rPr lang="en-IN"/>
              <a:t>Presentation title</a:t>
            </a:r>
            <a:endParaRPr lang="en-IN" dirty="0"/>
          </a:p>
        </p:txBody>
      </p:sp>
      <p:sp>
        <p:nvSpPr>
          <p:cNvPr id="6" name="Slide Number Placeholder 5">
            <a:extLst>
              <a:ext uri="{FF2B5EF4-FFF2-40B4-BE49-F238E27FC236}">
                <a16:creationId xmlns:a16="http://schemas.microsoft.com/office/drawing/2014/main" id="{51549BB1-9F3B-419B-872D-8849B20BD1B5}"/>
              </a:ext>
            </a:extLst>
          </p:cNvPr>
          <p:cNvSpPr>
            <a:spLocks noGrp="1"/>
          </p:cNvSpPr>
          <p:nvPr>
            <p:ph type="sldNum" sz="quarter" idx="12"/>
          </p:nvPr>
        </p:nvSpPr>
        <p:spPr>
          <a:xfrm>
            <a:off x="609601" y="6516456"/>
            <a:ext cx="884088" cy="123111"/>
          </a:xfrm>
          <a:prstGeom prst="rect">
            <a:avLst/>
          </a:prstGeom>
        </p:spPr>
        <p:txBody>
          <a:bodyPr/>
          <a:lstStyle/>
          <a:p>
            <a:r>
              <a:rPr lang="en-GB"/>
              <a:t>Page </a:t>
            </a:r>
            <a:fld id="{F1BC30E3-FFE5-4B91-AA19-87A149EBB9EE}" type="slidenum">
              <a:rPr smtClean="0"/>
              <a:pPr/>
              <a:t>‹#›</a:t>
            </a:fld>
            <a:endParaRPr dirty="0"/>
          </a:p>
        </p:txBody>
      </p:sp>
    </p:spTree>
    <p:extLst>
      <p:ext uri="{BB962C8B-B14F-4D97-AF65-F5344CB8AC3E}">
        <p14:creationId xmlns:p14="http://schemas.microsoft.com/office/powerpoint/2010/main" val="72795882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2" descr="A blurry image of a rainbow&#10;&#10;Description automatically generated">
            <a:extLst>
              <a:ext uri="{FF2B5EF4-FFF2-40B4-BE49-F238E27FC236}">
                <a16:creationId xmlns:a16="http://schemas.microsoft.com/office/drawing/2014/main" id="{317BE7A3-A673-B58A-8BE4-D36A0E590D33}"/>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grpSp>
        <p:nvGrpSpPr>
          <p:cNvPr id="5" name="Group 4">
            <a:extLst>
              <a:ext uri="{FF2B5EF4-FFF2-40B4-BE49-F238E27FC236}">
                <a16:creationId xmlns:a16="http://schemas.microsoft.com/office/drawing/2014/main" id="{3D8D2553-DCAF-2D9D-2138-FE4E794B7FFA}"/>
              </a:ext>
            </a:extLst>
          </p:cNvPr>
          <p:cNvGrpSpPr/>
          <p:nvPr userDrawn="1"/>
        </p:nvGrpSpPr>
        <p:grpSpPr>
          <a:xfrm>
            <a:off x="485775" y="6164633"/>
            <a:ext cx="4940935" cy="318770"/>
            <a:chOff x="485775" y="6164633"/>
            <a:chExt cx="4940935" cy="318770"/>
          </a:xfrm>
        </p:grpSpPr>
        <p:sp>
          <p:nvSpPr>
            <p:cNvPr id="297" name="Freeform 296">
              <a:extLst>
                <a:ext uri="{FF2B5EF4-FFF2-40B4-BE49-F238E27FC236}">
                  <a16:creationId xmlns:a16="http://schemas.microsoft.com/office/drawing/2014/main" id="{AD4E5D8B-12B4-19F3-17D4-D12BF368FC85}"/>
                </a:ext>
              </a:extLst>
            </p:cNvPr>
            <p:cNvSpPr/>
            <p:nvPr/>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98" name="Freeform 297">
              <a:extLst>
                <a:ext uri="{FF2B5EF4-FFF2-40B4-BE49-F238E27FC236}">
                  <a16:creationId xmlns:a16="http://schemas.microsoft.com/office/drawing/2014/main" id="{219789D6-6B07-F2E6-06BE-8CA9DC83E385}"/>
                </a:ext>
              </a:extLst>
            </p:cNvPr>
            <p:cNvSpPr/>
            <p:nvPr/>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grpSp>
        <p:nvGrpSpPr>
          <p:cNvPr id="4" name="Group 3">
            <a:extLst>
              <a:ext uri="{FF2B5EF4-FFF2-40B4-BE49-F238E27FC236}">
                <a16:creationId xmlns:a16="http://schemas.microsoft.com/office/drawing/2014/main" id="{9767D4D9-A47B-4020-6B9B-87B081166C85}"/>
              </a:ext>
            </a:extLst>
          </p:cNvPr>
          <p:cNvGrpSpPr/>
          <p:nvPr userDrawn="1"/>
        </p:nvGrpSpPr>
        <p:grpSpPr>
          <a:xfrm>
            <a:off x="485774" y="1291008"/>
            <a:ext cx="5706110" cy="4360545"/>
            <a:chOff x="485774" y="1291008"/>
            <a:chExt cx="5706110" cy="4360545"/>
          </a:xfrm>
        </p:grpSpPr>
        <p:sp>
          <p:nvSpPr>
            <p:cNvPr id="299" name="Freeform 298">
              <a:extLst>
                <a:ext uri="{FF2B5EF4-FFF2-40B4-BE49-F238E27FC236}">
                  <a16:creationId xmlns:a16="http://schemas.microsoft.com/office/drawing/2014/main" id="{70589FC3-4491-BD75-2C16-660DF0B71BBC}"/>
                </a:ext>
              </a:extLst>
            </p:cNvPr>
            <p:cNvSpPr/>
            <p:nvPr/>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293" name="Freeform 292">
              <a:extLst>
                <a:ext uri="{FF2B5EF4-FFF2-40B4-BE49-F238E27FC236}">
                  <a16:creationId xmlns:a16="http://schemas.microsoft.com/office/drawing/2014/main" id="{B00DB918-F11D-F855-5478-ECB25A1AC3D1}"/>
                </a:ext>
              </a:extLst>
            </p:cNvPr>
            <p:cNvSpPr/>
            <p:nvPr/>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FF32FF"/>
                </a:gs>
                <a:gs pos="100000">
                  <a:srgbClr val="32FFFF"/>
                </a:gs>
              </a:gsLst>
              <a:lin ang="18600000" scaled="0"/>
              <a:tileRect/>
            </a:gradFill>
            <a:ln w="8181" cap="flat">
              <a:noFill/>
              <a:prstDash val="solid"/>
              <a:miter/>
            </a:ln>
          </p:spPr>
          <p:txBody>
            <a:bodyPr rtlCol="0" anchor="ctr"/>
            <a:lstStyle/>
            <a:p>
              <a:pPr lvl="0"/>
              <a:endParaRPr lang="en-US"/>
            </a:p>
          </p:txBody>
        </p:sp>
      </p:grpSp>
      <p:sp>
        <p:nvSpPr>
          <p:cNvPr id="274" name="Subtitle 2">
            <a:extLst>
              <a:ext uri="{FF2B5EF4-FFF2-40B4-BE49-F238E27FC236}">
                <a16:creationId xmlns:a16="http://schemas.microsoft.com/office/drawing/2014/main" id="{74103396-CF0A-A808-BF1B-463C3EF7376E}"/>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sz="1600">
                <a:latin typeface="EYInterstate" panose="0200050302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75" name="Title 4">
            <a:extLst>
              <a:ext uri="{FF2B5EF4-FFF2-40B4-BE49-F238E27FC236}">
                <a16:creationId xmlns:a16="http://schemas.microsoft.com/office/drawing/2014/main" id="{B57CD4DB-AED0-4F7E-41BA-02CA96598AEC}"/>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289" name="Text Placeholder 288">
            <a:extLst>
              <a:ext uri="{FF2B5EF4-FFF2-40B4-BE49-F238E27FC236}">
                <a16:creationId xmlns:a16="http://schemas.microsoft.com/office/drawing/2014/main" id="{31D45A6D-135C-8C27-4F13-A3BC79AB3ED3}"/>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2" name="Group 1">
            <a:extLst>
              <a:ext uri="{FF2B5EF4-FFF2-40B4-BE49-F238E27FC236}">
                <a16:creationId xmlns:a16="http://schemas.microsoft.com/office/drawing/2014/main" id="{14E15DA5-AD3B-F42C-9F90-41E03DA74BAE}"/>
              </a:ext>
            </a:extLst>
          </p:cNvPr>
          <p:cNvGrpSpPr>
            <a:grpSpLocks noChangeAspect="1"/>
          </p:cNvGrpSpPr>
          <p:nvPr userDrawn="1"/>
        </p:nvGrpSpPr>
        <p:grpSpPr>
          <a:xfrm>
            <a:off x="10562024" y="5167683"/>
            <a:ext cx="1220400" cy="1285398"/>
            <a:chOff x="3913438" y="-99392"/>
            <a:chExt cx="6512821" cy="6859693"/>
          </a:xfrm>
        </p:grpSpPr>
        <p:sp>
          <p:nvSpPr>
            <p:cNvPr id="6" name="Freeform: Shape 5">
              <a:extLst>
                <a:ext uri="{FF2B5EF4-FFF2-40B4-BE49-F238E27FC236}">
                  <a16:creationId xmlns:a16="http://schemas.microsoft.com/office/drawing/2014/main" id="{8285A6A1-4C45-4D21-360C-45A025A8C3A8}"/>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BD9164CD-BAAE-149D-12D2-AD957CC5B00C}"/>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B323FA8A-20E5-BBBF-683D-0D9F9C1083B8}"/>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4289078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Slide Spectrum 2">
    <p:spTree>
      <p:nvGrpSpPr>
        <p:cNvPr id="1" name=""/>
        <p:cNvGrpSpPr/>
        <p:nvPr/>
      </p:nvGrpSpPr>
      <p:grpSpPr>
        <a:xfrm>
          <a:off x="0" y="0"/>
          <a:ext cx="0" cy="0"/>
          <a:chOff x="0" y="0"/>
          <a:chExt cx="0" cy="0"/>
        </a:xfrm>
      </p:grpSpPr>
      <p:pic>
        <p:nvPicPr>
          <p:cNvPr id="6" name="Picture 5" descr="A bright light in the dark&#10;&#10;Description automatically generated">
            <a:extLst>
              <a:ext uri="{FF2B5EF4-FFF2-40B4-BE49-F238E27FC236}">
                <a16:creationId xmlns:a16="http://schemas.microsoft.com/office/drawing/2014/main" id="{963FEC0B-473D-E3B8-1E1E-E29DFA66AD11}"/>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grpSp>
        <p:nvGrpSpPr>
          <p:cNvPr id="3" name="Group 2">
            <a:extLst>
              <a:ext uri="{FF2B5EF4-FFF2-40B4-BE49-F238E27FC236}">
                <a16:creationId xmlns:a16="http://schemas.microsoft.com/office/drawing/2014/main" id="{DFB16D98-C784-FAB9-BCBC-EA53480E5BA8}"/>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4788DF65-E85A-7EA9-F2BB-B439D5C7EB16}"/>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DB6421F7-1BA7-70C3-4C7B-0694CD3F9A6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grpSp>
        <p:nvGrpSpPr>
          <p:cNvPr id="2" name="Group 1">
            <a:extLst>
              <a:ext uri="{FF2B5EF4-FFF2-40B4-BE49-F238E27FC236}">
                <a16:creationId xmlns:a16="http://schemas.microsoft.com/office/drawing/2014/main" id="{E0E8BD61-2DD9-6340-EB16-98CFEA0A221D}"/>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B4038A11-FAB8-DE3A-2D5D-3D1F11925688}"/>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FD45E8E5-E623-933A-074B-D3B9860ABECB}"/>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A420F8"/>
                </a:gs>
                <a:gs pos="100000">
                  <a:srgbClr val="5C94F9"/>
                </a:gs>
              </a:gsLst>
              <a:lin ang="18720000" scaled="0"/>
              <a:tileRect/>
            </a:gradFill>
            <a:ln w="81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
        <p:nvSpPr>
          <p:cNvPr id="28" name="Subtitle 2">
            <a:extLst>
              <a:ext uri="{FF2B5EF4-FFF2-40B4-BE49-F238E27FC236}">
                <a16:creationId xmlns:a16="http://schemas.microsoft.com/office/drawing/2014/main" id="{4CE2B77E-5DDA-CC5C-A575-69779E57947F}"/>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2C2EB3B4-62C2-DB27-F905-7B5310DF5CFC}"/>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41B1F747-977A-C01C-9182-B92C691E57F0}"/>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4" name="Group 3">
            <a:extLst>
              <a:ext uri="{FF2B5EF4-FFF2-40B4-BE49-F238E27FC236}">
                <a16:creationId xmlns:a16="http://schemas.microsoft.com/office/drawing/2014/main" id="{BE2A67DF-28B1-E2B6-D888-253B803BC806}"/>
              </a:ext>
            </a:extLst>
          </p:cNvPr>
          <p:cNvGrpSpPr>
            <a:grpSpLocks noChangeAspect="1"/>
          </p:cNvGrpSpPr>
          <p:nvPr userDrawn="1"/>
        </p:nvGrpSpPr>
        <p:grpSpPr>
          <a:xfrm>
            <a:off x="10562024" y="5167683"/>
            <a:ext cx="1220400" cy="1285398"/>
            <a:chOff x="3913438" y="-99392"/>
            <a:chExt cx="6512821" cy="6859693"/>
          </a:xfrm>
        </p:grpSpPr>
        <p:sp>
          <p:nvSpPr>
            <p:cNvPr id="5" name="Freeform: Shape 4">
              <a:extLst>
                <a:ext uri="{FF2B5EF4-FFF2-40B4-BE49-F238E27FC236}">
                  <a16:creationId xmlns:a16="http://schemas.microsoft.com/office/drawing/2014/main" id="{3930F8F5-10E4-3ACE-74FD-68004C6A9CC8}"/>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34BE0D9F-983D-7AA4-DE05-CABE1C853B24}"/>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F2222131-BAC8-30B9-14D4-444B8413D206}"/>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6958781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itle Slide Spectrum 3">
    <p:spTree>
      <p:nvGrpSpPr>
        <p:cNvPr id="1" name=""/>
        <p:cNvGrpSpPr/>
        <p:nvPr/>
      </p:nvGrpSpPr>
      <p:grpSpPr>
        <a:xfrm>
          <a:off x="0" y="0"/>
          <a:ext cx="0" cy="0"/>
          <a:chOff x="0" y="0"/>
          <a:chExt cx="0" cy="0"/>
        </a:xfrm>
      </p:grpSpPr>
      <p:pic>
        <p:nvPicPr>
          <p:cNvPr id="3" name="Picture 2" descr="A colorful light in the dark&#10;&#10;Description automatically generated">
            <a:extLst>
              <a:ext uri="{FF2B5EF4-FFF2-40B4-BE49-F238E27FC236}">
                <a16:creationId xmlns:a16="http://schemas.microsoft.com/office/drawing/2014/main" id="{76F31E31-25A6-21A9-5DF2-0E1AA48A3DFC}"/>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grpSp>
        <p:nvGrpSpPr>
          <p:cNvPr id="4" name="Group 3">
            <a:extLst>
              <a:ext uri="{FF2B5EF4-FFF2-40B4-BE49-F238E27FC236}">
                <a16:creationId xmlns:a16="http://schemas.microsoft.com/office/drawing/2014/main" id="{195E5ED2-D1BB-AC6E-BF6A-D4BD239F1FE9}"/>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2" name="Group 1">
            <a:extLst>
              <a:ext uri="{FF2B5EF4-FFF2-40B4-BE49-F238E27FC236}">
                <a16:creationId xmlns:a16="http://schemas.microsoft.com/office/drawing/2014/main" id="{51D43938-5757-1C8A-B3BA-59EC353FB68E}"/>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7D1E"/>
                </a:gs>
                <a:gs pos="100000">
                  <a:srgbClr val="FF32FF"/>
                </a:gs>
              </a:gsLst>
              <a:lin ang="18720000" scaled="0"/>
              <a:tileRect/>
            </a:gradFill>
            <a:ln w="8181" cap="flat">
              <a:noFill/>
              <a:prstDash val="solid"/>
              <a:miter/>
            </a:ln>
          </p:spPr>
          <p:txBody>
            <a:bodyPr rtlCol="0" anchor="ctr"/>
            <a:lstStyle/>
            <a:p>
              <a:pPr lvl="0"/>
              <a:endParaRPr lang="en-US"/>
            </a:p>
          </p:txBody>
        </p:sp>
      </p:grpSp>
      <p:grpSp>
        <p:nvGrpSpPr>
          <p:cNvPr id="5" name="Group 4">
            <a:extLst>
              <a:ext uri="{FF2B5EF4-FFF2-40B4-BE49-F238E27FC236}">
                <a16:creationId xmlns:a16="http://schemas.microsoft.com/office/drawing/2014/main" id="{2B7B9A11-36F6-150D-9689-1F2850129990}"/>
              </a:ext>
            </a:extLst>
          </p:cNvPr>
          <p:cNvGrpSpPr>
            <a:grpSpLocks noChangeAspect="1"/>
          </p:cNvGrpSpPr>
          <p:nvPr userDrawn="1"/>
        </p:nvGrpSpPr>
        <p:grpSpPr>
          <a:xfrm>
            <a:off x="10562024" y="5167683"/>
            <a:ext cx="1220400" cy="1285398"/>
            <a:chOff x="3913438" y="-99392"/>
            <a:chExt cx="6512821" cy="6859693"/>
          </a:xfrm>
        </p:grpSpPr>
        <p:sp>
          <p:nvSpPr>
            <p:cNvPr id="6" name="Freeform: Shape 5">
              <a:extLst>
                <a:ext uri="{FF2B5EF4-FFF2-40B4-BE49-F238E27FC236}">
                  <a16:creationId xmlns:a16="http://schemas.microsoft.com/office/drawing/2014/main" id="{9FA79165-A103-A92C-B81E-0450D5593C40}"/>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99BF7F96-361A-536D-0E37-86D1C0C54310}"/>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27418670-9207-62B8-CA3D-AED7B026DC0A}"/>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33981851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itle Slide Frame Yellow">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D5BBB5A-0446-3C14-B12C-56A5730E1CC1}"/>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3" name="Group 2">
            <a:extLst>
              <a:ext uri="{FF2B5EF4-FFF2-40B4-BE49-F238E27FC236}">
                <a16:creationId xmlns:a16="http://schemas.microsoft.com/office/drawing/2014/main" id="{34EF81A0-CB40-42B3-5E1A-AA5D72BFB4DD}"/>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2" name="Group 1">
            <a:extLst>
              <a:ext uri="{FF2B5EF4-FFF2-40B4-BE49-F238E27FC236}">
                <a16:creationId xmlns:a16="http://schemas.microsoft.com/office/drawing/2014/main" id="{F7C1D2CA-2DB1-76BC-DAFE-210631AEC288}"/>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7E9D0337-F340-664F-6A13-B03AA4BA4F82}"/>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solidFill>
              <a:schemeClr val="tx2"/>
            </a:solidFill>
            <a:ln w="8181" cap="flat">
              <a:noFill/>
              <a:prstDash val="solid"/>
              <a:miter/>
            </a:ln>
          </p:spPr>
          <p:txBody>
            <a:bodyPr rtlCol="0" anchor="ctr"/>
            <a:lstStyle/>
            <a:p>
              <a:pPr lvl="0"/>
              <a:endParaRPr lang="en-US"/>
            </a:p>
          </p:txBody>
        </p:sp>
      </p:grpSp>
      <p:grpSp>
        <p:nvGrpSpPr>
          <p:cNvPr id="5" name="Group 4">
            <a:extLst>
              <a:ext uri="{FF2B5EF4-FFF2-40B4-BE49-F238E27FC236}">
                <a16:creationId xmlns:a16="http://schemas.microsoft.com/office/drawing/2014/main" id="{94D282E3-E3FA-ACC5-A684-68BE7973AE1B}"/>
              </a:ext>
            </a:extLst>
          </p:cNvPr>
          <p:cNvGrpSpPr>
            <a:grpSpLocks noChangeAspect="1"/>
          </p:cNvGrpSpPr>
          <p:nvPr userDrawn="1"/>
        </p:nvGrpSpPr>
        <p:grpSpPr>
          <a:xfrm>
            <a:off x="10562024" y="5167683"/>
            <a:ext cx="1220400" cy="1285398"/>
            <a:chOff x="3913438" y="-99392"/>
            <a:chExt cx="6512821" cy="6859693"/>
          </a:xfrm>
        </p:grpSpPr>
        <p:sp>
          <p:nvSpPr>
            <p:cNvPr id="6" name="Freeform: Shape 5">
              <a:extLst>
                <a:ext uri="{FF2B5EF4-FFF2-40B4-BE49-F238E27FC236}">
                  <a16:creationId xmlns:a16="http://schemas.microsoft.com/office/drawing/2014/main" id="{C17D3A1D-309B-7B64-A4CB-023CFE74438A}"/>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2230AF1F-89A7-77C7-CF6A-94213D9F75D9}"/>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9" name="Freeform: Shape 8">
              <a:extLst>
                <a:ext uri="{FF2B5EF4-FFF2-40B4-BE49-F238E27FC236}">
                  <a16:creationId xmlns:a16="http://schemas.microsoft.com/office/drawing/2014/main" id="{4FE1CC89-50B5-D555-52ED-73F7EB3FD52A}"/>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343461827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itle Slide Frame Writ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6FA399-654A-7130-1FF0-0F0197A98C2A}"/>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11"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38649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12" name="Title 4">
            <a:extLst>
              <a:ext uri="{FF2B5EF4-FFF2-40B4-BE49-F238E27FC236}">
                <a16:creationId xmlns:a16="http://schemas.microsoft.com/office/drawing/2014/main" id="{1F7B1FDC-B90E-6693-A750-B9BA4B535E8A}"/>
              </a:ext>
            </a:extLst>
          </p:cNvPr>
          <p:cNvSpPr>
            <a:spLocks noGrp="1"/>
          </p:cNvSpPr>
          <p:nvPr>
            <p:ph type="title"/>
          </p:nvPr>
        </p:nvSpPr>
        <p:spPr>
          <a:xfrm>
            <a:off x="889762" y="21272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13"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44759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2" name="Group 1">
            <a:extLst>
              <a:ext uri="{FF2B5EF4-FFF2-40B4-BE49-F238E27FC236}">
                <a16:creationId xmlns:a16="http://schemas.microsoft.com/office/drawing/2014/main" id="{CB01B256-70C6-9663-9CC6-1F22ADBAE7C3}"/>
              </a:ext>
            </a:extLst>
          </p:cNvPr>
          <p:cNvGrpSpPr/>
          <p:nvPr userDrawn="1"/>
        </p:nvGrpSpPr>
        <p:grpSpPr>
          <a:xfrm>
            <a:off x="485774" y="719508"/>
            <a:ext cx="5706110" cy="4360545"/>
            <a:chOff x="485774" y="719508"/>
            <a:chExt cx="5706110" cy="4360545"/>
          </a:xfrm>
        </p:grpSpPr>
        <p:sp>
          <p:nvSpPr>
            <p:cNvPr id="10" name="Freeform 25">
              <a:extLst>
                <a:ext uri="{FF2B5EF4-FFF2-40B4-BE49-F238E27FC236}">
                  <a16:creationId xmlns:a16="http://schemas.microsoft.com/office/drawing/2014/main" id="{F7E50E80-DFF0-E065-898F-1AFD970459B6}"/>
                </a:ext>
              </a:extLst>
            </p:cNvPr>
            <p:cNvSpPr/>
            <p:nvPr userDrawn="1"/>
          </p:nvSpPr>
          <p:spPr>
            <a:xfrm>
              <a:off x="485774" y="49784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14" name="Freeform 3">
              <a:extLst>
                <a:ext uri="{FF2B5EF4-FFF2-40B4-BE49-F238E27FC236}">
                  <a16:creationId xmlns:a16="http://schemas.microsoft.com/office/drawing/2014/main" id="{7E9D0337-F340-664F-6A13-B03AA4BA4F82}"/>
                </a:ext>
              </a:extLst>
            </p:cNvPr>
            <p:cNvSpPr/>
            <p:nvPr userDrawn="1"/>
          </p:nvSpPr>
          <p:spPr>
            <a:xfrm>
              <a:off x="485775" y="7195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solidFill>
              <a:schemeClr val="tx2"/>
            </a:solidFill>
            <a:ln w="8181" cap="flat">
              <a:noFill/>
              <a:prstDash val="solid"/>
              <a:miter/>
            </a:ln>
          </p:spPr>
          <p:txBody>
            <a:bodyPr rtlCol="0" anchor="ctr"/>
            <a:lstStyle/>
            <a:p>
              <a:pPr lvl="0"/>
              <a:endParaRPr lang="en-US"/>
            </a:p>
          </p:txBody>
        </p:sp>
      </p:grpSp>
      <p:sp>
        <p:nvSpPr>
          <p:cNvPr id="15" name="TextBox 14">
            <a:extLst>
              <a:ext uri="{FF2B5EF4-FFF2-40B4-BE49-F238E27FC236}">
                <a16:creationId xmlns:a16="http://schemas.microsoft.com/office/drawing/2014/main" id="{EEB2775D-C14D-1FFE-E3E9-4E62DDA32301}"/>
              </a:ext>
            </a:extLst>
          </p:cNvPr>
          <p:cNvSpPr txBox="1"/>
          <p:nvPr userDrawn="1"/>
        </p:nvSpPr>
        <p:spPr>
          <a:xfrm>
            <a:off x="461984" y="5552404"/>
            <a:ext cx="1045073" cy="197581"/>
          </a:xfrm>
          <a:prstGeom prst="rect">
            <a:avLst/>
          </a:prstGeom>
          <a:noFill/>
        </p:spPr>
        <p:txBody>
          <a:bodyPr wrap="square" lIns="0" tIns="0" rIns="0" bIns="0" rtlCol="0" anchor="ctr" anchorCtr="0">
            <a:noAutofit/>
          </a:bodyPr>
          <a:lstStyle/>
          <a:p>
            <a:r>
              <a:rPr lang="en-GB" sz="1200" dirty="0">
                <a:solidFill>
                  <a:schemeClr val="bg1"/>
                </a:solidFill>
                <a:latin typeface="EYInterstate Light" panose="02000506000000020004" pitchFamily="2" charset="0"/>
              </a:rPr>
              <a:t>Written by</a:t>
            </a:r>
          </a:p>
        </p:txBody>
      </p:sp>
      <p:sp>
        <p:nvSpPr>
          <p:cNvPr id="16" name="Text Placeholder 16">
            <a:extLst>
              <a:ext uri="{FF2B5EF4-FFF2-40B4-BE49-F238E27FC236}">
                <a16:creationId xmlns:a16="http://schemas.microsoft.com/office/drawing/2014/main" id="{FAE2F50B-78AF-04F3-4BFF-980630AF7AFF}"/>
              </a:ext>
            </a:extLst>
          </p:cNvPr>
          <p:cNvSpPr>
            <a:spLocks noGrp="1"/>
          </p:cNvSpPr>
          <p:nvPr>
            <p:ph type="body" sz="quarter" idx="14" hasCustomPrompt="1"/>
          </p:nvPr>
        </p:nvSpPr>
        <p:spPr>
          <a:xfrm>
            <a:off x="1333184" y="5966393"/>
            <a:ext cx="3089275" cy="180000"/>
          </a:xfrm>
        </p:spPr>
        <p:txBody>
          <a:bodyPr/>
          <a:lstStyle>
            <a:lvl1pPr marL="0" indent="0">
              <a:buNone/>
              <a:defRPr sz="1200">
                <a:solidFill>
                  <a:schemeClr val="tx2"/>
                </a:solidFill>
              </a:defRPr>
            </a:lvl1pPr>
          </a:lstStyle>
          <a:p>
            <a:pPr lvl="0"/>
            <a:r>
              <a:rPr lang="en-US" dirty="0"/>
              <a:t>Name Surname</a:t>
            </a:r>
            <a:endParaRPr lang="en-GB" dirty="0"/>
          </a:p>
        </p:txBody>
      </p:sp>
      <p:sp>
        <p:nvSpPr>
          <p:cNvPr id="17" name="Text Placeholder 16">
            <a:extLst>
              <a:ext uri="{FF2B5EF4-FFF2-40B4-BE49-F238E27FC236}">
                <a16:creationId xmlns:a16="http://schemas.microsoft.com/office/drawing/2014/main" id="{A5473ED8-C1F4-379D-AE01-5E7A3D5F3401}"/>
              </a:ext>
            </a:extLst>
          </p:cNvPr>
          <p:cNvSpPr>
            <a:spLocks noGrp="1"/>
          </p:cNvSpPr>
          <p:nvPr>
            <p:ph type="body" sz="quarter" idx="15" hasCustomPrompt="1"/>
          </p:nvPr>
        </p:nvSpPr>
        <p:spPr>
          <a:xfrm>
            <a:off x="1333184" y="6164011"/>
            <a:ext cx="3089275" cy="180000"/>
          </a:xfrm>
        </p:spPr>
        <p:txBody>
          <a:bodyPr/>
          <a:lstStyle>
            <a:lvl1pPr marL="0" indent="0">
              <a:buNone/>
              <a:defRPr sz="1200">
                <a:solidFill>
                  <a:schemeClr val="bg1"/>
                </a:solidFill>
              </a:defRPr>
            </a:lvl1pPr>
          </a:lstStyle>
          <a:p>
            <a:pPr lvl="0"/>
            <a:r>
              <a:rPr lang="en-US" dirty="0"/>
              <a:t>Job Title</a:t>
            </a:r>
            <a:endParaRPr lang="en-GB" dirty="0"/>
          </a:p>
        </p:txBody>
      </p:sp>
      <p:sp>
        <p:nvSpPr>
          <p:cNvPr id="18" name="Picture Placeholder 19">
            <a:extLst>
              <a:ext uri="{FF2B5EF4-FFF2-40B4-BE49-F238E27FC236}">
                <a16:creationId xmlns:a16="http://schemas.microsoft.com/office/drawing/2014/main" id="{812BC08D-D0F7-900D-1481-4C172F6BE56E}"/>
              </a:ext>
            </a:extLst>
          </p:cNvPr>
          <p:cNvSpPr>
            <a:spLocks noGrp="1"/>
          </p:cNvSpPr>
          <p:nvPr>
            <p:ph type="pic" sz="quarter" idx="16"/>
          </p:nvPr>
        </p:nvSpPr>
        <p:spPr>
          <a:xfrm>
            <a:off x="461983" y="5861846"/>
            <a:ext cx="576000" cy="576000"/>
          </a:xfrm>
          <a:prstGeom prst="ellipse">
            <a:avLst/>
          </a:prstGeom>
        </p:spPr>
        <p:txBody>
          <a:bodyPr anchor="ctr"/>
          <a:lstStyle>
            <a:lvl1pPr marL="0" indent="0" algn="ctr">
              <a:buNone/>
              <a:defRPr sz="900">
                <a:solidFill>
                  <a:schemeClr val="bg1"/>
                </a:solidFill>
              </a:defRPr>
            </a:lvl1pPr>
          </a:lstStyle>
          <a:p>
            <a:endParaRPr lang="en-GB" dirty="0"/>
          </a:p>
        </p:txBody>
      </p:sp>
      <p:cxnSp>
        <p:nvCxnSpPr>
          <p:cNvPr id="19" name="Straight Connector 18">
            <a:extLst>
              <a:ext uri="{FF2B5EF4-FFF2-40B4-BE49-F238E27FC236}">
                <a16:creationId xmlns:a16="http://schemas.microsoft.com/office/drawing/2014/main" id="{D25B130A-4E65-32BD-4CB8-C7E2B623FD74}"/>
              </a:ext>
            </a:extLst>
          </p:cNvPr>
          <p:cNvCxnSpPr>
            <a:cxnSpLocks/>
          </p:cNvCxnSpPr>
          <p:nvPr userDrawn="1"/>
        </p:nvCxnSpPr>
        <p:spPr>
          <a:xfrm>
            <a:off x="1333184" y="5656264"/>
            <a:ext cx="8122101" cy="0"/>
          </a:xfrm>
          <a:prstGeom prst="line">
            <a:avLst/>
          </a:prstGeom>
          <a:ln w="9525" cap="flat" cmpd="sng" algn="ctr">
            <a:solidFill>
              <a:srgbClr val="C4C4CD"/>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CF6C1D5A-1C3A-FA28-B820-77473DD2C372}"/>
              </a:ext>
            </a:extLst>
          </p:cNvPr>
          <p:cNvGrpSpPr>
            <a:grpSpLocks noChangeAspect="1"/>
          </p:cNvGrpSpPr>
          <p:nvPr userDrawn="1"/>
        </p:nvGrpSpPr>
        <p:grpSpPr>
          <a:xfrm>
            <a:off x="10562024" y="5167683"/>
            <a:ext cx="1220400" cy="1285398"/>
            <a:chOff x="3913438" y="-99392"/>
            <a:chExt cx="6512821" cy="6859693"/>
          </a:xfrm>
        </p:grpSpPr>
        <p:sp>
          <p:nvSpPr>
            <p:cNvPr id="5" name="Freeform: Shape 4">
              <a:extLst>
                <a:ext uri="{FF2B5EF4-FFF2-40B4-BE49-F238E27FC236}">
                  <a16:creationId xmlns:a16="http://schemas.microsoft.com/office/drawing/2014/main" id="{20C8B2A2-C944-8A81-B196-6C56B212524F}"/>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6" name="Freeform: Shape 5">
              <a:extLst>
                <a:ext uri="{FF2B5EF4-FFF2-40B4-BE49-F238E27FC236}">
                  <a16:creationId xmlns:a16="http://schemas.microsoft.com/office/drawing/2014/main" id="{9B0E3DC7-07D5-44EF-DBDA-313849A255D0}"/>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9F7FC04E-7B3D-C608-3A6A-B86EE70631C5}"/>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342320140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Title Slide Frame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713817A-1A0E-6215-C86F-711F67622AC3}"/>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5" name="Group 4">
            <a:extLst>
              <a:ext uri="{FF2B5EF4-FFF2-40B4-BE49-F238E27FC236}">
                <a16:creationId xmlns:a16="http://schemas.microsoft.com/office/drawing/2014/main" id="{9167EEE6-F985-2112-F3A8-85F1A04A37BD}"/>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2" name="Group 1">
            <a:extLst>
              <a:ext uri="{FF2B5EF4-FFF2-40B4-BE49-F238E27FC236}">
                <a16:creationId xmlns:a16="http://schemas.microsoft.com/office/drawing/2014/main" id="{166D7E4E-2A81-A5AB-16CA-DBCEFBD59141}"/>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7E9D0337-F340-664F-6A13-B03AA4BA4F82}"/>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FF32FF"/>
                </a:gs>
                <a:gs pos="100000">
                  <a:srgbClr val="32FFFF"/>
                </a:gs>
              </a:gsLst>
              <a:lin ang="18600000" scaled="0"/>
              <a:tileRect/>
            </a:gradFill>
            <a:ln w="8181" cap="flat">
              <a:noFill/>
              <a:prstDash val="solid"/>
              <a:miter/>
            </a:ln>
          </p:spPr>
          <p:txBody>
            <a:bodyPr rtlCol="0" anchor="ctr"/>
            <a:lstStyle/>
            <a:p>
              <a:pPr lvl="0"/>
              <a:endParaRPr lang="en-US"/>
            </a:p>
          </p:txBody>
        </p:sp>
      </p:grpSp>
      <p:grpSp>
        <p:nvGrpSpPr>
          <p:cNvPr id="6" name="Group 5">
            <a:extLst>
              <a:ext uri="{FF2B5EF4-FFF2-40B4-BE49-F238E27FC236}">
                <a16:creationId xmlns:a16="http://schemas.microsoft.com/office/drawing/2014/main" id="{B175F62C-ACB7-B628-70C8-7F02279578E1}"/>
              </a:ext>
            </a:extLst>
          </p:cNvPr>
          <p:cNvGrpSpPr>
            <a:grpSpLocks noChangeAspect="1"/>
          </p:cNvGrpSpPr>
          <p:nvPr userDrawn="1"/>
        </p:nvGrpSpPr>
        <p:grpSpPr>
          <a:xfrm>
            <a:off x="10562024" y="5167683"/>
            <a:ext cx="1220400" cy="1285398"/>
            <a:chOff x="3913438" y="-99392"/>
            <a:chExt cx="6512821" cy="6859693"/>
          </a:xfrm>
        </p:grpSpPr>
        <p:sp>
          <p:nvSpPr>
            <p:cNvPr id="7" name="Freeform: Shape 6">
              <a:extLst>
                <a:ext uri="{FF2B5EF4-FFF2-40B4-BE49-F238E27FC236}">
                  <a16:creationId xmlns:a16="http://schemas.microsoft.com/office/drawing/2014/main" id="{189A6B6C-0667-B0A9-1DDB-12BF6CDE04B4}"/>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E4211DEC-70CD-AA64-CA97-2B2EED9A16DA}"/>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9" name="Freeform: Shape 8">
              <a:extLst>
                <a:ext uri="{FF2B5EF4-FFF2-40B4-BE49-F238E27FC236}">
                  <a16:creationId xmlns:a16="http://schemas.microsoft.com/office/drawing/2014/main" id="{2ADC2D54-DFA7-DD50-9EB9-997C21A6B0B7}"/>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3867490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tle Slide Fram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B25F44-CAE3-AE0B-B97B-B0F6E4B43D50}"/>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2" name="Group 1">
            <a:extLst>
              <a:ext uri="{FF2B5EF4-FFF2-40B4-BE49-F238E27FC236}">
                <a16:creationId xmlns:a16="http://schemas.microsoft.com/office/drawing/2014/main" id="{7E7E8938-439A-DB5B-B3DF-7EF202013D57}"/>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4" name="Group 3">
            <a:extLst>
              <a:ext uri="{FF2B5EF4-FFF2-40B4-BE49-F238E27FC236}">
                <a16:creationId xmlns:a16="http://schemas.microsoft.com/office/drawing/2014/main" id="{1A067759-C6C3-3B7B-ABF5-859A6A63528E}"/>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CC99724B-50FD-5B78-B6B7-D645073026A7}"/>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A420F8"/>
                </a:gs>
                <a:gs pos="100000">
                  <a:srgbClr val="5C94F9"/>
                </a:gs>
              </a:gsLst>
              <a:lin ang="18720000" scaled="0"/>
              <a:tileRect/>
            </a:gradFill>
            <a:ln w="81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grpSp>
        <p:nvGrpSpPr>
          <p:cNvPr id="5" name="Group 4">
            <a:extLst>
              <a:ext uri="{FF2B5EF4-FFF2-40B4-BE49-F238E27FC236}">
                <a16:creationId xmlns:a16="http://schemas.microsoft.com/office/drawing/2014/main" id="{F19F8BF4-8DE0-A541-C439-074C49D1FCF6}"/>
              </a:ext>
            </a:extLst>
          </p:cNvPr>
          <p:cNvGrpSpPr>
            <a:grpSpLocks noChangeAspect="1"/>
          </p:cNvGrpSpPr>
          <p:nvPr userDrawn="1"/>
        </p:nvGrpSpPr>
        <p:grpSpPr>
          <a:xfrm>
            <a:off x="10562024" y="5167683"/>
            <a:ext cx="1220400" cy="1285398"/>
            <a:chOff x="3913438" y="-99392"/>
            <a:chExt cx="6512821" cy="6859693"/>
          </a:xfrm>
        </p:grpSpPr>
        <p:sp>
          <p:nvSpPr>
            <p:cNvPr id="7" name="Freeform: Shape 6">
              <a:extLst>
                <a:ext uri="{FF2B5EF4-FFF2-40B4-BE49-F238E27FC236}">
                  <a16:creationId xmlns:a16="http://schemas.microsoft.com/office/drawing/2014/main" id="{FE213CD9-DFE7-CDB8-EC2B-68C65D613EA2}"/>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16AF9987-8FA5-0288-2952-913544FEBA38}"/>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9" name="Freeform: Shape 8">
              <a:extLst>
                <a:ext uri="{FF2B5EF4-FFF2-40B4-BE49-F238E27FC236}">
                  <a16:creationId xmlns:a16="http://schemas.microsoft.com/office/drawing/2014/main" id="{8DB011F4-52F2-D63D-62B4-551A0B545057}"/>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89152806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Slide Fram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8D4830-1AF6-9C3D-EC53-70FC3C7CBE54}"/>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5" name="Group 4">
            <a:extLst>
              <a:ext uri="{FF2B5EF4-FFF2-40B4-BE49-F238E27FC236}">
                <a16:creationId xmlns:a16="http://schemas.microsoft.com/office/drawing/2014/main" id="{E8BA944B-A631-ACF6-36AE-7C814C7A5C9A}"/>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3" name="Group 2">
            <a:extLst>
              <a:ext uri="{FF2B5EF4-FFF2-40B4-BE49-F238E27FC236}">
                <a16:creationId xmlns:a16="http://schemas.microsoft.com/office/drawing/2014/main" id="{B1B984E4-95BA-5123-1CFC-48CE97FD8196}"/>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2" name="Freeform 1">
              <a:extLst>
                <a:ext uri="{FF2B5EF4-FFF2-40B4-BE49-F238E27FC236}">
                  <a16:creationId xmlns:a16="http://schemas.microsoft.com/office/drawing/2014/main" id="{63327741-8A1F-B922-5F7C-0313A67883A4}"/>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7D1E"/>
                </a:gs>
                <a:gs pos="100000">
                  <a:srgbClr val="FF32FF"/>
                </a:gs>
              </a:gsLst>
              <a:lin ang="18720000" scaled="0"/>
              <a:tileRect/>
            </a:gradFill>
            <a:ln w="8181" cap="flat">
              <a:noFill/>
              <a:prstDash val="solid"/>
              <a:miter/>
            </a:ln>
          </p:spPr>
          <p:txBody>
            <a:bodyPr rtlCol="0" anchor="ctr"/>
            <a:lstStyle/>
            <a:p>
              <a:pPr lvl="0"/>
              <a:endParaRPr lang="en-US" dirty="0"/>
            </a:p>
          </p:txBody>
        </p:sp>
      </p:grpSp>
      <p:grpSp>
        <p:nvGrpSpPr>
          <p:cNvPr id="6" name="Group 5">
            <a:extLst>
              <a:ext uri="{FF2B5EF4-FFF2-40B4-BE49-F238E27FC236}">
                <a16:creationId xmlns:a16="http://schemas.microsoft.com/office/drawing/2014/main" id="{6D10F1C7-0F7C-3E77-D9E5-3A241B32FCA1}"/>
              </a:ext>
            </a:extLst>
          </p:cNvPr>
          <p:cNvGrpSpPr>
            <a:grpSpLocks noChangeAspect="1"/>
          </p:cNvGrpSpPr>
          <p:nvPr userDrawn="1"/>
        </p:nvGrpSpPr>
        <p:grpSpPr>
          <a:xfrm>
            <a:off x="10562024" y="5167683"/>
            <a:ext cx="1220400" cy="1285398"/>
            <a:chOff x="3913438" y="-99392"/>
            <a:chExt cx="6512821" cy="6859693"/>
          </a:xfrm>
        </p:grpSpPr>
        <p:sp>
          <p:nvSpPr>
            <p:cNvPr id="7" name="Freeform: Shape 6">
              <a:extLst>
                <a:ext uri="{FF2B5EF4-FFF2-40B4-BE49-F238E27FC236}">
                  <a16:creationId xmlns:a16="http://schemas.microsoft.com/office/drawing/2014/main" id="{657DA754-0BBB-5F37-68B2-9F46C9441806}"/>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B8409072-EC3A-B8A8-2A95-C95691B5343A}"/>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9" name="Freeform: Shape 8">
              <a:extLst>
                <a:ext uri="{FF2B5EF4-FFF2-40B4-BE49-F238E27FC236}">
                  <a16:creationId xmlns:a16="http://schemas.microsoft.com/office/drawing/2014/main" id="{D11AB0D8-3D01-BB54-2A37-0408D5FF63D5}"/>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9782083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Fram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2D7BB4A-5FCC-BE0E-4598-A4CBBA847A08}"/>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5" name="Group 4">
            <a:extLst>
              <a:ext uri="{FF2B5EF4-FFF2-40B4-BE49-F238E27FC236}">
                <a16:creationId xmlns:a16="http://schemas.microsoft.com/office/drawing/2014/main" id="{6DE89320-B084-3AA1-F041-ECD9699F7EF4}"/>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2" name="Group 1">
            <a:extLst>
              <a:ext uri="{FF2B5EF4-FFF2-40B4-BE49-F238E27FC236}">
                <a16:creationId xmlns:a16="http://schemas.microsoft.com/office/drawing/2014/main" id="{E76002E9-E0C8-43F6-867E-B59C9AE9217B}"/>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7E9D0337-F340-664F-6A13-B03AA4BA4F82}"/>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00C864"/>
                </a:gs>
                <a:gs pos="100000">
                  <a:srgbClr val="4696FF"/>
                </a:gs>
              </a:gsLst>
              <a:lin ang="18600000" scaled="0"/>
              <a:tileRect/>
            </a:gradFill>
            <a:ln w="8181" cap="flat">
              <a:noFill/>
              <a:prstDash val="solid"/>
              <a:miter/>
            </a:ln>
          </p:spPr>
          <p:txBody>
            <a:bodyPr rtlCol="0" anchor="ctr"/>
            <a:lstStyle/>
            <a:p>
              <a:pPr lvl="0"/>
              <a:endParaRPr lang="en-US" dirty="0"/>
            </a:p>
          </p:txBody>
        </p:sp>
      </p:grpSp>
      <p:grpSp>
        <p:nvGrpSpPr>
          <p:cNvPr id="6" name="Group 5">
            <a:extLst>
              <a:ext uri="{FF2B5EF4-FFF2-40B4-BE49-F238E27FC236}">
                <a16:creationId xmlns:a16="http://schemas.microsoft.com/office/drawing/2014/main" id="{D31A3892-80EF-2F13-889C-02B2E5557217}"/>
              </a:ext>
            </a:extLst>
          </p:cNvPr>
          <p:cNvGrpSpPr>
            <a:grpSpLocks noChangeAspect="1"/>
          </p:cNvGrpSpPr>
          <p:nvPr userDrawn="1"/>
        </p:nvGrpSpPr>
        <p:grpSpPr>
          <a:xfrm>
            <a:off x="10562024" y="5167683"/>
            <a:ext cx="1220400" cy="1285398"/>
            <a:chOff x="3913438" y="-99392"/>
            <a:chExt cx="6512821" cy="6859693"/>
          </a:xfrm>
        </p:grpSpPr>
        <p:sp>
          <p:nvSpPr>
            <p:cNvPr id="7" name="Freeform: Shape 6">
              <a:extLst>
                <a:ext uri="{FF2B5EF4-FFF2-40B4-BE49-F238E27FC236}">
                  <a16:creationId xmlns:a16="http://schemas.microsoft.com/office/drawing/2014/main" id="{0BD80205-FC57-A852-810D-6C74086E4183}"/>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18911994-9FBE-43E7-1E6A-E2CFA82D812D}"/>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9" name="Freeform: Shape 8">
              <a:extLst>
                <a:ext uri="{FF2B5EF4-FFF2-40B4-BE49-F238E27FC236}">
                  <a16:creationId xmlns:a16="http://schemas.microsoft.com/office/drawing/2014/main" id="{F6554DDD-3D11-756A-44F8-981EED004BCA}"/>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302109209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le Slide Frame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CF5E0C7-6CC4-C4E1-946D-4BAC78CCDAE4}"/>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4" name="Group 3">
            <a:extLst>
              <a:ext uri="{FF2B5EF4-FFF2-40B4-BE49-F238E27FC236}">
                <a16:creationId xmlns:a16="http://schemas.microsoft.com/office/drawing/2014/main" id="{92E27567-DFCD-709F-AF40-B7A340ECC0FE}"/>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2" name="Group 1">
            <a:extLst>
              <a:ext uri="{FF2B5EF4-FFF2-40B4-BE49-F238E27FC236}">
                <a16:creationId xmlns:a16="http://schemas.microsoft.com/office/drawing/2014/main" id="{AAC690EE-1BB8-29C6-B9D8-2BD7B4AE0781}"/>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7D1E"/>
                </a:gs>
                <a:gs pos="100000">
                  <a:srgbClr val="32FFFF"/>
                </a:gs>
              </a:gsLst>
              <a:lin ang="18720000" scaled="0"/>
              <a:tileRect/>
            </a:gradFill>
            <a:ln w="8181" cap="flat">
              <a:noFill/>
              <a:prstDash val="solid"/>
              <a:miter/>
            </a:ln>
          </p:spPr>
          <p:txBody>
            <a:bodyPr rtlCol="0" anchor="ctr"/>
            <a:lstStyle/>
            <a:p>
              <a:pPr lvl="0"/>
              <a:endParaRPr lang="en-US"/>
            </a:p>
          </p:txBody>
        </p:sp>
      </p:grpSp>
      <p:grpSp>
        <p:nvGrpSpPr>
          <p:cNvPr id="5" name="Group 4">
            <a:extLst>
              <a:ext uri="{FF2B5EF4-FFF2-40B4-BE49-F238E27FC236}">
                <a16:creationId xmlns:a16="http://schemas.microsoft.com/office/drawing/2014/main" id="{ECE35C7E-712B-7B3D-E75E-DA612AD1E314}"/>
              </a:ext>
            </a:extLst>
          </p:cNvPr>
          <p:cNvGrpSpPr>
            <a:grpSpLocks noChangeAspect="1"/>
          </p:cNvGrpSpPr>
          <p:nvPr userDrawn="1"/>
        </p:nvGrpSpPr>
        <p:grpSpPr>
          <a:xfrm>
            <a:off x="10562024" y="5167683"/>
            <a:ext cx="1220400" cy="1285398"/>
            <a:chOff x="3913438" y="-99392"/>
            <a:chExt cx="6512821" cy="6859693"/>
          </a:xfrm>
        </p:grpSpPr>
        <p:sp>
          <p:nvSpPr>
            <p:cNvPr id="6" name="Freeform: Shape 5">
              <a:extLst>
                <a:ext uri="{FF2B5EF4-FFF2-40B4-BE49-F238E27FC236}">
                  <a16:creationId xmlns:a16="http://schemas.microsoft.com/office/drawing/2014/main" id="{D3DDDB73-B080-CD2D-C172-3B71EAB02192}"/>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00C70E25-FF2B-E637-84B3-4C131AFB4EA1}"/>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82672F43-1143-C1A4-2A36-5D3DD1426FA0}"/>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120734880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Frame 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1B9AAE-F698-5F49-FF7D-DB273B1EE18B}"/>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4" name="Group 3">
            <a:extLst>
              <a:ext uri="{FF2B5EF4-FFF2-40B4-BE49-F238E27FC236}">
                <a16:creationId xmlns:a16="http://schemas.microsoft.com/office/drawing/2014/main" id="{00068369-6C63-44AF-3E4E-30E5F2D1F837}"/>
              </a:ext>
            </a:extLst>
          </p:cNvPr>
          <p:cNvGrpSpPr/>
          <p:nvPr userDrawn="1"/>
        </p:nvGrpSpPr>
        <p:grpSpPr>
          <a:xfrm>
            <a:off x="485775"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2" name="Group 1">
            <a:extLst>
              <a:ext uri="{FF2B5EF4-FFF2-40B4-BE49-F238E27FC236}">
                <a16:creationId xmlns:a16="http://schemas.microsoft.com/office/drawing/2014/main" id="{8F7E7875-967C-8167-6219-7AD2981B3A46}"/>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FF32FF"/>
                </a:gs>
                <a:gs pos="100000">
                  <a:srgbClr val="E95023"/>
                </a:gs>
              </a:gsLst>
              <a:lin ang="18720000" scaled="0"/>
              <a:tileRect/>
            </a:gradFill>
            <a:ln w="8181" cap="flat">
              <a:noFill/>
              <a:prstDash val="solid"/>
              <a:miter/>
            </a:ln>
          </p:spPr>
          <p:txBody>
            <a:bodyPr rtlCol="0" anchor="ctr"/>
            <a:lstStyle/>
            <a:p>
              <a:pPr lvl="0"/>
              <a:endParaRPr lang="en-US"/>
            </a:p>
          </p:txBody>
        </p:sp>
      </p:grpSp>
      <p:grpSp>
        <p:nvGrpSpPr>
          <p:cNvPr id="5" name="Group 4">
            <a:extLst>
              <a:ext uri="{FF2B5EF4-FFF2-40B4-BE49-F238E27FC236}">
                <a16:creationId xmlns:a16="http://schemas.microsoft.com/office/drawing/2014/main" id="{8C932CF8-C87E-6945-CAC9-52370BDCF43E}"/>
              </a:ext>
            </a:extLst>
          </p:cNvPr>
          <p:cNvGrpSpPr>
            <a:grpSpLocks noChangeAspect="1"/>
          </p:cNvGrpSpPr>
          <p:nvPr userDrawn="1"/>
        </p:nvGrpSpPr>
        <p:grpSpPr>
          <a:xfrm>
            <a:off x="10562024" y="5167683"/>
            <a:ext cx="1220400" cy="1285398"/>
            <a:chOff x="3913438" y="-99392"/>
            <a:chExt cx="6512821" cy="6859693"/>
          </a:xfrm>
        </p:grpSpPr>
        <p:sp>
          <p:nvSpPr>
            <p:cNvPr id="6" name="Freeform: Shape 5">
              <a:extLst>
                <a:ext uri="{FF2B5EF4-FFF2-40B4-BE49-F238E27FC236}">
                  <a16:creationId xmlns:a16="http://schemas.microsoft.com/office/drawing/2014/main" id="{5A5E7417-8C08-9C1E-6D4A-655F86AE3F76}"/>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A48081DB-50A6-1A69-9F8F-6BC6A2FA6588}"/>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ADBDA381-A133-7C6A-9482-DA60265C8701}"/>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87179916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Frame 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EAFCAD8-0916-AF46-1471-030E4128E25A}"/>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lang="en-GB" sz="1600" kern="1200" dirty="0">
                <a:solidFill>
                  <a:schemeClr val="bg1"/>
                </a:solidFill>
                <a:latin typeface="EYInterstate" panose="02000503020000020004" pitchFamily="2"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panose="02000503020000020004" pitchFamily="2" charset="0"/>
              </a:defRPr>
            </a:lvl1pPr>
          </a:lstStyle>
          <a:p>
            <a:r>
              <a:rPr lang="en-GB" dirty="0"/>
              <a:t>Click to edit Master 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EYInterstate" panose="02000503020000020004" pitchFamily="2" charset="0"/>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5" name="Group 4">
            <a:extLst>
              <a:ext uri="{FF2B5EF4-FFF2-40B4-BE49-F238E27FC236}">
                <a16:creationId xmlns:a16="http://schemas.microsoft.com/office/drawing/2014/main" id="{AA89752D-8E95-B790-7077-E6201AB412C3}"/>
              </a:ext>
            </a:extLst>
          </p:cNvPr>
          <p:cNvGrpSpPr/>
          <p:nvPr userDrawn="1"/>
        </p:nvGrpSpPr>
        <p:grpSpPr>
          <a:xfrm>
            <a:off x="485775" y="6164633"/>
            <a:ext cx="4940935" cy="318770"/>
            <a:chOff x="485775" y="6164633"/>
            <a:chExt cx="4940935" cy="318770"/>
          </a:xfrm>
        </p:grpSpPr>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grpSp>
      <p:grpSp>
        <p:nvGrpSpPr>
          <p:cNvPr id="4" name="Group 3">
            <a:extLst>
              <a:ext uri="{FF2B5EF4-FFF2-40B4-BE49-F238E27FC236}">
                <a16:creationId xmlns:a16="http://schemas.microsoft.com/office/drawing/2014/main" id="{D6FD7948-9E7C-1CE1-F28B-D2D349BB86F0}"/>
              </a:ext>
            </a:extLst>
          </p:cNvPr>
          <p:cNvGrpSpPr/>
          <p:nvPr userDrawn="1"/>
        </p:nvGrpSpPr>
        <p:grpSpPr>
          <a:xfrm>
            <a:off x="485774" y="1291008"/>
            <a:ext cx="5706110" cy="4360545"/>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0AAC841-3D56-6842-04D1-F0B7D973D86D}"/>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39000">
                  <a:srgbClr val="FFE600"/>
                </a:gs>
                <a:gs pos="68000">
                  <a:srgbClr val="C5FD45"/>
                </a:gs>
                <a:gs pos="100000">
                  <a:srgbClr val="80FBFD"/>
                </a:gs>
              </a:gsLst>
              <a:lin ang="18720000" scaled="0"/>
              <a:tileRect/>
            </a:gradFill>
            <a:ln w="8181" cap="flat">
              <a:noFill/>
              <a:prstDash val="solid"/>
              <a:miter/>
            </a:ln>
          </p:spPr>
          <p:txBody>
            <a:bodyPr rtlCol="0" anchor="ctr"/>
            <a:lstStyle/>
            <a:p>
              <a:pPr lvl="0"/>
              <a:endParaRPr lang="en-US"/>
            </a:p>
          </p:txBody>
        </p:sp>
      </p:grpSp>
      <p:grpSp>
        <p:nvGrpSpPr>
          <p:cNvPr id="2" name="Group 1">
            <a:extLst>
              <a:ext uri="{FF2B5EF4-FFF2-40B4-BE49-F238E27FC236}">
                <a16:creationId xmlns:a16="http://schemas.microsoft.com/office/drawing/2014/main" id="{0FB6F3ED-6C65-79DE-95C4-1FCD54DC60C3}"/>
              </a:ext>
            </a:extLst>
          </p:cNvPr>
          <p:cNvGrpSpPr>
            <a:grpSpLocks noChangeAspect="1"/>
          </p:cNvGrpSpPr>
          <p:nvPr userDrawn="1"/>
        </p:nvGrpSpPr>
        <p:grpSpPr>
          <a:xfrm>
            <a:off x="10562024" y="5167683"/>
            <a:ext cx="1220400" cy="1285398"/>
            <a:chOff x="3913438" y="-99392"/>
            <a:chExt cx="6512821" cy="6859693"/>
          </a:xfrm>
        </p:grpSpPr>
        <p:sp>
          <p:nvSpPr>
            <p:cNvPr id="6" name="Freeform: Shape 5">
              <a:extLst>
                <a:ext uri="{FF2B5EF4-FFF2-40B4-BE49-F238E27FC236}">
                  <a16:creationId xmlns:a16="http://schemas.microsoft.com/office/drawing/2014/main" id="{B236DE7D-BE1C-38F4-32B6-26B022E339AE}"/>
                </a:ext>
              </a:extLst>
            </p:cNvPr>
            <p:cNvSpPr/>
            <p:nvPr/>
          </p:nvSpPr>
          <p:spPr>
            <a:xfrm>
              <a:off x="5319751" y="-99392"/>
              <a:ext cx="4303606" cy="1570696"/>
            </a:xfrm>
            <a:custGeom>
              <a:avLst/>
              <a:gdLst>
                <a:gd name="connsiteX0" fmla="*/ 4303607 w 4303606"/>
                <a:gd name="connsiteY0" fmla="*/ 0 h 1570696"/>
                <a:gd name="connsiteX1" fmla="*/ 0 w 4303606"/>
                <a:gd name="connsiteY1" fmla="*/ 1570697 h 1570696"/>
                <a:gd name="connsiteX2" fmla="*/ 4303607 w 4303606"/>
                <a:gd name="connsiteY2" fmla="*/ 810521 h 1570696"/>
                <a:gd name="connsiteX3" fmla="*/ 4303607 w 4303606"/>
                <a:gd name="connsiteY3" fmla="*/ 0 h 1570696"/>
              </a:gdLst>
              <a:ahLst/>
              <a:cxnLst>
                <a:cxn ang="0">
                  <a:pos x="connsiteX0" y="connsiteY0"/>
                </a:cxn>
                <a:cxn ang="0">
                  <a:pos x="connsiteX1" y="connsiteY1"/>
                </a:cxn>
                <a:cxn ang="0">
                  <a:pos x="connsiteX2" y="connsiteY2"/>
                </a:cxn>
                <a:cxn ang="0">
                  <a:pos x="connsiteX3" y="connsiteY3"/>
                </a:cxn>
              </a:cxnLst>
              <a:rect l="l" t="t" r="r" b="b"/>
              <a:pathLst>
                <a:path w="4303606" h="1570696">
                  <a:moveTo>
                    <a:pt x="4303607" y="0"/>
                  </a:moveTo>
                  <a:lnTo>
                    <a:pt x="0" y="1570697"/>
                  </a:lnTo>
                  <a:lnTo>
                    <a:pt x="4303607" y="810521"/>
                  </a:lnTo>
                  <a:lnTo>
                    <a:pt x="4303607" y="0"/>
                  </a:lnTo>
                  <a:close/>
                </a:path>
              </a:pathLst>
            </a:custGeom>
            <a:solidFill>
              <a:srgbClr val="FFE600"/>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7" name="Freeform: Shape 6">
              <a:extLst>
                <a:ext uri="{FF2B5EF4-FFF2-40B4-BE49-F238E27FC236}">
                  <a16:creationId xmlns:a16="http://schemas.microsoft.com/office/drawing/2014/main" id="{0E719BC9-4258-5DBD-672D-CF6633E576DF}"/>
                </a:ext>
              </a:extLst>
            </p:cNvPr>
            <p:cNvSpPr/>
            <p:nvPr/>
          </p:nvSpPr>
          <p:spPr>
            <a:xfrm>
              <a:off x="5357395" y="2124345"/>
              <a:ext cx="3613052" cy="2176910"/>
            </a:xfrm>
            <a:custGeom>
              <a:avLst/>
              <a:gdLst>
                <a:gd name="connsiteX0" fmla="*/ 652845 w 3613052"/>
                <a:gd name="connsiteY0" fmla="*/ 1676205 h 2176910"/>
                <a:gd name="connsiteX1" fmla="*/ 1741463 w 3613052"/>
                <a:gd name="connsiteY1" fmla="*/ 1676205 h 2176910"/>
                <a:gd name="connsiteX2" fmla="*/ 1741463 w 3613052"/>
                <a:gd name="connsiteY2" fmla="*/ 2176910 h 2176910"/>
                <a:gd name="connsiteX3" fmla="*/ 0 w 3613052"/>
                <a:gd name="connsiteY3" fmla="*/ 2176910 h 2176910"/>
                <a:gd name="connsiteX4" fmla="*/ 0 w 3613052"/>
                <a:gd name="connsiteY4" fmla="*/ 0 h 2176910"/>
                <a:gd name="connsiteX5" fmla="*/ 1234766 w 3613052"/>
                <a:gd name="connsiteY5" fmla="*/ 0 h 2176910"/>
                <a:gd name="connsiteX6" fmla="*/ 1523675 w 3613052"/>
                <a:gd name="connsiteY6" fmla="*/ 500706 h 2176910"/>
                <a:gd name="connsiteX7" fmla="*/ 652910 w 3613052"/>
                <a:gd name="connsiteY7" fmla="*/ 500706 h 2176910"/>
                <a:gd name="connsiteX8" fmla="*/ 652910 w 3613052"/>
                <a:gd name="connsiteY8" fmla="*/ 859953 h 2176910"/>
                <a:gd name="connsiteX9" fmla="*/ 1440050 w 3613052"/>
                <a:gd name="connsiteY9" fmla="*/ 859953 h 2176910"/>
                <a:gd name="connsiteX10" fmla="*/ 1440050 w 3613052"/>
                <a:gd name="connsiteY10" fmla="*/ 1317022 h 2176910"/>
                <a:gd name="connsiteX11" fmla="*/ 652910 w 3613052"/>
                <a:gd name="connsiteY11" fmla="*/ 1317022 h 2176910"/>
                <a:gd name="connsiteX12" fmla="*/ 652910 w 3613052"/>
                <a:gd name="connsiteY12" fmla="*/ 1676205 h 2176910"/>
                <a:gd name="connsiteX13" fmla="*/ 2900485 w 3613052"/>
                <a:gd name="connsiteY13" fmla="*/ 0 h 2176910"/>
                <a:gd name="connsiteX14" fmla="*/ 2530687 w 3613052"/>
                <a:gd name="connsiteY14" fmla="*/ 710418 h 2176910"/>
                <a:gd name="connsiteX15" fmla="*/ 2161801 w 3613052"/>
                <a:gd name="connsiteY15" fmla="*/ 0 h 2176910"/>
                <a:gd name="connsiteX16" fmla="*/ 1439985 w 3613052"/>
                <a:gd name="connsiteY16" fmla="*/ 0 h 2176910"/>
                <a:gd name="connsiteX17" fmla="*/ 2200552 w 3613052"/>
                <a:gd name="connsiteY17" fmla="*/ 1317022 h 2176910"/>
                <a:gd name="connsiteX18" fmla="*/ 2200552 w 3613052"/>
                <a:gd name="connsiteY18" fmla="*/ 2176910 h 2176910"/>
                <a:gd name="connsiteX19" fmla="*/ 2851443 w 3613052"/>
                <a:gd name="connsiteY19" fmla="*/ 2176910 h 2176910"/>
                <a:gd name="connsiteX20" fmla="*/ 2851443 w 3613052"/>
                <a:gd name="connsiteY20" fmla="*/ 1317022 h 2176910"/>
                <a:gd name="connsiteX21" fmla="*/ 3613053 w 3613052"/>
                <a:gd name="connsiteY21" fmla="*/ 0 h 2176910"/>
                <a:gd name="connsiteX22" fmla="*/ 2900485 w 3613052"/>
                <a:gd name="connsiteY22" fmla="*/ 0 h 217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13052" h="2176910">
                  <a:moveTo>
                    <a:pt x="652845" y="1676205"/>
                  </a:moveTo>
                  <a:lnTo>
                    <a:pt x="1741463" y="1676205"/>
                  </a:lnTo>
                  <a:lnTo>
                    <a:pt x="1741463" y="2176910"/>
                  </a:lnTo>
                  <a:lnTo>
                    <a:pt x="0" y="2176910"/>
                  </a:lnTo>
                  <a:lnTo>
                    <a:pt x="0" y="0"/>
                  </a:lnTo>
                  <a:lnTo>
                    <a:pt x="1234766" y="0"/>
                  </a:lnTo>
                  <a:lnTo>
                    <a:pt x="1523675" y="500706"/>
                  </a:lnTo>
                  <a:lnTo>
                    <a:pt x="652910" y="500706"/>
                  </a:lnTo>
                  <a:lnTo>
                    <a:pt x="652910" y="859953"/>
                  </a:lnTo>
                  <a:lnTo>
                    <a:pt x="1440050" y="859953"/>
                  </a:lnTo>
                  <a:lnTo>
                    <a:pt x="1440050" y="1317022"/>
                  </a:lnTo>
                  <a:lnTo>
                    <a:pt x="652910" y="1317022"/>
                  </a:lnTo>
                  <a:lnTo>
                    <a:pt x="652910" y="1676205"/>
                  </a:lnTo>
                  <a:close/>
                  <a:moveTo>
                    <a:pt x="2900485" y="0"/>
                  </a:moveTo>
                  <a:lnTo>
                    <a:pt x="2530687" y="710418"/>
                  </a:lnTo>
                  <a:lnTo>
                    <a:pt x="2161801" y="0"/>
                  </a:lnTo>
                  <a:lnTo>
                    <a:pt x="1439985" y="0"/>
                  </a:lnTo>
                  <a:lnTo>
                    <a:pt x="2200552" y="1317022"/>
                  </a:lnTo>
                  <a:lnTo>
                    <a:pt x="2200552" y="2176910"/>
                  </a:lnTo>
                  <a:lnTo>
                    <a:pt x="2851443" y="2176910"/>
                  </a:lnTo>
                  <a:lnTo>
                    <a:pt x="2851443" y="1317022"/>
                  </a:lnTo>
                  <a:lnTo>
                    <a:pt x="3613053" y="0"/>
                  </a:lnTo>
                  <a:lnTo>
                    <a:pt x="2900485" y="0"/>
                  </a:ln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sp>
          <p:nvSpPr>
            <p:cNvPr id="8" name="Freeform: Shape 7">
              <a:extLst>
                <a:ext uri="{FF2B5EF4-FFF2-40B4-BE49-F238E27FC236}">
                  <a16:creationId xmlns:a16="http://schemas.microsoft.com/office/drawing/2014/main" id="{CACB19F1-10C3-F550-B019-EEB4F9920BAA}"/>
                </a:ext>
              </a:extLst>
            </p:cNvPr>
            <p:cNvSpPr/>
            <p:nvPr/>
          </p:nvSpPr>
          <p:spPr>
            <a:xfrm>
              <a:off x="3913438" y="5111711"/>
              <a:ext cx="6512821" cy="1648590"/>
            </a:xfrm>
            <a:custGeom>
              <a:avLst/>
              <a:gdLst>
                <a:gd name="connsiteX0" fmla="*/ 5071143 w 6512821"/>
                <a:gd name="connsiteY0" fmla="*/ 1396740 h 1648590"/>
                <a:gd name="connsiteX1" fmla="*/ 5069124 w 6512821"/>
                <a:gd name="connsiteY1" fmla="*/ 1438552 h 1648590"/>
                <a:gd name="connsiteX2" fmla="*/ 4777545 w 6512821"/>
                <a:gd name="connsiteY2" fmla="*/ 1438552 h 1648590"/>
                <a:gd name="connsiteX3" fmla="*/ 4880513 w 6512821"/>
                <a:gd name="connsiteY3" fmla="*/ 1533378 h 1648590"/>
                <a:gd name="connsiteX4" fmla="*/ 4964137 w 6512821"/>
                <a:gd name="connsiteY4" fmla="*/ 1499707 h 1648590"/>
                <a:gd name="connsiteX5" fmla="*/ 5049781 w 6512821"/>
                <a:gd name="connsiteY5" fmla="*/ 1572065 h 1648590"/>
                <a:gd name="connsiteX6" fmla="*/ 4875433 w 6512821"/>
                <a:gd name="connsiteY6" fmla="*/ 1648525 h 1648590"/>
                <a:gd name="connsiteX7" fmla="*/ 4654192 w 6512821"/>
                <a:gd name="connsiteY7" fmla="*/ 1398759 h 1648590"/>
                <a:gd name="connsiteX8" fmla="*/ 4867292 w 6512821"/>
                <a:gd name="connsiteY8" fmla="*/ 1146908 h 1648590"/>
                <a:gd name="connsiteX9" fmla="*/ 5071208 w 6512821"/>
                <a:gd name="connsiteY9" fmla="*/ 1396675 h 1648590"/>
                <a:gd name="connsiteX10" fmla="*/ 4779564 w 6512821"/>
                <a:gd name="connsiteY10" fmla="*/ 1344767 h 1648590"/>
                <a:gd name="connsiteX11" fmla="*/ 4950851 w 6512821"/>
                <a:gd name="connsiteY11" fmla="*/ 1344767 h 1648590"/>
                <a:gd name="connsiteX12" fmla="*/ 4863189 w 6512821"/>
                <a:gd name="connsiteY12" fmla="*/ 1254044 h 1648590"/>
                <a:gd name="connsiteX13" fmla="*/ 4779564 w 6512821"/>
                <a:gd name="connsiteY13" fmla="*/ 1344767 h 1648590"/>
                <a:gd name="connsiteX14" fmla="*/ 6512756 w 6512821"/>
                <a:gd name="connsiteY14" fmla="*/ 1396740 h 1648590"/>
                <a:gd name="connsiteX15" fmla="*/ 6510737 w 6512821"/>
                <a:gd name="connsiteY15" fmla="*/ 1438552 h 1648590"/>
                <a:gd name="connsiteX16" fmla="*/ 6219158 w 6512821"/>
                <a:gd name="connsiteY16" fmla="*/ 1438552 h 1648590"/>
                <a:gd name="connsiteX17" fmla="*/ 6322126 w 6512821"/>
                <a:gd name="connsiteY17" fmla="*/ 1533378 h 1648590"/>
                <a:gd name="connsiteX18" fmla="*/ 6405751 w 6512821"/>
                <a:gd name="connsiteY18" fmla="*/ 1499707 h 1648590"/>
                <a:gd name="connsiteX19" fmla="*/ 6491394 w 6512821"/>
                <a:gd name="connsiteY19" fmla="*/ 1572065 h 1648590"/>
                <a:gd name="connsiteX20" fmla="*/ 6317046 w 6512821"/>
                <a:gd name="connsiteY20" fmla="*/ 1648525 h 1648590"/>
                <a:gd name="connsiteX21" fmla="*/ 6095805 w 6512821"/>
                <a:gd name="connsiteY21" fmla="*/ 1398759 h 1648590"/>
                <a:gd name="connsiteX22" fmla="*/ 6308905 w 6512821"/>
                <a:gd name="connsiteY22" fmla="*/ 1146908 h 1648590"/>
                <a:gd name="connsiteX23" fmla="*/ 6512821 w 6512821"/>
                <a:gd name="connsiteY23" fmla="*/ 1396675 h 1648590"/>
                <a:gd name="connsiteX24" fmla="*/ 6221177 w 6512821"/>
                <a:gd name="connsiteY24" fmla="*/ 1344767 h 1648590"/>
                <a:gd name="connsiteX25" fmla="*/ 6392465 w 6512821"/>
                <a:gd name="connsiteY25" fmla="*/ 1344767 h 1648590"/>
                <a:gd name="connsiteX26" fmla="*/ 6304802 w 6512821"/>
                <a:gd name="connsiteY26" fmla="*/ 1254044 h 1648590"/>
                <a:gd name="connsiteX27" fmla="*/ 6221177 w 6512821"/>
                <a:gd name="connsiteY27" fmla="*/ 1344767 h 1648590"/>
                <a:gd name="connsiteX28" fmla="*/ 5978509 w 6512821"/>
                <a:gd name="connsiteY28" fmla="*/ 1467143 h 1648590"/>
                <a:gd name="connsiteX29" fmla="*/ 6058031 w 6512821"/>
                <a:gd name="connsiteY29" fmla="*/ 1542561 h 1648590"/>
                <a:gd name="connsiteX30" fmla="*/ 5866359 w 6512821"/>
                <a:gd name="connsiteY30" fmla="*/ 1648590 h 1648590"/>
                <a:gd name="connsiteX31" fmla="*/ 5637954 w 6512821"/>
                <a:gd name="connsiteY31" fmla="*/ 1398823 h 1648590"/>
                <a:gd name="connsiteX32" fmla="*/ 5868378 w 6512821"/>
                <a:gd name="connsiteY32" fmla="*/ 1146973 h 1648590"/>
                <a:gd name="connsiteX33" fmla="*/ 6056989 w 6512821"/>
                <a:gd name="connsiteY33" fmla="*/ 1250983 h 1648590"/>
                <a:gd name="connsiteX34" fmla="*/ 5975448 w 6512821"/>
                <a:gd name="connsiteY34" fmla="*/ 1333565 h 1648590"/>
                <a:gd name="connsiteX35" fmla="*/ 5867401 w 6512821"/>
                <a:gd name="connsiteY35" fmla="*/ 1266288 h 1648590"/>
                <a:gd name="connsiteX36" fmla="*/ 5766452 w 6512821"/>
                <a:gd name="connsiteY36" fmla="*/ 1396804 h 1648590"/>
                <a:gd name="connsiteX37" fmla="*/ 5868378 w 6512821"/>
                <a:gd name="connsiteY37" fmla="*/ 1528299 h 1648590"/>
                <a:gd name="connsiteX38" fmla="*/ 5978509 w 6512821"/>
                <a:gd name="connsiteY38" fmla="*/ 1467143 h 1648590"/>
                <a:gd name="connsiteX39" fmla="*/ 4869246 w 6512821"/>
                <a:gd name="connsiteY39" fmla="*/ 667825 h 1648590"/>
                <a:gd name="connsiteX40" fmla="*/ 4750973 w 6512821"/>
                <a:gd name="connsiteY40" fmla="*/ 667825 h 1648590"/>
                <a:gd name="connsiteX41" fmla="*/ 4750973 w 6512821"/>
                <a:gd name="connsiteY41" fmla="*/ 634153 h 1648590"/>
                <a:gd name="connsiteX42" fmla="*/ 4638822 w 6512821"/>
                <a:gd name="connsiteY42" fmla="*/ 677984 h 1648590"/>
                <a:gd name="connsiteX43" fmla="*/ 4467535 w 6512821"/>
                <a:gd name="connsiteY43" fmla="*/ 458763 h 1648590"/>
                <a:gd name="connsiteX44" fmla="*/ 4467535 w 6512821"/>
                <a:gd name="connsiteY44" fmla="*/ 186527 h 1648590"/>
                <a:gd name="connsiteX45" fmla="*/ 4587827 w 6512821"/>
                <a:gd name="connsiteY45" fmla="*/ 186527 h 1648590"/>
                <a:gd name="connsiteX46" fmla="*/ 4587827 w 6512821"/>
                <a:gd name="connsiteY46" fmla="*/ 448538 h 1648590"/>
                <a:gd name="connsiteX47" fmla="*/ 4668390 w 6512821"/>
                <a:gd name="connsiteY47" fmla="*/ 562708 h 1648590"/>
                <a:gd name="connsiteX48" fmla="*/ 4748954 w 6512821"/>
                <a:gd name="connsiteY48" fmla="*/ 452576 h 1648590"/>
                <a:gd name="connsiteX49" fmla="*/ 4748954 w 6512821"/>
                <a:gd name="connsiteY49" fmla="*/ 186462 h 1648590"/>
                <a:gd name="connsiteX50" fmla="*/ 4869246 w 6512821"/>
                <a:gd name="connsiteY50" fmla="*/ 186462 h 1648590"/>
                <a:gd name="connsiteX51" fmla="*/ 4869246 w 6512821"/>
                <a:gd name="connsiteY51" fmla="*/ 667695 h 1648590"/>
                <a:gd name="connsiteX52" fmla="*/ 5244449 w 6512821"/>
                <a:gd name="connsiteY52" fmla="*/ 527083 h 1648590"/>
                <a:gd name="connsiteX53" fmla="*/ 5227125 w 6512821"/>
                <a:gd name="connsiteY53" fmla="*/ 649458 h 1648590"/>
                <a:gd name="connsiteX54" fmla="*/ 5128261 w 6512821"/>
                <a:gd name="connsiteY54" fmla="*/ 677984 h 1648590"/>
                <a:gd name="connsiteX55" fmla="*/ 4997744 w 6512821"/>
                <a:gd name="connsiteY55" fmla="*/ 535224 h 1648590"/>
                <a:gd name="connsiteX56" fmla="*/ 4997744 w 6512821"/>
                <a:gd name="connsiteY56" fmla="*/ 301739 h 1648590"/>
                <a:gd name="connsiteX57" fmla="*/ 4928447 w 6512821"/>
                <a:gd name="connsiteY57" fmla="*/ 301739 h 1648590"/>
                <a:gd name="connsiteX58" fmla="*/ 4928447 w 6512821"/>
                <a:gd name="connsiteY58" fmla="*/ 186527 h 1648590"/>
                <a:gd name="connsiteX59" fmla="*/ 4997744 w 6512821"/>
                <a:gd name="connsiteY59" fmla="*/ 186527 h 1648590"/>
                <a:gd name="connsiteX60" fmla="*/ 4997744 w 6512821"/>
                <a:gd name="connsiteY60" fmla="*/ 61155 h 1648590"/>
                <a:gd name="connsiteX61" fmla="*/ 5118035 w 6512821"/>
                <a:gd name="connsiteY61" fmla="*/ 0 h 1648590"/>
                <a:gd name="connsiteX62" fmla="*/ 5118035 w 6512821"/>
                <a:gd name="connsiteY62" fmla="*/ 186592 h 1648590"/>
                <a:gd name="connsiteX63" fmla="*/ 5232205 w 6512821"/>
                <a:gd name="connsiteY63" fmla="*/ 186592 h 1648590"/>
                <a:gd name="connsiteX64" fmla="*/ 5232205 w 6512821"/>
                <a:gd name="connsiteY64" fmla="*/ 301804 h 1648590"/>
                <a:gd name="connsiteX65" fmla="*/ 5118035 w 6512821"/>
                <a:gd name="connsiteY65" fmla="*/ 301804 h 1648590"/>
                <a:gd name="connsiteX66" fmla="*/ 5118035 w 6512821"/>
                <a:gd name="connsiteY66" fmla="*/ 503701 h 1648590"/>
                <a:gd name="connsiteX67" fmla="*/ 5164928 w 6512821"/>
                <a:gd name="connsiteY67" fmla="*/ 560819 h 1648590"/>
                <a:gd name="connsiteX68" fmla="*/ 5244449 w 6512821"/>
                <a:gd name="connsiteY68" fmla="*/ 527148 h 1648590"/>
                <a:gd name="connsiteX69" fmla="*/ 3417407 w 6512821"/>
                <a:gd name="connsiteY69" fmla="*/ 667825 h 1648590"/>
                <a:gd name="connsiteX70" fmla="*/ 3297116 w 6512821"/>
                <a:gd name="connsiteY70" fmla="*/ 667825 h 1648590"/>
                <a:gd name="connsiteX71" fmla="*/ 3297116 w 6512821"/>
                <a:gd name="connsiteY71" fmla="*/ 405814 h 1648590"/>
                <a:gd name="connsiteX72" fmla="*/ 3215575 w 6512821"/>
                <a:gd name="connsiteY72" fmla="*/ 292621 h 1648590"/>
                <a:gd name="connsiteX73" fmla="*/ 3132993 w 6512821"/>
                <a:gd name="connsiteY73" fmla="*/ 402753 h 1648590"/>
                <a:gd name="connsiteX74" fmla="*/ 3132993 w 6512821"/>
                <a:gd name="connsiteY74" fmla="*/ 667825 h 1648590"/>
                <a:gd name="connsiteX75" fmla="*/ 3012701 w 6512821"/>
                <a:gd name="connsiteY75" fmla="*/ 667825 h 1648590"/>
                <a:gd name="connsiteX76" fmla="*/ 3012701 w 6512821"/>
                <a:gd name="connsiteY76" fmla="*/ 61221 h 1648590"/>
                <a:gd name="connsiteX77" fmla="*/ 3132993 w 6512821"/>
                <a:gd name="connsiteY77" fmla="*/ 65 h 1648590"/>
                <a:gd name="connsiteX78" fmla="*/ 3132993 w 6512821"/>
                <a:gd name="connsiteY78" fmla="*/ 220264 h 1648590"/>
                <a:gd name="connsiteX79" fmla="*/ 3246186 w 6512821"/>
                <a:gd name="connsiteY79" fmla="*/ 176432 h 1648590"/>
                <a:gd name="connsiteX80" fmla="*/ 3417473 w 6512821"/>
                <a:gd name="connsiteY80" fmla="*/ 396631 h 1648590"/>
                <a:gd name="connsiteX81" fmla="*/ 3417473 w 6512821"/>
                <a:gd name="connsiteY81" fmla="*/ 667825 h 1648590"/>
                <a:gd name="connsiteX82" fmla="*/ 5564554 w 6512821"/>
                <a:gd name="connsiteY82" fmla="*/ 1638365 h 1648590"/>
                <a:gd name="connsiteX83" fmla="*/ 5440160 w 6512821"/>
                <a:gd name="connsiteY83" fmla="*/ 1638365 h 1648590"/>
                <a:gd name="connsiteX84" fmla="*/ 5440160 w 6512821"/>
                <a:gd name="connsiteY84" fmla="*/ 1376355 h 1648590"/>
                <a:gd name="connsiteX85" fmla="*/ 5357577 w 6512821"/>
                <a:gd name="connsiteY85" fmla="*/ 1264204 h 1648590"/>
                <a:gd name="connsiteX86" fmla="*/ 5273952 w 6512821"/>
                <a:gd name="connsiteY86" fmla="*/ 1373293 h 1648590"/>
                <a:gd name="connsiteX87" fmla="*/ 5273952 w 6512821"/>
                <a:gd name="connsiteY87" fmla="*/ 1638365 h 1648590"/>
                <a:gd name="connsiteX88" fmla="*/ 5149558 w 6512821"/>
                <a:gd name="connsiteY88" fmla="*/ 1638365 h 1648590"/>
                <a:gd name="connsiteX89" fmla="*/ 5149558 w 6512821"/>
                <a:gd name="connsiteY89" fmla="*/ 1157133 h 1648590"/>
                <a:gd name="connsiteX90" fmla="*/ 5273952 w 6512821"/>
                <a:gd name="connsiteY90" fmla="*/ 1157133 h 1648590"/>
                <a:gd name="connsiteX91" fmla="*/ 5273952 w 6512821"/>
                <a:gd name="connsiteY91" fmla="*/ 1189762 h 1648590"/>
                <a:gd name="connsiteX92" fmla="*/ 5391183 w 6512821"/>
                <a:gd name="connsiteY92" fmla="*/ 1146973 h 1648590"/>
                <a:gd name="connsiteX93" fmla="*/ 5564490 w 6512821"/>
                <a:gd name="connsiteY93" fmla="*/ 1366195 h 1648590"/>
                <a:gd name="connsiteX94" fmla="*/ 5564490 w 6512821"/>
                <a:gd name="connsiteY94" fmla="*/ 1638430 h 1648590"/>
                <a:gd name="connsiteX95" fmla="*/ 4008772 w 6512821"/>
                <a:gd name="connsiteY95" fmla="*/ 1115386 h 1648590"/>
                <a:gd name="connsiteX96" fmla="*/ 4080152 w 6512821"/>
                <a:gd name="connsiteY96" fmla="*/ 1044005 h 1648590"/>
                <a:gd name="connsiteX97" fmla="*/ 4008772 w 6512821"/>
                <a:gd name="connsiteY97" fmla="*/ 972624 h 1648590"/>
                <a:gd name="connsiteX98" fmla="*/ 3937391 w 6512821"/>
                <a:gd name="connsiteY98" fmla="*/ 1044005 h 1648590"/>
                <a:gd name="connsiteX99" fmla="*/ 4008772 w 6512821"/>
                <a:gd name="connsiteY99" fmla="*/ 1115386 h 1648590"/>
                <a:gd name="connsiteX100" fmla="*/ 829864 w 6512821"/>
                <a:gd name="connsiteY100" fmla="*/ 1115386 h 1648590"/>
                <a:gd name="connsiteX101" fmla="*/ 901244 w 6512821"/>
                <a:gd name="connsiteY101" fmla="*/ 1044005 h 1648590"/>
                <a:gd name="connsiteX102" fmla="*/ 829864 w 6512821"/>
                <a:gd name="connsiteY102" fmla="*/ 972624 h 1648590"/>
                <a:gd name="connsiteX103" fmla="*/ 758483 w 6512821"/>
                <a:gd name="connsiteY103" fmla="*/ 1044005 h 1648590"/>
                <a:gd name="connsiteX104" fmla="*/ 829864 w 6512821"/>
                <a:gd name="connsiteY104" fmla="*/ 1115386 h 1648590"/>
                <a:gd name="connsiteX105" fmla="*/ 6512756 w 6512821"/>
                <a:gd name="connsiteY105" fmla="*/ 426134 h 1648590"/>
                <a:gd name="connsiteX106" fmla="*/ 6510737 w 6512821"/>
                <a:gd name="connsiteY106" fmla="*/ 467946 h 1648590"/>
                <a:gd name="connsiteX107" fmla="*/ 6219158 w 6512821"/>
                <a:gd name="connsiteY107" fmla="*/ 467946 h 1648590"/>
                <a:gd name="connsiteX108" fmla="*/ 6322126 w 6512821"/>
                <a:gd name="connsiteY108" fmla="*/ 562773 h 1648590"/>
                <a:gd name="connsiteX109" fmla="*/ 6405751 w 6512821"/>
                <a:gd name="connsiteY109" fmla="*/ 529102 h 1648590"/>
                <a:gd name="connsiteX110" fmla="*/ 6491394 w 6512821"/>
                <a:gd name="connsiteY110" fmla="*/ 601459 h 1648590"/>
                <a:gd name="connsiteX111" fmla="*/ 6317046 w 6512821"/>
                <a:gd name="connsiteY111" fmla="*/ 677919 h 1648590"/>
                <a:gd name="connsiteX112" fmla="*/ 6095805 w 6512821"/>
                <a:gd name="connsiteY112" fmla="*/ 428153 h 1648590"/>
                <a:gd name="connsiteX113" fmla="*/ 6308905 w 6512821"/>
                <a:gd name="connsiteY113" fmla="*/ 176302 h 1648590"/>
                <a:gd name="connsiteX114" fmla="*/ 6512821 w 6512821"/>
                <a:gd name="connsiteY114" fmla="*/ 426069 h 1648590"/>
                <a:gd name="connsiteX115" fmla="*/ 6221177 w 6512821"/>
                <a:gd name="connsiteY115" fmla="*/ 374162 h 1648590"/>
                <a:gd name="connsiteX116" fmla="*/ 6392465 w 6512821"/>
                <a:gd name="connsiteY116" fmla="*/ 374162 h 1648590"/>
                <a:gd name="connsiteX117" fmla="*/ 6304802 w 6512821"/>
                <a:gd name="connsiteY117" fmla="*/ 283438 h 1648590"/>
                <a:gd name="connsiteX118" fmla="*/ 6221177 w 6512821"/>
                <a:gd name="connsiteY118" fmla="*/ 374162 h 1648590"/>
                <a:gd name="connsiteX119" fmla="*/ 5702235 w 6512821"/>
                <a:gd name="connsiteY119" fmla="*/ 667825 h 1648590"/>
                <a:gd name="connsiteX120" fmla="*/ 5583963 w 6512821"/>
                <a:gd name="connsiteY120" fmla="*/ 667825 h 1648590"/>
                <a:gd name="connsiteX121" fmla="*/ 5583963 w 6512821"/>
                <a:gd name="connsiteY121" fmla="*/ 634153 h 1648590"/>
                <a:gd name="connsiteX122" fmla="*/ 5471812 w 6512821"/>
                <a:gd name="connsiteY122" fmla="*/ 677984 h 1648590"/>
                <a:gd name="connsiteX123" fmla="*/ 5300525 w 6512821"/>
                <a:gd name="connsiteY123" fmla="*/ 458763 h 1648590"/>
                <a:gd name="connsiteX124" fmla="*/ 5300525 w 6512821"/>
                <a:gd name="connsiteY124" fmla="*/ 186527 h 1648590"/>
                <a:gd name="connsiteX125" fmla="*/ 5420817 w 6512821"/>
                <a:gd name="connsiteY125" fmla="*/ 186527 h 1648590"/>
                <a:gd name="connsiteX126" fmla="*/ 5420817 w 6512821"/>
                <a:gd name="connsiteY126" fmla="*/ 448538 h 1648590"/>
                <a:gd name="connsiteX127" fmla="*/ 5501380 w 6512821"/>
                <a:gd name="connsiteY127" fmla="*/ 562708 h 1648590"/>
                <a:gd name="connsiteX128" fmla="*/ 5581944 w 6512821"/>
                <a:gd name="connsiteY128" fmla="*/ 452576 h 1648590"/>
                <a:gd name="connsiteX129" fmla="*/ 5581944 w 6512821"/>
                <a:gd name="connsiteY129" fmla="*/ 186462 h 1648590"/>
                <a:gd name="connsiteX130" fmla="*/ 5702235 w 6512821"/>
                <a:gd name="connsiteY130" fmla="*/ 186462 h 1648590"/>
                <a:gd name="connsiteX131" fmla="*/ 5702235 w 6512821"/>
                <a:gd name="connsiteY131" fmla="*/ 667695 h 1648590"/>
                <a:gd name="connsiteX132" fmla="*/ 3895579 w 6512821"/>
                <a:gd name="connsiteY132" fmla="*/ 426134 h 1648590"/>
                <a:gd name="connsiteX133" fmla="*/ 3893560 w 6512821"/>
                <a:gd name="connsiteY133" fmla="*/ 467946 h 1648590"/>
                <a:gd name="connsiteX134" fmla="*/ 3601981 w 6512821"/>
                <a:gd name="connsiteY134" fmla="*/ 467946 h 1648590"/>
                <a:gd name="connsiteX135" fmla="*/ 3704949 w 6512821"/>
                <a:gd name="connsiteY135" fmla="*/ 562773 h 1648590"/>
                <a:gd name="connsiteX136" fmla="*/ 3788573 w 6512821"/>
                <a:gd name="connsiteY136" fmla="*/ 529102 h 1648590"/>
                <a:gd name="connsiteX137" fmla="*/ 3874217 w 6512821"/>
                <a:gd name="connsiteY137" fmla="*/ 601459 h 1648590"/>
                <a:gd name="connsiteX138" fmla="*/ 3699868 w 6512821"/>
                <a:gd name="connsiteY138" fmla="*/ 677919 h 1648590"/>
                <a:gd name="connsiteX139" fmla="*/ 3478628 w 6512821"/>
                <a:gd name="connsiteY139" fmla="*/ 428153 h 1648590"/>
                <a:gd name="connsiteX140" fmla="*/ 3691727 w 6512821"/>
                <a:gd name="connsiteY140" fmla="*/ 176302 h 1648590"/>
                <a:gd name="connsiteX141" fmla="*/ 3895644 w 6512821"/>
                <a:gd name="connsiteY141" fmla="*/ 426069 h 1648590"/>
                <a:gd name="connsiteX142" fmla="*/ 3604000 w 6512821"/>
                <a:gd name="connsiteY142" fmla="*/ 374162 h 1648590"/>
                <a:gd name="connsiteX143" fmla="*/ 3775287 w 6512821"/>
                <a:gd name="connsiteY143" fmla="*/ 374162 h 1648590"/>
                <a:gd name="connsiteX144" fmla="*/ 3687624 w 6512821"/>
                <a:gd name="connsiteY144" fmla="*/ 283438 h 1648590"/>
                <a:gd name="connsiteX145" fmla="*/ 3604000 w 6512821"/>
                <a:gd name="connsiteY145" fmla="*/ 374162 h 1648590"/>
                <a:gd name="connsiteX146" fmla="*/ 4579686 w 6512821"/>
                <a:gd name="connsiteY146" fmla="*/ 1638365 h 1648590"/>
                <a:gd name="connsiteX147" fmla="*/ 4455291 w 6512821"/>
                <a:gd name="connsiteY147" fmla="*/ 1638365 h 1648590"/>
                <a:gd name="connsiteX148" fmla="*/ 4455291 w 6512821"/>
                <a:gd name="connsiteY148" fmla="*/ 1606778 h 1648590"/>
                <a:gd name="connsiteX149" fmla="*/ 4346201 w 6512821"/>
                <a:gd name="connsiteY149" fmla="*/ 1648590 h 1648590"/>
                <a:gd name="connsiteX150" fmla="*/ 4148406 w 6512821"/>
                <a:gd name="connsiteY150" fmla="*/ 1393678 h 1648590"/>
                <a:gd name="connsiteX151" fmla="*/ 4343140 w 6512821"/>
                <a:gd name="connsiteY151" fmla="*/ 1146973 h 1648590"/>
                <a:gd name="connsiteX152" fmla="*/ 4455291 w 6512821"/>
                <a:gd name="connsiteY152" fmla="*/ 1185724 h 1648590"/>
                <a:gd name="connsiteX153" fmla="*/ 4455291 w 6512821"/>
                <a:gd name="connsiteY153" fmla="*/ 1031761 h 1648590"/>
                <a:gd name="connsiteX154" fmla="*/ 4579686 w 6512821"/>
                <a:gd name="connsiteY154" fmla="*/ 969564 h 1648590"/>
                <a:gd name="connsiteX155" fmla="*/ 4579686 w 6512821"/>
                <a:gd name="connsiteY155" fmla="*/ 1638365 h 1648590"/>
                <a:gd name="connsiteX156" fmla="*/ 4455356 w 6512821"/>
                <a:gd name="connsiteY156" fmla="*/ 1489547 h 1648590"/>
                <a:gd name="connsiteX157" fmla="*/ 4455356 w 6512821"/>
                <a:gd name="connsiteY157" fmla="*/ 1306016 h 1648590"/>
                <a:gd name="connsiteX158" fmla="*/ 4368670 w 6512821"/>
                <a:gd name="connsiteY158" fmla="*/ 1264204 h 1648590"/>
                <a:gd name="connsiteX159" fmla="*/ 4278924 w 6512821"/>
                <a:gd name="connsiteY159" fmla="*/ 1389575 h 1648590"/>
                <a:gd name="connsiteX160" fmla="*/ 4371731 w 6512821"/>
                <a:gd name="connsiteY160" fmla="*/ 1531294 h 1648590"/>
                <a:gd name="connsiteX161" fmla="*/ 4455356 w 6512821"/>
                <a:gd name="connsiteY161" fmla="*/ 1489482 h 1648590"/>
                <a:gd name="connsiteX162" fmla="*/ 3945532 w 6512821"/>
                <a:gd name="connsiteY162" fmla="*/ 1157198 h 1648590"/>
                <a:gd name="connsiteX163" fmla="*/ 3945532 w 6512821"/>
                <a:gd name="connsiteY163" fmla="*/ 1638430 h 1648590"/>
                <a:gd name="connsiteX164" fmla="*/ 4069927 w 6512821"/>
                <a:gd name="connsiteY164" fmla="*/ 1638430 h 1648590"/>
                <a:gd name="connsiteX165" fmla="*/ 4069927 w 6512821"/>
                <a:gd name="connsiteY165" fmla="*/ 1157198 h 1648590"/>
                <a:gd name="connsiteX166" fmla="*/ 3945532 w 6512821"/>
                <a:gd name="connsiteY166" fmla="*/ 1157198 h 1648590"/>
                <a:gd name="connsiteX167" fmla="*/ 3873175 w 6512821"/>
                <a:gd name="connsiteY167" fmla="*/ 985911 h 1648590"/>
                <a:gd name="connsiteX168" fmla="*/ 3873175 w 6512821"/>
                <a:gd name="connsiteY168" fmla="*/ 1085817 h 1648590"/>
                <a:gd name="connsiteX169" fmla="*/ 3812019 w 6512821"/>
                <a:gd name="connsiteY169" fmla="*/ 1076634 h 1648590"/>
                <a:gd name="connsiteX170" fmla="*/ 3760047 w 6512821"/>
                <a:gd name="connsiteY170" fmla="*/ 1118447 h 1648590"/>
                <a:gd name="connsiteX171" fmla="*/ 3760047 w 6512821"/>
                <a:gd name="connsiteY171" fmla="*/ 1157198 h 1648590"/>
                <a:gd name="connsiteX172" fmla="*/ 3863015 w 6512821"/>
                <a:gd name="connsiteY172" fmla="*/ 1157198 h 1648590"/>
                <a:gd name="connsiteX173" fmla="*/ 3863015 w 6512821"/>
                <a:gd name="connsiteY173" fmla="*/ 1273452 h 1648590"/>
                <a:gd name="connsiteX174" fmla="*/ 3760047 w 6512821"/>
                <a:gd name="connsiteY174" fmla="*/ 1273452 h 1648590"/>
                <a:gd name="connsiteX175" fmla="*/ 3760047 w 6512821"/>
                <a:gd name="connsiteY175" fmla="*/ 1638430 h 1648590"/>
                <a:gd name="connsiteX176" fmla="*/ 3635652 w 6512821"/>
                <a:gd name="connsiteY176" fmla="*/ 1638430 h 1648590"/>
                <a:gd name="connsiteX177" fmla="*/ 3635652 w 6512821"/>
                <a:gd name="connsiteY177" fmla="*/ 1273452 h 1648590"/>
                <a:gd name="connsiteX178" fmla="*/ 3568375 w 6512821"/>
                <a:gd name="connsiteY178" fmla="*/ 1273452 h 1648590"/>
                <a:gd name="connsiteX179" fmla="*/ 3568375 w 6512821"/>
                <a:gd name="connsiteY179" fmla="*/ 1157198 h 1648590"/>
                <a:gd name="connsiteX180" fmla="*/ 3635652 w 6512821"/>
                <a:gd name="connsiteY180" fmla="*/ 1157198 h 1648590"/>
                <a:gd name="connsiteX181" fmla="*/ 3635652 w 6512821"/>
                <a:gd name="connsiteY181" fmla="*/ 1099104 h 1648590"/>
                <a:gd name="connsiteX182" fmla="*/ 3782451 w 6512821"/>
                <a:gd name="connsiteY182" fmla="*/ 972690 h 1648590"/>
                <a:gd name="connsiteX183" fmla="*/ 3873175 w 6512821"/>
                <a:gd name="connsiteY183" fmla="*/ 985976 h 1648590"/>
                <a:gd name="connsiteX184" fmla="*/ 3507154 w 6512821"/>
                <a:gd name="connsiteY184" fmla="*/ 1638365 h 1648590"/>
                <a:gd name="connsiteX185" fmla="*/ 3382759 w 6512821"/>
                <a:gd name="connsiteY185" fmla="*/ 1638365 h 1648590"/>
                <a:gd name="connsiteX186" fmla="*/ 3382759 w 6512821"/>
                <a:gd name="connsiteY186" fmla="*/ 1376355 h 1648590"/>
                <a:gd name="connsiteX187" fmla="*/ 3300177 w 6512821"/>
                <a:gd name="connsiteY187" fmla="*/ 1264204 h 1648590"/>
                <a:gd name="connsiteX188" fmla="*/ 3216552 w 6512821"/>
                <a:gd name="connsiteY188" fmla="*/ 1373293 h 1648590"/>
                <a:gd name="connsiteX189" fmla="*/ 3216552 w 6512821"/>
                <a:gd name="connsiteY189" fmla="*/ 1638365 h 1648590"/>
                <a:gd name="connsiteX190" fmla="*/ 3092157 w 6512821"/>
                <a:gd name="connsiteY190" fmla="*/ 1638365 h 1648590"/>
                <a:gd name="connsiteX191" fmla="*/ 3092157 w 6512821"/>
                <a:gd name="connsiteY191" fmla="*/ 1157133 h 1648590"/>
                <a:gd name="connsiteX192" fmla="*/ 3216552 w 6512821"/>
                <a:gd name="connsiteY192" fmla="*/ 1157133 h 1648590"/>
                <a:gd name="connsiteX193" fmla="*/ 3216552 w 6512821"/>
                <a:gd name="connsiteY193" fmla="*/ 1189762 h 1648590"/>
                <a:gd name="connsiteX194" fmla="*/ 3333783 w 6512821"/>
                <a:gd name="connsiteY194" fmla="*/ 1146973 h 1648590"/>
                <a:gd name="connsiteX195" fmla="*/ 3507089 w 6512821"/>
                <a:gd name="connsiteY195" fmla="*/ 1366195 h 1648590"/>
                <a:gd name="connsiteX196" fmla="*/ 3507089 w 6512821"/>
                <a:gd name="connsiteY196" fmla="*/ 1638430 h 1648590"/>
                <a:gd name="connsiteX197" fmla="*/ 2792437 w 6512821"/>
                <a:gd name="connsiteY197" fmla="*/ 1146973 h 1648590"/>
                <a:gd name="connsiteX198" fmla="*/ 2567094 w 6512821"/>
                <a:gd name="connsiteY198" fmla="*/ 1397782 h 1648590"/>
                <a:gd name="connsiteX199" fmla="*/ 2792437 w 6512821"/>
                <a:gd name="connsiteY199" fmla="*/ 1648590 h 1648590"/>
                <a:gd name="connsiteX200" fmla="*/ 3017781 w 6512821"/>
                <a:gd name="connsiteY200" fmla="*/ 1397782 h 1648590"/>
                <a:gd name="connsiteX201" fmla="*/ 2792437 w 6512821"/>
                <a:gd name="connsiteY201" fmla="*/ 1146973 h 1648590"/>
                <a:gd name="connsiteX202" fmla="*/ 2792437 w 6512821"/>
                <a:gd name="connsiteY202" fmla="*/ 1528299 h 1648590"/>
                <a:gd name="connsiteX203" fmla="*/ 2695592 w 6512821"/>
                <a:gd name="connsiteY203" fmla="*/ 1397782 h 1648590"/>
                <a:gd name="connsiteX204" fmla="*/ 2792437 w 6512821"/>
                <a:gd name="connsiteY204" fmla="*/ 1266288 h 1648590"/>
                <a:gd name="connsiteX205" fmla="*/ 2889283 w 6512821"/>
                <a:gd name="connsiteY205" fmla="*/ 1397782 h 1648590"/>
                <a:gd name="connsiteX206" fmla="*/ 2792437 w 6512821"/>
                <a:gd name="connsiteY206" fmla="*/ 1528299 h 1648590"/>
                <a:gd name="connsiteX207" fmla="*/ 2446802 w 6512821"/>
                <a:gd name="connsiteY207" fmla="*/ 1467143 h 1648590"/>
                <a:gd name="connsiteX208" fmla="*/ 2526323 w 6512821"/>
                <a:gd name="connsiteY208" fmla="*/ 1542561 h 1648590"/>
                <a:gd name="connsiteX209" fmla="*/ 2334651 w 6512821"/>
                <a:gd name="connsiteY209" fmla="*/ 1648590 h 1648590"/>
                <a:gd name="connsiteX210" fmla="*/ 2106246 w 6512821"/>
                <a:gd name="connsiteY210" fmla="*/ 1398823 h 1648590"/>
                <a:gd name="connsiteX211" fmla="*/ 2336670 w 6512821"/>
                <a:gd name="connsiteY211" fmla="*/ 1146973 h 1648590"/>
                <a:gd name="connsiteX212" fmla="*/ 2525281 w 6512821"/>
                <a:gd name="connsiteY212" fmla="*/ 1250983 h 1648590"/>
                <a:gd name="connsiteX213" fmla="*/ 2443741 w 6512821"/>
                <a:gd name="connsiteY213" fmla="*/ 1333565 h 1648590"/>
                <a:gd name="connsiteX214" fmla="*/ 2335693 w 6512821"/>
                <a:gd name="connsiteY214" fmla="*/ 1266288 h 1648590"/>
                <a:gd name="connsiteX215" fmla="*/ 2234744 w 6512821"/>
                <a:gd name="connsiteY215" fmla="*/ 1396804 h 1648590"/>
                <a:gd name="connsiteX216" fmla="*/ 2336670 w 6512821"/>
                <a:gd name="connsiteY216" fmla="*/ 1528299 h 1648590"/>
                <a:gd name="connsiteX217" fmla="*/ 2446802 w 6512821"/>
                <a:gd name="connsiteY217" fmla="*/ 1467143 h 1648590"/>
                <a:gd name="connsiteX218" fmla="*/ 1803530 w 6512821"/>
                <a:gd name="connsiteY218" fmla="*/ 1638365 h 1648590"/>
                <a:gd name="connsiteX219" fmla="*/ 1679135 w 6512821"/>
                <a:gd name="connsiteY219" fmla="*/ 1638365 h 1648590"/>
                <a:gd name="connsiteX220" fmla="*/ 1679135 w 6512821"/>
                <a:gd name="connsiteY220" fmla="*/ 1376355 h 1648590"/>
                <a:gd name="connsiteX221" fmla="*/ 1596553 w 6512821"/>
                <a:gd name="connsiteY221" fmla="*/ 1264204 h 1648590"/>
                <a:gd name="connsiteX222" fmla="*/ 1511951 w 6512821"/>
                <a:gd name="connsiteY222" fmla="*/ 1373293 h 1648590"/>
                <a:gd name="connsiteX223" fmla="*/ 1511951 w 6512821"/>
                <a:gd name="connsiteY223" fmla="*/ 1638365 h 1648590"/>
                <a:gd name="connsiteX224" fmla="*/ 1387557 w 6512821"/>
                <a:gd name="connsiteY224" fmla="*/ 1638365 h 1648590"/>
                <a:gd name="connsiteX225" fmla="*/ 1387557 w 6512821"/>
                <a:gd name="connsiteY225" fmla="*/ 1031761 h 1648590"/>
                <a:gd name="connsiteX226" fmla="*/ 1511951 w 6512821"/>
                <a:gd name="connsiteY226" fmla="*/ 969564 h 1648590"/>
                <a:gd name="connsiteX227" fmla="*/ 1511951 w 6512821"/>
                <a:gd name="connsiteY227" fmla="*/ 1189762 h 1648590"/>
                <a:gd name="connsiteX228" fmla="*/ 1632243 w 6512821"/>
                <a:gd name="connsiteY228" fmla="*/ 1146973 h 1648590"/>
                <a:gd name="connsiteX229" fmla="*/ 1803530 w 6512821"/>
                <a:gd name="connsiteY229" fmla="*/ 1366195 h 1648590"/>
                <a:gd name="connsiteX230" fmla="*/ 1803530 w 6512821"/>
                <a:gd name="connsiteY230" fmla="*/ 1638430 h 1648590"/>
                <a:gd name="connsiteX231" fmla="*/ 1311031 w 6512821"/>
                <a:gd name="connsiteY231" fmla="*/ 1493650 h 1648590"/>
                <a:gd name="connsiteX232" fmla="*/ 1292665 w 6512821"/>
                <a:gd name="connsiteY232" fmla="*/ 1619022 h 1648590"/>
                <a:gd name="connsiteX233" fmla="*/ 1173350 w 6512821"/>
                <a:gd name="connsiteY233" fmla="*/ 1648590 h 1648590"/>
                <a:gd name="connsiteX234" fmla="*/ 1043875 w 6512821"/>
                <a:gd name="connsiteY234" fmla="*/ 1504852 h 1648590"/>
                <a:gd name="connsiteX235" fmla="*/ 1043875 w 6512821"/>
                <a:gd name="connsiteY235" fmla="*/ 1273387 h 1648590"/>
                <a:gd name="connsiteX236" fmla="*/ 960250 w 6512821"/>
                <a:gd name="connsiteY236" fmla="*/ 1273387 h 1648590"/>
                <a:gd name="connsiteX237" fmla="*/ 960250 w 6512821"/>
                <a:gd name="connsiteY237" fmla="*/ 1157133 h 1648590"/>
                <a:gd name="connsiteX238" fmla="*/ 1043875 w 6512821"/>
                <a:gd name="connsiteY238" fmla="*/ 1157133 h 1648590"/>
                <a:gd name="connsiteX239" fmla="*/ 1043875 w 6512821"/>
                <a:gd name="connsiteY239" fmla="*/ 1031761 h 1648590"/>
                <a:gd name="connsiteX240" fmla="*/ 1168270 w 6512821"/>
                <a:gd name="connsiteY240" fmla="*/ 969564 h 1648590"/>
                <a:gd name="connsiteX241" fmla="*/ 1168270 w 6512821"/>
                <a:gd name="connsiteY241" fmla="*/ 1157133 h 1648590"/>
                <a:gd name="connsiteX242" fmla="*/ 1308947 w 6512821"/>
                <a:gd name="connsiteY242" fmla="*/ 1157133 h 1648590"/>
                <a:gd name="connsiteX243" fmla="*/ 1308947 w 6512821"/>
                <a:gd name="connsiteY243" fmla="*/ 1273387 h 1648590"/>
                <a:gd name="connsiteX244" fmla="*/ 1168270 w 6512821"/>
                <a:gd name="connsiteY244" fmla="*/ 1273387 h 1648590"/>
                <a:gd name="connsiteX245" fmla="*/ 1168270 w 6512821"/>
                <a:gd name="connsiteY245" fmla="*/ 1471181 h 1648590"/>
                <a:gd name="connsiteX246" fmla="*/ 1214120 w 6512821"/>
                <a:gd name="connsiteY246" fmla="*/ 1529275 h 1648590"/>
                <a:gd name="connsiteX247" fmla="*/ 1310966 w 6512821"/>
                <a:gd name="connsiteY247" fmla="*/ 1493585 h 1648590"/>
                <a:gd name="connsiteX248" fmla="*/ 767666 w 6512821"/>
                <a:gd name="connsiteY248" fmla="*/ 1157198 h 1648590"/>
                <a:gd name="connsiteX249" fmla="*/ 767666 w 6512821"/>
                <a:gd name="connsiteY249" fmla="*/ 1638430 h 1648590"/>
                <a:gd name="connsiteX250" fmla="*/ 892061 w 6512821"/>
                <a:gd name="connsiteY250" fmla="*/ 1638430 h 1648590"/>
                <a:gd name="connsiteX251" fmla="*/ 892061 w 6512821"/>
                <a:gd name="connsiteY251" fmla="*/ 1157198 h 1648590"/>
                <a:gd name="connsiteX252" fmla="*/ 767666 w 6512821"/>
                <a:gd name="connsiteY252" fmla="*/ 1157198 h 1648590"/>
                <a:gd name="connsiteX253" fmla="*/ 702408 w 6512821"/>
                <a:gd name="connsiteY253" fmla="*/ 1157198 h 1648590"/>
                <a:gd name="connsiteX254" fmla="*/ 550529 w 6512821"/>
                <a:gd name="connsiteY254" fmla="*/ 1638430 h 1648590"/>
                <a:gd name="connsiteX255" fmla="*/ 436359 w 6512821"/>
                <a:gd name="connsiteY255" fmla="*/ 1638430 h 1648590"/>
                <a:gd name="connsiteX256" fmla="*/ 354819 w 6512821"/>
                <a:gd name="connsiteY256" fmla="*/ 1345809 h 1648590"/>
                <a:gd name="connsiteX257" fmla="*/ 272236 w 6512821"/>
                <a:gd name="connsiteY257" fmla="*/ 1638430 h 1648590"/>
                <a:gd name="connsiteX258" fmla="*/ 158066 w 6512821"/>
                <a:gd name="connsiteY258" fmla="*/ 1638430 h 1648590"/>
                <a:gd name="connsiteX259" fmla="*/ 7099 w 6512821"/>
                <a:gd name="connsiteY259" fmla="*/ 1157198 h 1648590"/>
                <a:gd name="connsiteX260" fmla="*/ 145757 w 6512821"/>
                <a:gd name="connsiteY260" fmla="*/ 1157198 h 1648590"/>
                <a:gd name="connsiteX261" fmla="*/ 218114 w 6512821"/>
                <a:gd name="connsiteY261" fmla="*/ 1436533 h 1648590"/>
                <a:gd name="connsiteX262" fmla="*/ 299655 w 6512821"/>
                <a:gd name="connsiteY262" fmla="*/ 1157198 h 1648590"/>
                <a:gd name="connsiteX263" fmla="*/ 412848 w 6512821"/>
                <a:gd name="connsiteY263" fmla="*/ 1157198 h 1648590"/>
                <a:gd name="connsiteX264" fmla="*/ 494388 w 6512821"/>
                <a:gd name="connsiteY264" fmla="*/ 1436533 h 1648590"/>
                <a:gd name="connsiteX265" fmla="*/ 567788 w 6512821"/>
                <a:gd name="connsiteY265" fmla="*/ 1157198 h 1648590"/>
                <a:gd name="connsiteX266" fmla="*/ 702343 w 6512821"/>
                <a:gd name="connsiteY266" fmla="*/ 1157198 h 1648590"/>
                <a:gd name="connsiteX267" fmla="*/ 4436990 w 6512821"/>
                <a:gd name="connsiteY267" fmla="*/ 16282 h 1648590"/>
                <a:gd name="connsiteX268" fmla="*/ 4436990 w 6512821"/>
                <a:gd name="connsiteY268" fmla="*/ 115147 h 1648590"/>
                <a:gd name="connsiteX269" fmla="*/ 4374792 w 6512821"/>
                <a:gd name="connsiteY269" fmla="*/ 104921 h 1648590"/>
                <a:gd name="connsiteX270" fmla="*/ 4322820 w 6512821"/>
                <a:gd name="connsiteY270" fmla="*/ 144715 h 1648590"/>
                <a:gd name="connsiteX271" fmla="*/ 4322820 w 6512821"/>
                <a:gd name="connsiteY271" fmla="*/ 186527 h 1648590"/>
                <a:gd name="connsiteX272" fmla="*/ 4404361 w 6512821"/>
                <a:gd name="connsiteY272" fmla="*/ 186527 h 1648590"/>
                <a:gd name="connsiteX273" fmla="*/ 4404361 w 6512821"/>
                <a:gd name="connsiteY273" fmla="*/ 302781 h 1648590"/>
                <a:gd name="connsiteX274" fmla="*/ 4322820 w 6512821"/>
                <a:gd name="connsiteY274" fmla="*/ 302781 h 1648590"/>
                <a:gd name="connsiteX275" fmla="*/ 4322820 w 6512821"/>
                <a:gd name="connsiteY275" fmla="*/ 667759 h 1648590"/>
                <a:gd name="connsiteX276" fmla="*/ 4202528 w 6512821"/>
                <a:gd name="connsiteY276" fmla="*/ 667759 h 1648590"/>
                <a:gd name="connsiteX277" fmla="*/ 4202528 w 6512821"/>
                <a:gd name="connsiteY277" fmla="*/ 302781 h 1648590"/>
                <a:gd name="connsiteX278" fmla="*/ 4143392 w 6512821"/>
                <a:gd name="connsiteY278" fmla="*/ 302781 h 1648590"/>
                <a:gd name="connsiteX279" fmla="*/ 4143392 w 6512821"/>
                <a:gd name="connsiteY279" fmla="*/ 186527 h 1648590"/>
                <a:gd name="connsiteX280" fmla="*/ 4202528 w 6512821"/>
                <a:gd name="connsiteY280" fmla="*/ 186527 h 1648590"/>
                <a:gd name="connsiteX281" fmla="*/ 4202528 w 6512821"/>
                <a:gd name="connsiteY281" fmla="*/ 128433 h 1648590"/>
                <a:gd name="connsiteX282" fmla="*/ 4348350 w 6512821"/>
                <a:gd name="connsiteY282" fmla="*/ 2019 h 1648590"/>
                <a:gd name="connsiteX283" fmla="*/ 4437055 w 6512821"/>
                <a:gd name="connsiteY283" fmla="*/ 16282 h 1648590"/>
                <a:gd name="connsiteX284" fmla="*/ 2957602 w 6512821"/>
                <a:gd name="connsiteY284" fmla="*/ 527083 h 1648590"/>
                <a:gd name="connsiteX285" fmla="*/ 2940278 w 6512821"/>
                <a:gd name="connsiteY285" fmla="*/ 649458 h 1648590"/>
                <a:gd name="connsiteX286" fmla="*/ 2843433 w 6512821"/>
                <a:gd name="connsiteY286" fmla="*/ 677984 h 1648590"/>
                <a:gd name="connsiteX287" fmla="*/ 2712916 w 6512821"/>
                <a:gd name="connsiteY287" fmla="*/ 535224 h 1648590"/>
                <a:gd name="connsiteX288" fmla="*/ 2712916 w 6512821"/>
                <a:gd name="connsiteY288" fmla="*/ 301739 h 1648590"/>
                <a:gd name="connsiteX289" fmla="*/ 2629291 w 6512821"/>
                <a:gd name="connsiteY289" fmla="*/ 301739 h 1648590"/>
                <a:gd name="connsiteX290" fmla="*/ 2629291 w 6512821"/>
                <a:gd name="connsiteY290" fmla="*/ 186527 h 1648590"/>
                <a:gd name="connsiteX291" fmla="*/ 2712916 w 6512821"/>
                <a:gd name="connsiteY291" fmla="*/ 186527 h 1648590"/>
                <a:gd name="connsiteX292" fmla="*/ 2712916 w 6512821"/>
                <a:gd name="connsiteY292" fmla="*/ 61155 h 1648590"/>
                <a:gd name="connsiteX293" fmla="*/ 2833208 w 6512821"/>
                <a:gd name="connsiteY293" fmla="*/ 0 h 1648590"/>
                <a:gd name="connsiteX294" fmla="*/ 2833208 w 6512821"/>
                <a:gd name="connsiteY294" fmla="*/ 186592 h 1648590"/>
                <a:gd name="connsiteX295" fmla="*/ 2945358 w 6512821"/>
                <a:gd name="connsiteY295" fmla="*/ 186592 h 1648590"/>
                <a:gd name="connsiteX296" fmla="*/ 2945358 w 6512821"/>
                <a:gd name="connsiteY296" fmla="*/ 301804 h 1648590"/>
                <a:gd name="connsiteX297" fmla="*/ 2833208 w 6512821"/>
                <a:gd name="connsiteY297" fmla="*/ 301804 h 1648590"/>
                <a:gd name="connsiteX298" fmla="*/ 2833208 w 6512821"/>
                <a:gd name="connsiteY298" fmla="*/ 503701 h 1648590"/>
                <a:gd name="connsiteX299" fmla="*/ 2880100 w 6512821"/>
                <a:gd name="connsiteY299" fmla="*/ 560819 h 1648590"/>
                <a:gd name="connsiteX300" fmla="*/ 2957602 w 6512821"/>
                <a:gd name="connsiteY300" fmla="*/ 527148 h 1648590"/>
                <a:gd name="connsiteX301" fmla="*/ 2397891 w 6512821"/>
                <a:gd name="connsiteY301" fmla="*/ 426134 h 1648590"/>
                <a:gd name="connsiteX302" fmla="*/ 2395872 w 6512821"/>
                <a:gd name="connsiteY302" fmla="*/ 467946 h 1648590"/>
                <a:gd name="connsiteX303" fmla="*/ 2114453 w 6512821"/>
                <a:gd name="connsiteY303" fmla="*/ 467946 h 1648590"/>
                <a:gd name="connsiteX304" fmla="*/ 2218462 w 6512821"/>
                <a:gd name="connsiteY304" fmla="*/ 562773 h 1648590"/>
                <a:gd name="connsiteX305" fmla="*/ 2301045 w 6512821"/>
                <a:gd name="connsiteY305" fmla="*/ 529102 h 1648590"/>
                <a:gd name="connsiteX306" fmla="*/ 2386689 w 6512821"/>
                <a:gd name="connsiteY306" fmla="*/ 601459 h 1648590"/>
                <a:gd name="connsiteX307" fmla="*/ 2210321 w 6512821"/>
                <a:gd name="connsiteY307" fmla="*/ 677919 h 1648590"/>
                <a:gd name="connsiteX308" fmla="*/ 1991100 w 6512821"/>
                <a:gd name="connsiteY308" fmla="*/ 429130 h 1648590"/>
                <a:gd name="connsiteX309" fmla="*/ 2205176 w 6512821"/>
                <a:gd name="connsiteY309" fmla="*/ 176302 h 1648590"/>
                <a:gd name="connsiteX310" fmla="*/ 2397891 w 6512821"/>
                <a:gd name="connsiteY310" fmla="*/ 426069 h 1648590"/>
                <a:gd name="connsiteX311" fmla="*/ 2116472 w 6512821"/>
                <a:gd name="connsiteY311" fmla="*/ 374162 h 1648590"/>
                <a:gd name="connsiteX312" fmla="*/ 2287759 w 6512821"/>
                <a:gd name="connsiteY312" fmla="*/ 374162 h 1648590"/>
                <a:gd name="connsiteX313" fmla="*/ 2199054 w 6512821"/>
                <a:gd name="connsiteY313" fmla="*/ 283438 h 1648590"/>
                <a:gd name="connsiteX314" fmla="*/ 2116472 w 6512821"/>
                <a:gd name="connsiteY314" fmla="*/ 374162 h 1648590"/>
                <a:gd name="connsiteX315" fmla="*/ 1933982 w 6512821"/>
                <a:gd name="connsiteY315" fmla="*/ 428218 h 1648590"/>
                <a:gd name="connsiteX316" fmla="*/ 1746413 w 6512821"/>
                <a:gd name="connsiteY316" fmla="*/ 677984 h 1648590"/>
                <a:gd name="connsiteX317" fmla="*/ 1639342 w 6512821"/>
                <a:gd name="connsiteY317" fmla="*/ 638191 h 1648590"/>
                <a:gd name="connsiteX318" fmla="*/ 1639342 w 6512821"/>
                <a:gd name="connsiteY318" fmla="*/ 784990 h 1648590"/>
                <a:gd name="connsiteX319" fmla="*/ 1519050 w 6512821"/>
                <a:gd name="connsiteY319" fmla="*/ 845169 h 1648590"/>
                <a:gd name="connsiteX320" fmla="*/ 1519050 w 6512821"/>
                <a:gd name="connsiteY320" fmla="*/ 186527 h 1648590"/>
                <a:gd name="connsiteX321" fmla="*/ 1639342 w 6512821"/>
                <a:gd name="connsiteY321" fmla="*/ 186527 h 1648590"/>
                <a:gd name="connsiteX322" fmla="*/ 1639342 w 6512821"/>
                <a:gd name="connsiteY322" fmla="*/ 219157 h 1648590"/>
                <a:gd name="connsiteX323" fmla="*/ 1748432 w 6512821"/>
                <a:gd name="connsiteY323" fmla="*/ 176367 h 1648590"/>
                <a:gd name="connsiteX324" fmla="*/ 1933982 w 6512821"/>
                <a:gd name="connsiteY324" fmla="*/ 428218 h 1648590"/>
                <a:gd name="connsiteX325" fmla="*/ 1809587 w 6512821"/>
                <a:gd name="connsiteY325" fmla="*/ 434340 h 1648590"/>
                <a:gd name="connsiteX326" fmla="*/ 1718864 w 6512821"/>
                <a:gd name="connsiteY326" fmla="*/ 292621 h 1648590"/>
                <a:gd name="connsiteX327" fmla="*/ 1639342 w 6512821"/>
                <a:gd name="connsiteY327" fmla="*/ 335410 h 1648590"/>
                <a:gd name="connsiteX328" fmla="*/ 1639342 w 6512821"/>
                <a:gd name="connsiteY328" fmla="*/ 518942 h 1648590"/>
                <a:gd name="connsiteX329" fmla="*/ 1726028 w 6512821"/>
                <a:gd name="connsiteY329" fmla="*/ 562773 h 1648590"/>
                <a:gd name="connsiteX330" fmla="*/ 1809652 w 6512821"/>
                <a:gd name="connsiteY330" fmla="*/ 434340 h 1648590"/>
                <a:gd name="connsiteX331" fmla="*/ 1435426 w 6512821"/>
                <a:gd name="connsiteY331" fmla="*/ 667825 h 1648590"/>
                <a:gd name="connsiteX332" fmla="*/ 1315134 w 6512821"/>
                <a:gd name="connsiteY332" fmla="*/ 667825 h 1648590"/>
                <a:gd name="connsiteX333" fmla="*/ 1315134 w 6512821"/>
                <a:gd name="connsiteY333" fmla="*/ 634153 h 1648590"/>
                <a:gd name="connsiteX334" fmla="*/ 1202983 w 6512821"/>
                <a:gd name="connsiteY334" fmla="*/ 677984 h 1648590"/>
                <a:gd name="connsiteX335" fmla="*/ 1033715 w 6512821"/>
                <a:gd name="connsiteY335" fmla="*/ 510800 h 1648590"/>
                <a:gd name="connsiteX336" fmla="*/ 1221284 w 6512821"/>
                <a:gd name="connsiteY336" fmla="*/ 348696 h 1648590"/>
                <a:gd name="connsiteX337" fmla="*/ 1315069 w 6512821"/>
                <a:gd name="connsiteY337" fmla="*/ 368040 h 1648590"/>
                <a:gd name="connsiteX338" fmla="*/ 1315069 w 6512821"/>
                <a:gd name="connsiteY338" fmla="*/ 342574 h 1648590"/>
                <a:gd name="connsiteX339" fmla="*/ 1232486 w 6512821"/>
                <a:gd name="connsiteY339" fmla="*/ 279335 h 1648590"/>
                <a:gd name="connsiteX340" fmla="*/ 1121378 w 6512821"/>
                <a:gd name="connsiteY340" fmla="*/ 310922 h 1648590"/>
                <a:gd name="connsiteX341" fmla="*/ 1073443 w 6512821"/>
                <a:gd name="connsiteY341" fmla="*/ 225278 h 1648590"/>
                <a:gd name="connsiteX342" fmla="*/ 1239650 w 6512821"/>
                <a:gd name="connsiteY342" fmla="*/ 176367 h 1648590"/>
                <a:gd name="connsiteX343" fmla="*/ 1435426 w 6512821"/>
                <a:gd name="connsiteY343" fmla="*/ 344593 h 1648590"/>
                <a:gd name="connsiteX344" fmla="*/ 1435426 w 6512821"/>
                <a:gd name="connsiteY344" fmla="*/ 667759 h 1648590"/>
                <a:gd name="connsiteX345" fmla="*/ 1315134 w 6512821"/>
                <a:gd name="connsiteY345" fmla="*/ 527083 h 1648590"/>
                <a:gd name="connsiteX346" fmla="*/ 1315134 w 6512821"/>
                <a:gd name="connsiteY346" fmla="*/ 465927 h 1648590"/>
                <a:gd name="connsiteX347" fmla="*/ 1234570 w 6512821"/>
                <a:gd name="connsiteY347" fmla="*/ 445542 h 1648590"/>
                <a:gd name="connsiteX348" fmla="*/ 1156091 w 6512821"/>
                <a:gd name="connsiteY348" fmla="*/ 507740 h 1648590"/>
                <a:gd name="connsiteX349" fmla="*/ 1224410 w 6512821"/>
                <a:gd name="connsiteY349" fmla="*/ 574040 h 1648590"/>
                <a:gd name="connsiteX350" fmla="*/ 1315134 w 6512821"/>
                <a:gd name="connsiteY350" fmla="*/ 527148 h 1648590"/>
                <a:gd name="connsiteX351" fmla="*/ 967480 w 6512821"/>
                <a:gd name="connsiteY351" fmla="*/ 667825 h 1648590"/>
                <a:gd name="connsiteX352" fmla="*/ 847188 w 6512821"/>
                <a:gd name="connsiteY352" fmla="*/ 667825 h 1648590"/>
                <a:gd name="connsiteX353" fmla="*/ 847188 w 6512821"/>
                <a:gd name="connsiteY353" fmla="*/ 405814 h 1648590"/>
                <a:gd name="connsiteX354" fmla="*/ 765647 w 6512821"/>
                <a:gd name="connsiteY354" fmla="*/ 292621 h 1648590"/>
                <a:gd name="connsiteX355" fmla="*/ 683065 w 6512821"/>
                <a:gd name="connsiteY355" fmla="*/ 402753 h 1648590"/>
                <a:gd name="connsiteX356" fmla="*/ 683065 w 6512821"/>
                <a:gd name="connsiteY356" fmla="*/ 667825 h 1648590"/>
                <a:gd name="connsiteX357" fmla="*/ 562773 w 6512821"/>
                <a:gd name="connsiteY357" fmla="*/ 667825 h 1648590"/>
                <a:gd name="connsiteX358" fmla="*/ 562773 w 6512821"/>
                <a:gd name="connsiteY358" fmla="*/ 61221 h 1648590"/>
                <a:gd name="connsiteX359" fmla="*/ 683065 w 6512821"/>
                <a:gd name="connsiteY359" fmla="*/ 65 h 1648590"/>
                <a:gd name="connsiteX360" fmla="*/ 683065 w 6512821"/>
                <a:gd name="connsiteY360" fmla="*/ 220264 h 1648590"/>
                <a:gd name="connsiteX361" fmla="*/ 796258 w 6512821"/>
                <a:gd name="connsiteY361" fmla="*/ 176432 h 1648590"/>
                <a:gd name="connsiteX362" fmla="*/ 967545 w 6512821"/>
                <a:gd name="connsiteY362" fmla="*/ 396631 h 1648590"/>
                <a:gd name="connsiteX363" fmla="*/ 967545 w 6512821"/>
                <a:gd name="connsiteY363" fmla="*/ 667825 h 1648590"/>
                <a:gd name="connsiteX364" fmla="*/ 496472 w 6512821"/>
                <a:gd name="connsiteY364" fmla="*/ 475110 h 1648590"/>
                <a:gd name="connsiteX365" fmla="*/ 255889 w 6512821"/>
                <a:gd name="connsiteY365" fmla="*/ 677984 h 1648590"/>
                <a:gd name="connsiteX366" fmla="*/ 0 w 6512821"/>
                <a:gd name="connsiteY366" fmla="*/ 562773 h 1648590"/>
                <a:gd name="connsiteX367" fmla="*/ 89747 w 6512821"/>
                <a:gd name="connsiteY367" fmla="*/ 483251 h 1648590"/>
                <a:gd name="connsiteX368" fmla="*/ 252893 w 6512821"/>
                <a:gd name="connsiteY368" fmla="*/ 556651 h 1648590"/>
                <a:gd name="connsiteX369" fmla="*/ 367063 w 6512821"/>
                <a:gd name="connsiteY369" fmla="*/ 478171 h 1648590"/>
                <a:gd name="connsiteX370" fmla="*/ 329353 w 6512821"/>
                <a:gd name="connsiteY370" fmla="*/ 426199 h 1648590"/>
                <a:gd name="connsiteX371" fmla="*/ 225344 w 6512821"/>
                <a:gd name="connsiteY371" fmla="*/ 394612 h 1648590"/>
                <a:gd name="connsiteX372" fmla="*/ 79522 w 6512821"/>
                <a:gd name="connsiteY372" fmla="*/ 335475 h 1648590"/>
                <a:gd name="connsiteX373" fmla="*/ 24488 w 6512821"/>
                <a:gd name="connsiteY373" fmla="*/ 207042 h 1648590"/>
                <a:gd name="connsiteX374" fmla="*/ 254912 w 6512821"/>
                <a:gd name="connsiteY374" fmla="*/ 16412 h 1648590"/>
                <a:gd name="connsiteX375" fmla="*/ 482274 w 6512821"/>
                <a:gd name="connsiteY375" fmla="*/ 115277 h 1648590"/>
                <a:gd name="connsiteX376" fmla="*/ 392528 w 6512821"/>
                <a:gd name="connsiteY376" fmla="*/ 202939 h 1648590"/>
                <a:gd name="connsiteX377" fmla="*/ 246706 w 6512821"/>
                <a:gd name="connsiteY377" fmla="*/ 137681 h 1648590"/>
                <a:gd name="connsiteX378" fmla="*/ 152921 w 6512821"/>
                <a:gd name="connsiteY378" fmla="*/ 199878 h 1648590"/>
                <a:gd name="connsiteX379" fmla="*/ 179428 w 6512821"/>
                <a:gd name="connsiteY379" fmla="*/ 243710 h 1648590"/>
                <a:gd name="connsiteX380" fmla="*/ 282396 w 6512821"/>
                <a:gd name="connsiteY380" fmla="*/ 277381 h 1648590"/>
                <a:gd name="connsiteX381" fmla="*/ 438378 w 6512821"/>
                <a:gd name="connsiteY381" fmla="*/ 341598 h 1648590"/>
                <a:gd name="connsiteX382" fmla="*/ 496472 w 6512821"/>
                <a:gd name="connsiteY382" fmla="*/ 475176 h 1648590"/>
                <a:gd name="connsiteX383" fmla="*/ 6100885 w 6512821"/>
                <a:gd name="connsiteY383" fmla="*/ 208996 h 1648590"/>
                <a:gd name="connsiteX384" fmla="*/ 6051778 w 6512821"/>
                <a:gd name="connsiteY384" fmla="*/ 329288 h 1648590"/>
                <a:gd name="connsiteX385" fmla="*/ 5982482 w 6512821"/>
                <a:gd name="connsiteY385" fmla="*/ 299720 h 1648590"/>
                <a:gd name="connsiteX386" fmla="*/ 5911232 w 6512821"/>
                <a:gd name="connsiteY386" fmla="*/ 405749 h 1648590"/>
                <a:gd name="connsiteX387" fmla="*/ 5911232 w 6512821"/>
                <a:gd name="connsiteY387" fmla="*/ 667759 h 1648590"/>
                <a:gd name="connsiteX388" fmla="*/ 5790940 w 6512821"/>
                <a:gd name="connsiteY388" fmla="*/ 667759 h 1648590"/>
                <a:gd name="connsiteX389" fmla="*/ 5790940 w 6512821"/>
                <a:gd name="connsiteY389" fmla="*/ 186527 h 1648590"/>
                <a:gd name="connsiteX390" fmla="*/ 5911232 w 6512821"/>
                <a:gd name="connsiteY390" fmla="*/ 186527 h 1648590"/>
                <a:gd name="connsiteX391" fmla="*/ 5911232 w 6512821"/>
                <a:gd name="connsiteY391" fmla="*/ 220198 h 1648590"/>
                <a:gd name="connsiteX392" fmla="*/ 6012181 w 6512821"/>
                <a:gd name="connsiteY392" fmla="*/ 176367 h 1648590"/>
                <a:gd name="connsiteX393" fmla="*/ 6100885 w 6512821"/>
                <a:gd name="connsiteY393" fmla="*/ 208996 h 16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Lst>
              <a:rect l="l" t="t" r="r" b="b"/>
              <a:pathLst>
                <a:path w="6512821" h="1648590">
                  <a:moveTo>
                    <a:pt x="5071143" y="1396740"/>
                  </a:moveTo>
                  <a:cubicBezTo>
                    <a:pt x="5071143" y="1412045"/>
                    <a:pt x="5070101" y="1431388"/>
                    <a:pt x="5069124" y="1438552"/>
                  </a:cubicBezTo>
                  <a:lnTo>
                    <a:pt x="4777545" y="1438552"/>
                  </a:lnTo>
                  <a:cubicBezTo>
                    <a:pt x="4782625" y="1505829"/>
                    <a:pt x="4828541" y="1533378"/>
                    <a:pt x="4880513" y="1533378"/>
                  </a:cubicBezTo>
                  <a:cubicBezTo>
                    <a:pt x="4911123" y="1533378"/>
                    <a:pt x="4939649" y="1524196"/>
                    <a:pt x="4964137" y="1499707"/>
                  </a:cubicBezTo>
                  <a:lnTo>
                    <a:pt x="5049781" y="1572065"/>
                  </a:lnTo>
                  <a:cubicBezTo>
                    <a:pt x="5004908" y="1628140"/>
                    <a:pt x="4936588" y="1648525"/>
                    <a:pt x="4875433" y="1648525"/>
                  </a:cubicBezTo>
                  <a:cubicBezTo>
                    <a:pt x="4734756" y="1648525"/>
                    <a:pt x="4654192" y="1540478"/>
                    <a:pt x="4654192" y="1398759"/>
                  </a:cubicBezTo>
                  <a:cubicBezTo>
                    <a:pt x="4654192" y="1244795"/>
                    <a:pt x="4749019" y="1146908"/>
                    <a:pt x="4867292" y="1146908"/>
                  </a:cubicBezTo>
                  <a:cubicBezTo>
                    <a:pt x="4993706" y="1146908"/>
                    <a:pt x="5071208" y="1258016"/>
                    <a:pt x="5071208" y="1396675"/>
                  </a:cubicBezTo>
                  <a:close/>
                  <a:moveTo>
                    <a:pt x="4779564" y="1344767"/>
                  </a:moveTo>
                  <a:lnTo>
                    <a:pt x="4950851" y="1344767"/>
                  </a:lnTo>
                  <a:cubicBezTo>
                    <a:pt x="4946748" y="1290711"/>
                    <a:pt x="4912100" y="1254044"/>
                    <a:pt x="4863189" y="1254044"/>
                  </a:cubicBezTo>
                  <a:cubicBezTo>
                    <a:pt x="4805094" y="1254044"/>
                    <a:pt x="4782625" y="1305039"/>
                    <a:pt x="4779564" y="1344767"/>
                  </a:cubicBezTo>
                  <a:close/>
                  <a:moveTo>
                    <a:pt x="6512756" y="1396740"/>
                  </a:moveTo>
                  <a:cubicBezTo>
                    <a:pt x="6512756" y="1412045"/>
                    <a:pt x="6511714" y="1431388"/>
                    <a:pt x="6510737" y="1438552"/>
                  </a:cubicBezTo>
                  <a:lnTo>
                    <a:pt x="6219158" y="1438552"/>
                  </a:lnTo>
                  <a:cubicBezTo>
                    <a:pt x="6224238" y="1505829"/>
                    <a:pt x="6270154" y="1533378"/>
                    <a:pt x="6322126" y="1533378"/>
                  </a:cubicBezTo>
                  <a:cubicBezTo>
                    <a:pt x="6352736" y="1533378"/>
                    <a:pt x="6381262" y="1524196"/>
                    <a:pt x="6405751" y="1499707"/>
                  </a:cubicBezTo>
                  <a:lnTo>
                    <a:pt x="6491394" y="1572065"/>
                  </a:lnTo>
                  <a:cubicBezTo>
                    <a:pt x="6446521" y="1628140"/>
                    <a:pt x="6378201" y="1648525"/>
                    <a:pt x="6317046" y="1648525"/>
                  </a:cubicBezTo>
                  <a:cubicBezTo>
                    <a:pt x="6176369" y="1648525"/>
                    <a:pt x="6095805" y="1540478"/>
                    <a:pt x="6095805" y="1398759"/>
                  </a:cubicBezTo>
                  <a:cubicBezTo>
                    <a:pt x="6095805" y="1244795"/>
                    <a:pt x="6190632" y="1146908"/>
                    <a:pt x="6308905" y="1146908"/>
                  </a:cubicBezTo>
                  <a:cubicBezTo>
                    <a:pt x="6435319" y="1146908"/>
                    <a:pt x="6512821" y="1258016"/>
                    <a:pt x="6512821" y="1396675"/>
                  </a:cubicBezTo>
                  <a:close/>
                  <a:moveTo>
                    <a:pt x="6221177" y="1344767"/>
                  </a:moveTo>
                  <a:lnTo>
                    <a:pt x="6392465" y="1344767"/>
                  </a:lnTo>
                  <a:cubicBezTo>
                    <a:pt x="6388361" y="1290711"/>
                    <a:pt x="6353713" y="1254044"/>
                    <a:pt x="6304802" y="1254044"/>
                  </a:cubicBezTo>
                  <a:cubicBezTo>
                    <a:pt x="6246708" y="1254044"/>
                    <a:pt x="6224238" y="1305039"/>
                    <a:pt x="6221177" y="1344767"/>
                  </a:cubicBezTo>
                  <a:close/>
                  <a:moveTo>
                    <a:pt x="5978509" y="1467143"/>
                  </a:moveTo>
                  <a:lnTo>
                    <a:pt x="6058031" y="1542561"/>
                  </a:lnTo>
                  <a:cubicBezTo>
                    <a:pt x="6017261" y="1594534"/>
                    <a:pt x="5961185" y="1648590"/>
                    <a:pt x="5866359" y="1648590"/>
                  </a:cubicBezTo>
                  <a:cubicBezTo>
                    <a:pt x="5734865" y="1648590"/>
                    <a:pt x="5637954" y="1543604"/>
                    <a:pt x="5637954" y="1398823"/>
                  </a:cubicBezTo>
                  <a:cubicBezTo>
                    <a:pt x="5637954" y="1266288"/>
                    <a:pt x="5718518" y="1146973"/>
                    <a:pt x="5868378" y="1146973"/>
                  </a:cubicBezTo>
                  <a:cubicBezTo>
                    <a:pt x="5954021" y="1146973"/>
                    <a:pt x="6013157" y="1185724"/>
                    <a:pt x="6056989" y="1250983"/>
                  </a:cubicBezTo>
                  <a:lnTo>
                    <a:pt x="5975448" y="1333565"/>
                  </a:lnTo>
                  <a:cubicBezTo>
                    <a:pt x="5946922" y="1295856"/>
                    <a:pt x="5916312" y="1266288"/>
                    <a:pt x="5867401" y="1266288"/>
                  </a:cubicBezTo>
                  <a:cubicBezTo>
                    <a:pt x="5801100" y="1266288"/>
                    <a:pt x="5766452" y="1322363"/>
                    <a:pt x="5766452" y="1396804"/>
                  </a:cubicBezTo>
                  <a:cubicBezTo>
                    <a:pt x="5766452" y="1466101"/>
                    <a:pt x="5797062" y="1528299"/>
                    <a:pt x="5868378" y="1528299"/>
                  </a:cubicBezTo>
                  <a:cubicBezTo>
                    <a:pt x="5912209" y="1528299"/>
                    <a:pt x="5948941" y="1504852"/>
                    <a:pt x="5978509" y="1467143"/>
                  </a:cubicBezTo>
                  <a:close/>
                  <a:moveTo>
                    <a:pt x="4869246" y="667825"/>
                  </a:moveTo>
                  <a:lnTo>
                    <a:pt x="4750973" y="667825"/>
                  </a:lnTo>
                  <a:lnTo>
                    <a:pt x="4750973" y="634153"/>
                  </a:lnTo>
                  <a:cubicBezTo>
                    <a:pt x="4724466" y="663721"/>
                    <a:pt x="4681676" y="677984"/>
                    <a:pt x="4638822" y="677984"/>
                  </a:cubicBezTo>
                  <a:cubicBezTo>
                    <a:pt x="4514427" y="677984"/>
                    <a:pt x="4467535" y="588238"/>
                    <a:pt x="4467535" y="458763"/>
                  </a:cubicBezTo>
                  <a:lnTo>
                    <a:pt x="4467535" y="186527"/>
                  </a:lnTo>
                  <a:lnTo>
                    <a:pt x="4587827" y="186527"/>
                  </a:lnTo>
                  <a:lnTo>
                    <a:pt x="4587827" y="448538"/>
                  </a:lnTo>
                  <a:cubicBezTo>
                    <a:pt x="4587827" y="513797"/>
                    <a:pt x="4601113" y="562708"/>
                    <a:pt x="4668390" y="562708"/>
                  </a:cubicBezTo>
                  <a:cubicBezTo>
                    <a:pt x="4735668" y="562708"/>
                    <a:pt x="4748954" y="511712"/>
                    <a:pt x="4748954" y="452576"/>
                  </a:cubicBezTo>
                  <a:lnTo>
                    <a:pt x="4748954" y="186462"/>
                  </a:lnTo>
                  <a:lnTo>
                    <a:pt x="4869246" y="186462"/>
                  </a:lnTo>
                  <a:lnTo>
                    <a:pt x="4869246" y="667695"/>
                  </a:lnTo>
                  <a:close/>
                  <a:moveTo>
                    <a:pt x="5244449" y="527083"/>
                  </a:moveTo>
                  <a:lnTo>
                    <a:pt x="5227125" y="649458"/>
                  </a:lnTo>
                  <a:cubicBezTo>
                    <a:pt x="5202637" y="668802"/>
                    <a:pt x="5157829" y="677984"/>
                    <a:pt x="5128261" y="677984"/>
                  </a:cubicBezTo>
                  <a:cubicBezTo>
                    <a:pt x="5054861" y="677984"/>
                    <a:pt x="4997744" y="622951"/>
                    <a:pt x="4997744" y="535224"/>
                  </a:cubicBezTo>
                  <a:lnTo>
                    <a:pt x="4997744" y="301739"/>
                  </a:lnTo>
                  <a:lnTo>
                    <a:pt x="4928447" y="301739"/>
                  </a:lnTo>
                  <a:lnTo>
                    <a:pt x="4928447" y="186527"/>
                  </a:lnTo>
                  <a:lnTo>
                    <a:pt x="4997744" y="186527"/>
                  </a:lnTo>
                  <a:lnTo>
                    <a:pt x="4997744" y="61155"/>
                  </a:lnTo>
                  <a:lnTo>
                    <a:pt x="5118035" y="0"/>
                  </a:lnTo>
                  <a:lnTo>
                    <a:pt x="5118035" y="186592"/>
                  </a:lnTo>
                  <a:lnTo>
                    <a:pt x="5232205" y="186592"/>
                  </a:lnTo>
                  <a:lnTo>
                    <a:pt x="5232205" y="301804"/>
                  </a:lnTo>
                  <a:lnTo>
                    <a:pt x="5118035" y="301804"/>
                  </a:lnTo>
                  <a:lnTo>
                    <a:pt x="5118035" y="503701"/>
                  </a:lnTo>
                  <a:cubicBezTo>
                    <a:pt x="5118035" y="545514"/>
                    <a:pt x="5135360" y="560819"/>
                    <a:pt x="5164928" y="560819"/>
                  </a:cubicBezTo>
                  <a:cubicBezTo>
                    <a:pt x="5194496" y="560819"/>
                    <a:pt x="5225106" y="545514"/>
                    <a:pt x="5244449" y="527148"/>
                  </a:cubicBezTo>
                  <a:close/>
                  <a:moveTo>
                    <a:pt x="3417407" y="667825"/>
                  </a:moveTo>
                  <a:lnTo>
                    <a:pt x="3297116" y="667825"/>
                  </a:lnTo>
                  <a:lnTo>
                    <a:pt x="3297116" y="405814"/>
                  </a:lnTo>
                  <a:cubicBezTo>
                    <a:pt x="3297116" y="340555"/>
                    <a:pt x="3282853" y="292621"/>
                    <a:pt x="3215575" y="292621"/>
                  </a:cubicBezTo>
                  <a:cubicBezTo>
                    <a:pt x="3148298" y="292621"/>
                    <a:pt x="3132993" y="336452"/>
                    <a:pt x="3132993" y="402753"/>
                  </a:cubicBezTo>
                  <a:lnTo>
                    <a:pt x="3132993" y="667825"/>
                  </a:lnTo>
                  <a:lnTo>
                    <a:pt x="3012701" y="667825"/>
                  </a:lnTo>
                  <a:lnTo>
                    <a:pt x="3012701" y="61221"/>
                  </a:lnTo>
                  <a:lnTo>
                    <a:pt x="3132993" y="65"/>
                  </a:lnTo>
                  <a:lnTo>
                    <a:pt x="3132993" y="220264"/>
                  </a:lnTo>
                  <a:cubicBezTo>
                    <a:pt x="3159500" y="193756"/>
                    <a:pt x="3192129" y="176432"/>
                    <a:pt x="3246186" y="176432"/>
                  </a:cubicBezTo>
                  <a:cubicBezTo>
                    <a:pt x="3373641" y="176432"/>
                    <a:pt x="3417473" y="274320"/>
                    <a:pt x="3417473" y="396631"/>
                  </a:cubicBezTo>
                  <a:lnTo>
                    <a:pt x="3417473" y="667825"/>
                  </a:lnTo>
                  <a:close/>
                  <a:moveTo>
                    <a:pt x="5564554" y="1638365"/>
                  </a:moveTo>
                  <a:lnTo>
                    <a:pt x="5440160" y="1638365"/>
                  </a:lnTo>
                  <a:lnTo>
                    <a:pt x="5440160" y="1376355"/>
                  </a:lnTo>
                  <a:cubicBezTo>
                    <a:pt x="5440160" y="1309077"/>
                    <a:pt x="5424855" y="1264204"/>
                    <a:pt x="5357577" y="1264204"/>
                  </a:cubicBezTo>
                  <a:cubicBezTo>
                    <a:pt x="5294337" y="1264204"/>
                    <a:pt x="5273952" y="1301913"/>
                    <a:pt x="5273952" y="1373293"/>
                  </a:cubicBezTo>
                  <a:lnTo>
                    <a:pt x="5273952" y="1638365"/>
                  </a:lnTo>
                  <a:lnTo>
                    <a:pt x="5149558" y="1638365"/>
                  </a:lnTo>
                  <a:lnTo>
                    <a:pt x="5149558" y="1157133"/>
                  </a:lnTo>
                  <a:lnTo>
                    <a:pt x="5273952" y="1157133"/>
                  </a:lnTo>
                  <a:lnTo>
                    <a:pt x="5273952" y="1189762"/>
                  </a:lnTo>
                  <a:cubicBezTo>
                    <a:pt x="5299418" y="1164297"/>
                    <a:pt x="5337192" y="1146973"/>
                    <a:pt x="5391183" y="1146973"/>
                  </a:cubicBezTo>
                  <a:cubicBezTo>
                    <a:pt x="5521700" y="1146973"/>
                    <a:pt x="5564490" y="1247922"/>
                    <a:pt x="5564490" y="1366195"/>
                  </a:cubicBezTo>
                  <a:lnTo>
                    <a:pt x="5564490" y="1638430"/>
                  </a:lnTo>
                  <a:close/>
                  <a:moveTo>
                    <a:pt x="4008772" y="1115386"/>
                  </a:moveTo>
                  <a:cubicBezTo>
                    <a:pt x="4048565" y="1115386"/>
                    <a:pt x="4080152" y="1083798"/>
                    <a:pt x="4080152" y="1044005"/>
                  </a:cubicBezTo>
                  <a:cubicBezTo>
                    <a:pt x="4080152" y="1004212"/>
                    <a:pt x="4048565" y="972624"/>
                    <a:pt x="4008772" y="972624"/>
                  </a:cubicBezTo>
                  <a:cubicBezTo>
                    <a:pt x="3968978" y="972624"/>
                    <a:pt x="3937391" y="1004212"/>
                    <a:pt x="3937391" y="1044005"/>
                  </a:cubicBezTo>
                  <a:cubicBezTo>
                    <a:pt x="3937391" y="1083798"/>
                    <a:pt x="3968978" y="1115386"/>
                    <a:pt x="4008772" y="1115386"/>
                  </a:cubicBezTo>
                  <a:close/>
                  <a:moveTo>
                    <a:pt x="829864" y="1115386"/>
                  </a:moveTo>
                  <a:cubicBezTo>
                    <a:pt x="869657" y="1115386"/>
                    <a:pt x="901244" y="1083798"/>
                    <a:pt x="901244" y="1044005"/>
                  </a:cubicBezTo>
                  <a:cubicBezTo>
                    <a:pt x="901244" y="1004212"/>
                    <a:pt x="869657" y="972624"/>
                    <a:pt x="829864" y="972624"/>
                  </a:cubicBezTo>
                  <a:cubicBezTo>
                    <a:pt x="790070" y="972624"/>
                    <a:pt x="758483" y="1004212"/>
                    <a:pt x="758483" y="1044005"/>
                  </a:cubicBezTo>
                  <a:cubicBezTo>
                    <a:pt x="758483" y="1083798"/>
                    <a:pt x="790070" y="1115386"/>
                    <a:pt x="829864" y="1115386"/>
                  </a:cubicBezTo>
                  <a:close/>
                  <a:moveTo>
                    <a:pt x="6512756" y="426134"/>
                  </a:moveTo>
                  <a:cubicBezTo>
                    <a:pt x="6512756" y="441439"/>
                    <a:pt x="6511714" y="460782"/>
                    <a:pt x="6510737" y="467946"/>
                  </a:cubicBezTo>
                  <a:lnTo>
                    <a:pt x="6219158" y="467946"/>
                  </a:lnTo>
                  <a:cubicBezTo>
                    <a:pt x="6224238" y="535224"/>
                    <a:pt x="6270154" y="562773"/>
                    <a:pt x="6322126" y="562773"/>
                  </a:cubicBezTo>
                  <a:cubicBezTo>
                    <a:pt x="6352736" y="562773"/>
                    <a:pt x="6381262" y="553590"/>
                    <a:pt x="6405751" y="529102"/>
                  </a:cubicBezTo>
                  <a:lnTo>
                    <a:pt x="6491394" y="601459"/>
                  </a:lnTo>
                  <a:cubicBezTo>
                    <a:pt x="6446521" y="657535"/>
                    <a:pt x="6378201" y="677919"/>
                    <a:pt x="6317046" y="677919"/>
                  </a:cubicBezTo>
                  <a:cubicBezTo>
                    <a:pt x="6176369" y="677919"/>
                    <a:pt x="6095805" y="569872"/>
                    <a:pt x="6095805" y="428153"/>
                  </a:cubicBezTo>
                  <a:cubicBezTo>
                    <a:pt x="6095805" y="274190"/>
                    <a:pt x="6190632" y="176302"/>
                    <a:pt x="6308905" y="176302"/>
                  </a:cubicBezTo>
                  <a:cubicBezTo>
                    <a:pt x="6435319" y="176302"/>
                    <a:pt x="6512821" y="287411"/>
                    <a:pt x="6512821" y="426069"/>
                  </a:cubicBezTo>
                  <a:close/>
                  <a:moveTo>
                    <a:pt x="6221177" y="374162"/>
                  </a:moveTo>
                  <a:lnTo>
                    <a:pt x="6392465" y="374162"/>
                  </a:lnTo>
                  <a:cubicBezTo>
                    <a:pt x="6388361" y="320105"/>
                    <a:pt x="6353713" y="283438"/>
                    <a:pt x="6304802" y="283438"/>
                  </a:cubicBezTo>
                  <a:cubicBezTo>
                    <a:pt x="6246708" y="283438"/>
                    <a:pt x="6224238" y="334433"/>
                    <a:pt x="6221177" y="374162"/>
                  </a:cubicBezTo>
                  <a:close/>
                  <a:moveTo>
                    <a:pt x="5702235" y="667825"/>
                  </a:moveTo>
                  <a:lnTo>
                    <a:pt x="5583963" y="667825"/>
                  </a:lnTo>
                  <a:lnTo>
                    <a:pt x="5583963" y="634153"/>
                  </a:lnTo>
                  <a:cubicBezTo>
                    <a:pt x="5557456" y="663721"/>
                    <a:pt x="5514666" y="677984"/>
                    <a:pt x="5471812" y="677984"/>
                  </a:cubicBezTo>
                  <a:cubicBezTo>
                    <a:pt x="5347417" y="677984"/>
                    <a:pt x="5300525" y="588238"/>
                    <a:pt x="5300525" y="458763"/>
                  </a:cubicBezTo>
                  <a:lnTo>
                    <a:pt x="5300525" y="186527"/>
                  </a:lnTo>
                  <a:lnTo>
                    <a:pt x="5420817" y="186527"/>
                  </a:lnTo>
                  <a:lnTo>
                    <a:pt x="5420817" y="448538"/>
                  </a:lnTo>
                  <a:cubicBezTo>
                    <a:pt x="5420817" y="513797"/>
                    <a:pt x="5434103" y="562708"/>
                    <a:pt x="5501380" y="562708"/>
                  </a:cubicBezTo>
                  <a:cubicBezTo>
                    <a:pt x="5568657" y="562708"/>
                    <a:pt x="5581944" y="511712"/>
                    <a:pt x="5581944" y="452576"/>
                  </a:cubicBezTo>
                  <a:lnTo>
                    <a:pt x="5581944" y="186462"/>
                  </a:lnTo>
                  <a:lnTo>
                    <a:pt x="5702235" y="186462"/>
                  </a:lnTo>
                  <a:lnTo>
                    <a:pt x="5702235" y="667695"/>
                  </a:lnTo>
                  <a:close/>
                  <a:moveTo>
                    <a:pt x="3895579" y="426134"/>
                  </a:moveTo>
                  <a:cubicBezTo>
                    <a:pt x="3895579" y="441439"/>
                    <a:pt x="3894537" y="460782"/>
                    <a:pt x="3893560" y="467946"/>
                  </a:cubicBezTo>
                  <a:lnTo>
                    <a:pt x="3601981" y="467946"/>
                  </a:lnTo>
                  <a:cubicBezTo>
                    <a:pt x="3607061" y="535224"/>
                    <a:pt x="3652976" y="562773"/>
                    <a:pt x="3704949" y="562773"/>
                  </a:cubicBezTo>
                  <a:cubicBezTo>
                    <a:pt x="3735559" y="562773"/>
                    <a:pt x="3764085" y="553590"/>
                    <a:pt x="3788573" y="529102"/>
                  </a:cubicBezTo>
                  <a:lnTo>
                    <a:pt x="3874217" y="601459"/>
                  </a:lnTo>
                  <a:cubicBezTo>
                    <a:pt x="3829343" y="657535"/>
                    <a:pt x="3761024" y="677919"/>
                    <a:pt x="3699868" y="677919"/>
                  </a:cubicBezTo>
                  <a:cubicBezTo>
                    <a:pt x="3559192" y="677919"/>
                    <a:pt x="3478628" y="569872"/>
                    <a:pt x="3478628" y="428153"/>
                  </a:cubicBezTo>
                  <a:cubicBezTo>
                    <a:pt x="3478628" y="274190"/>
                    <a:pt x="3573455" y="176302"/>
                    <a:pt x="3691727" y="176302"/>
                  </a:cubicBezTo>
                  <a:cubicBezTo>
                    <a:pt x="3818141" y="176302"/>
                    <a:pt x="3895644" y="287411"/>
                    <a:pt x="3895644" y="426069"/>
                  </a:cubicBezTo>
                  <a:close/>
                  <a:moveTo>
                    <a:pt x="3604000" y="374162"/>
                  </a:moveTo>
                  <a:lnTo>
                    <a:pt x="3775287" y="374162"/>
                  </a:lnTo>
                  <a:cubicBezTo>
                    <a:pt x="3771184" y="320105"/>
                    <a:pt x="3736536" y="283438"/>
                    <a:pt x="3687624" y="283438"/>
                  </a:cubicBezTo>
                  <a:cubicBezTo>
                    <a:pt x="3629530" y="283438"/>
                    <a:pt x="3607061" y="334433"/>
                    <a:pt x="3604000" y="374162"/>
                  </a:cubicBezTo>
                  <a:close/>
                  <a:moveTo>
                    <a:pt x="4579686" y="1638365"/>
                  </a:moveTo>
                  <a:lnTo>
                    <a:pt x="4455291" y="1638365"/>
                  </a:lnTo>
                  <a:lnTo>
                    <a:pt x="4455291" y="1606778"/>
                  </a:lnTo>
                  <a:cubicBezTo>
                    <a:pt x="4414521" y="1636346"/>
                    <a:pt x="4390032" y="1648590"/>
                    <a:pt x="4346201" y="1648590"/>
                  </a:cubicBezTo>
                  <a:cubicBezTo>
                    <a:pt x="4207543" y="1648590"/>
                    <a:pt x="4148406" y="1528299"/>
                    <a:pt x="4148406" y="1393678"/>
                  </a:cubicBezTo>
                  <a:cubicBezTo>
                    <a:pt x="4148406" y="1247856"/>
                    <a:pt x="4217703" y="1146973"/>
                    <a:pt x="4343140" y="1146973"/>
                  </a:cubicBezTo>
                  <a:cubicBezTo>
                    <a:pt x="4384952" y="1146973"/>
                    <a:pt x="4424681" y="1158175"/>
                    <a:pt x="4455291" y="1185724"/>
                  </a:cubicBezTo>
                  <a:lnTo>
                    <a:pt x="4455291" y="1031761"/>
                  </a:lnTo>
                  <a:lnTo>
                    <a:pt x="4579686" y="969564"/>
                  </a:lnTo>
                  <a:lnTo>
                    <a:pt x="4579686" y="1638365"/>
                  </a:lnTo>
                  <a:close/>
                  <a:moveTo>
                    <a:pt x="4455356" y="1489547"/>
                  </a:moveTo>
                  <a:lnTo>
                    <a:pt x="4455356" y="1306016"/>
                  </a:lnTo>
                  <a:cubicBezTo>
                    <a:pt x="4428849" y="1277490"/>
                    <a:pt x="4403384" y="1264204"/>
                    <a:pt x="4368670" y="1264204"/>
                  </a:cubicBezTo>
                  <a:cubicBezTo>
                    <a:pt x="4296313" y="1264204"/>
                    <a:pt x="4278924" y="1321321"/>
                    <a:pt x="4278924" y="1389575"/>
                  </a:cubicBezTo>
                  <a:cubicBezTo>
                    <a:pt x="4278924" y="1467078"/>
                    <a:pt x="4301328" y="1531294"/>
                    <a:pt x="4371731" y="1531294"/>
                  </a:cubicBezTo>
                  <a:cubicBezTo>
                    <a:pt x="4406380" y="1531294"/>
                    <a:pt x="4430868" y="1515989"/>
                    <a:pt x="4455356" y="1489482"/>
                  </a:cubicBezTo>
                  <a:close/>
                  <a:moveTo>
                    <a:pt x="3945532" y="1157198"/>
                  </a:moveTo>
                  <a:lnTo>
                    <a:pt x="3945532" y="1638430"/>
                  </a:lnTo>
                  <a:lnTo>
                    <a:pt x="4069927" y="1638430"/>
                  </a:lnTo>
                  <a:lnTo>
                    <a:pt x="4069927" y="1157198"/>
                  </a:lnTo>
                  <a:lnTo>
                    <a:pt x="3945532" y="1157198"/>
                  </a:lnTo>
                  <a:close/>
                  <a:moveTo>
                    <a:pt x="3873175" y="985911"/>
                  </a:moveTo>
                  <a:lnTo>
                    <a:pt x="3873175" y="1085817"/>
                  </a:lnTo>
                  <a:cubicBezTo>
                    <a:pt x="3854809" y="1079695"/>
                    <a:pt x="3830386" y="1076634"/>
                    <a:pt x="3812019" y="1076634"/>
                  </a:cubicBezTo>
                  <a:cubicBezTo>
                    <a:pt x="3776329" y="1076634"/>
                    <a:pt x="3760047" y="1087836"/>
                    <a:pt x="3760047" y="1118447"/>
                  </a:cubicBezTo>
                  <a:lnTo>
                    <a:pt x="3760047" y="1157198"/>
                  </a:lnTo>
                  <a:lnTo>
                    <a:pt x="3863015" y="1157198"/>
                  </a:lnTo>
                  <a:lnTo>
                    <a:pt x="3863015" y="1273452"/>
                  </a:lnTo>
                  <a:lnTo>
                    <a:pt x="3760047" y="1273452"/>
                  </a:lnTo>
                  <a:lnTo>
                    <a:pt x="3760047" y="1638430"/>
                  </a:lnTo>
                  <a:lnTo>
                    <a:pt x="3635652" y="1638430"/>
                  </a:lnTo>
                  <a:lnTo>
                    <a:pt x="3635652" y="1273452"/>
                  </a:lnTo>
                  <a:lnTo>
                    <a:pt x="3568375" y="1273452"/>
                  </a:lnTo>
                  <a:lnTo>
                    <a:pt x="3568375" y="1157198"/>
                  </a:lnTo>
                  <a:lnTo>
                    <a:pt x="3635652" y="1157198"/>
                  </a:lnTo>
                  <a:lnTo>
                    <a:pt x="3635652" y="1099104"/>
                  </a:lnTo>
                  <a:cubicBezTo>
                    <a:pt x="3635652" y="1009357"/>
                    <a:pt x="3691727" y="972690"/>
                    <a:pt x="3782451" y="972690"/>
                  </a:cubicBezTo>
                  <a:cubicBezTo>
                    <a:pt x="3808958" y="972690"/>
                    <a:pt x="3847710" y="975751"/>
                    <a:pt x="3873175" y="985976"/>
                  </a:cubicBezTo>
                  <a:close/>
                  <a:moveTo>
                    <a:pt x="3507154" y="1638365"/>
                  </a:moveTo>
                  <a:lnTo>
                    <a:pt x="3382759" y="1638365"/>
                  </a:lnTo>
                  <a:lnTo>
                    <a:pt x="3382759" y="1376355"/>
                  </a:lnTo>
                  <a:cubicBezTo>
                    <a:pt x="3382759" y="1309077"/>
                    <a:pt x="3367454" y="1264204"/>
                    <a:pt x="3300177" y="1264204"/>
                  </a:cubicBezTo>
                  <a:cubicBezTo>
                    <a:pt x="3236937" y="1264204"/>
                    <a:pt x="3216552" y="1301913"/>
                    <a:pt x="3216552" y="1373293"/>
                  </a:cubicBezTo>
                  <a:lnTo>
                    <a:pt x="3216552" y="1638365"/>
                  </a:lnTo>
                  <a:lnTo>
                    <a:pt x="3092157" y="1638365"/>
                  </a:lnTo>
                  <a:lnTo>
                    <a:pt x="3092157" y="1157133"/>
                  </a:lnTo>
                  <a:lnTo>
                    <a:pt x="3216552" y="1157133"/>
                  </a:lnTo>
                  <a:lnTo>
                    <a:pt x="3216552" y="1189762"/>
                  </a:lnTo>
                  <a:cubicBezTo>
                    <a:pt x="3242017" y="1164297"/>
                    <a:pt x="3279792" y="1146973"/>
                    <a:pt x="3333783" y="1146973"/>
                  </a:cubicBezTo>
                  <a:cubicBezTo>
                    <a:pt x="3464300" y="1146973"/>
                    <a:pt x="3507089" y="1247922"/>
                    <a:pt x="3507089" y="1366195"/>
                  </a:cubicBezTo>
                  <a:lnTo>
                    <a:pt x="3507089" y="1638430"/>
                  </a:lnTo>
                  <a:close/>
                  <a:moveTo>
                    <a:pt x="2792437" y="1146973"/>
                  </a:moveTo>
                  <a:cubicBezTo>
                    <a:pt x="2653779" y="1146973"/>
                    <a:pt x="2567094" y="1256063"/>
                    <a:pt x="2567094" y="1397782"/>
                  </a:cubicBezTo>
                  <a:cubicBezTo>
                    <a:pt x="2567094" y="1546665"/>
                    <a:pt x="2661920" y="1648590"/>
                    <a:pt x="2792437" y="1648590"/>
                  </a:cubicBezTo>
                  <a:cubicBezTo>
                    <a:pt x="2922954" y="1648590"/>
                    <a:pt x="3017781" y="1546665"/>
                    <a:pt x="3017781" y="1397782"/>
                  </a:cubicBezTo>
                  <a:cubicBezTo>
                    <a:pt x="3017781" y="1248899"/>
                    <a:pt x="2931095" y="1146973"/>
                    <a:pt x="2792437" y="1146973"/>
                  </a:cubicBezTo>
                  <a:close/>
                  <a:moveTo>
                    <a:pt x="2792437" y="1528299"/>
                  </a:moveTo>
                  <a:cubicBezTo>
                    <a:pt x="2712916" y="1528299"/>
                    <a:pt x="2695592" y="1451838"/>
                    <a:pt x="2695592" y="1397782"/>
                  </a:cubicBezTo>
                  <a:cubicBezTo>
                    <a:pt x="2695592" y="1323340"/>
                    <a:pt x="2726202" y="1266288"/>
                    <a:pt x="2792437" y="1266288"/>
                  </a:cubicBezTo>
                  <a:cubicBezTo>
                    <a:pt x="2858673" y="1266288"/>
                    <a:pt x="2889283" y="1323405"/>
                    <a:pt x="2889283" y="1397782"/>
                  </a:cubicBezTo>
                  <a:cubicBezTo>
                    <a:pt x="2889283" y="1451838"/>
                    <a:pt x="2871959" y="1528299"/>
                    <a:pt x="2792437" y="1528299"/>
                  </a:cubicBezTo>
                  <a:close/>
                  <a:moveTo>
                    <a:pt x="2446802" y="1467143"/>
                  </a:moveTo>
                  <a:lnTo>
                    <a:pt x="2526323" y="1542561"/>
                  </a:lnTo>
                  <a:cubicBezTo>
                    <a:pt x="2485553" y="1594534"/>
                    <a:pt x="2429478" y="1648590"/>
                    <a:pt x="2334651" y="1648590"/>
                  </a:cubicBezTo>
                  <a:cubicBezTo>
                    <a:pt x="2203157" y="1648590"/>
                    <a:pt x="2106246" y="1543604"/>
                    <a:pt x="2106246" y="1398823"/>
                  </a:cubicBezTo>
                  <a:cubicBezTo>
                    <a:pt x="2106246" y="1266288"/>
                    <a:pt x="2186810" y="1146973"/>
                    <a:pt x="2336670" y="1146973"/>
                  </a:cubicBezTo>
                  <a:cubicBezTo>
                    <a:pt x="2422314" y="1146973"/>
                    <a:pt x="2481450" y="1185724"/>
                    <a:pt x="2525281" y="1250983"/>
                  </a:cubicBezTo>
                  <a:lnTo>
                    <a:pt x="2443741" y="1333565"/>
                  </a:lnTo>
                  <a:cubicBezTo>
                    <a:pt x="2415215" y="1295856"/>
                    <a:pt x="2384604" y="1266288"/>
                    <a:pt x="2335693" y="1266288"/>
                  </a:cubicBezTo>
                  <a:cubicBezTo>
                    <a:pt x="2269393" y="1266288"/>
                    <a:pt x="2234744" y="1322363"/>
                    <a:pt x="2234744" y="1396804"/>
                  </a:cubicBezTo>
                  <a:cubicBezTo>
                    <a:pt x="2234744" y="1466101"/>
                    <a:pt x="2265355" y="1528299"/>
                    <a:pt x="2336670" y="1528299"/>
                  </a:cubicBezTo>
                  <a:cubicBezTo>
                    <a:pt x="2380501" y="1528299"/>
                    <a:pt x="2417234" y="1504852"/>
                    <a:pt x="2446802" y="1467143"/>
                  </a:cubicBezTo>
                  <a:close/>
                  <a:moveTo>
                    <a:pt x="1803530" y="1638365"/>
                  </a:moveTo>
                  <a:lnTo>
                    <a:pt x="1679135" y="1638365"/>
                  </a:lnTo>
                  <a:lnTo>
                    <a:pt x="1679135" y="1376355"/>
                  </a:lnTo>
                  <a:cubicBezTo>
                    <a:pt x="1679135" y="1309077"/>
                    <a:pt x="1663830" y="1264204"/>
                    <a:pt x="1596553" y="1264204"/>
                  </a:cubicBezTo>
                  <a:cubicBezTo>
                    <a:pt x="1533314" y="1264204"/>
                    <a:pt x="1511951" y="1301913"/>
                    <a:pt x="1511951" y="1373293"/>
                  </a:cubicBezTo>
                  <a:lnTo>
                    <a:pt x="1511951" y="1638365"/>
                  </a:lnTo>
                  <a:lnTo>
                    <a:pt x="1387557" y="1638365"/>
                  </a:lnTo>
                  <a:lnTo>
                    <a:pt x="1387557" y="1031761"/>
                  </a:lnTo>
                  <a:lnTo>
                    <a:pt x="1511951" y="969564"/>
                  </a:lnTo>
                  <a:lnTo>
                    <a:pt x="1511951" y="1189762"/>
                  </a:lnTo>
                  <a:cubicBezTo>
                    <a:pt x="1535398" y="1161236"/>
                    <a:pt x="1584309" y="1146973"/>
                    <a:pt x="1632243" y="1146973"/>
                  </a:cubicBezTo>
                  <a:cubicBezTo>
                    <a:pt x="1758657" y="1146973"/>
                    <a:pt x="1803530" y="1246880"/>
                    <a:pt x="1803530" y="1366195"/>
                  </a:cubicBezTo>
                  <a:lnTo>
                    <a:pt x="1803530" y="1638430"/>
                  </a:lnTo>
                  <a:close/>
                  <a:moveTo>
                    <a:pt x="1311031" y="1493650"/>
                  </a:moveTo>
                  <a:lnTo>
                    <a:pt x="1292665" y="1619022"/>
                  </a:lnTo>
                  <a:cubicBezTo>
                    <a:pt x="1267200" y="1639407"/>
                    <a:pt x="1205979" y="1648590"/>
                    <a:pt x="1173350" y="1648590"/>
                  </a:cubicBezTo>
                  <a:cubicBezTo>
                    <a:pt x="1097931" y="1648590"/>
                    <a:pt x="1043875" y="1588412"/>
                    <a:pt x="1043875" y="1504852"/>
                  </a:cubicBezTo>
                  <a:lnTo>
                    <a:pt x="1043875" y="1273387"/>
                  </a:lnTo>
                  <a:lnTo>
                    <a:pt x="960250" y="1273387"/>
                  </a:lnTo>
                  <a:lnTo>
                    <a:pt x="960250" y="1157133"/>
                  </a:lnTo>
                  <a:lnTo>
                    <a:pt x="1043875" y="1157133"/>
                  </a:lnTo>
                  <a:lnTo>
                    <a:pt x="1043875" y="1031761"/>
                  </a:lnTo>
                  <a:lnTo>
                    <a:pt x="1168270" y="969564"/>
                  </a:lnTo>
                  <a:lnTo>
                    <a:pt x="1168270" y="1157133"/>
                  </a:lnTo>
                  <a:lnTo>
                    <a:pt x="1308947" y="1157133"/>
                  </a:lnTo>
                  <a:lnTo>
                    <a:pt x="1308947" y="1273387"/>
                  </a:lnTo>
                  <a:lnTo>
                    <a:pt x="1168270" y="1273387"/>
                  </a:lnTo>
                  <a:lnTo>
                    <a:pt x="1168270" y="1471181"/>
                  </a:lnTo>
                  <a:cubicBezTo>
                    <a:pt x="1168270" y="1515012"/>
                    <a:pt x="1184552" y="1529275"/>
                    <a:pt x="1214120" y="1529275"/>
                  </a:cubicBezTo>
                  <a:cubicBezTo>
                    <a:pt x="1243688" y="1529275"/>
                    <a:pt x="1289539" y="1513970"/>
                    <a:pt x="1310966" y="1493585"/>
                  </a:cubicBezTo>
                  <a:close/>
                  <a:moveTo>
                    <a:pt x="767666" y="1157198"/>
                  </a:moveTo>
                  <a:lnTo>
                    <a:pt x="767666" y="1638430"/>
                  </a:lnTo>
                  <a:lnTo>
                    <a:pt x="892061" y="1638430"/>
                  </a:lnTo>
                  <a:lnTo>
                    <a:pt x="892061" y="1157198"/>
                  </a:lnTo>
                  <a:lnTo>
                    <a:pt x="767666" y="1157198"/>
                  </a:lnTo>
                  <a:close/>
                  <a:moveTo>
                    <a:pt x="702408" y="1157198"/>
                  </a:moveTo>
                  <a:lnTo>
                    <a:pt x="550529" y="1638430"/>
                  </a:lnTo>
                  <a:lnTo>
                    <a:pt x="436359" y="1638430"/>
                  </a:lnTo>
                  <a:lnTo>
                    <a:pt x="354819" y="1345809"/>
                  </a:lnTo>
                  <a:lnTo>
                    <a:pt x="272236" y="1638430"/>
                  </a:lnTo>
                  <a:lnTo>
                    <a:pt x="158066" y="1638430"/>
                  </a:lnTo>
                  <a:lnTo>
                    <a:pt x="7099" y="1157198"/>
                  </a:lnTo>
                  <a:lnTo>
                    <a:pt x="145757" y="1157198"/>
                  </a:lnTo>
                  <a:lnTo>
                    <a:pt x="218114" y="1436533"/>
                  </a:lnTo>
                  <a:lnTo>
                    <a:pt x="299655" y="1157198"/>
                  </a:lnTo>
                  <a:lnTo>
                    <a:pt x="412848" y="1157198"/>
                  </a:lnTo>
                  <a:lnTo>
                    <a:pt x="494388" y="1436533"/>
                  </a:lnTo>
                  <a:lnTo>
                    <a:pt x="567788" y="1157198"/>
                  </a:lnTo>
                  <a:lnTo>
                    <a:pt x="702343" y="1157198"/>
                  </a:lnTo>
                  <a:close/>
                  <a:moveTo>
                    <a:pt x="4436990" y="16282"/>
                  </a:moveTo>
                  <a:lnTo>
                    <a:pt x="4436990" y="115147"/>
                  </a:lnTo>
                  <a:cubicBezTo>
                    <a:pt x="4409441" y="107983"/>
                    <a:pt x="4391139" y="104921"/>
                    <a:pt x="4374792" y="104921"/>
                  </a:cubicBezTo>
                  <a:cubicBezTo>
                    <a:pt x="4332003" y="104921"/>
                    <a:pt x="4322820" y="120227"/>
                    <a:pt x="4322820" y="144715"/>
                  </a:cubicBezTo>
                  <a:lnTo>
                    <a:pt x="4322820" y="186527"/>
                  </a:lnTo>
                  <a:lnTo>
                    <a:pt x="4404361" y="186527"/>
                  </a:lnTo>
                  <a:lnTo>
                    <a:pt x="4404361" y="302781"/>
                  </a:lnTo>
                  <a:lnTo>
                    <a:pt x="4322820" y="302781"/>
                  </a:lnTo>
                  <a:lnTo>
                    <a:pt x="4322820" y="667759"/>
                  </a:lnTo>
                  <a:lnTo>
                    <a:pt x="4202528" y="667759"/>
                  </a:lnTo>
                  <a:lnTo>
                    <a:pt x="4202528" y="302781"/>
                  </a:lnTo>
                  <a:lnTo>
                    <a:pt x="4143392" y="302781"/>
                  </a:lnTo>
                  <a:lnTo>
                    <a:pt x="4143392" y="186527"/>
                  </a:lnTo>
                  <a:lnTo>
                    <a:pt x="4202528" y="186527"/>
                  </a:lnTo>
                  <a:lnTo>
                    <a:pt x="4202528" y="128433"/>
                  </a:lnTo>
                  <a:cubicBezTo>
                    <a:pt x="4202528" y="44808"/>
                    <a:pt x="4246360" y="2019"/>
                    <a:pt x="4348350" y="2019"/>
                  </a:cubicBezTo>
                  <a:cubicBezTo>
                    <a:pt x="4380980" y="2019"/>
                    <a:pt x="4407487" y="8141"/>
                    <a:pt x="4437055" y="16282"/>
                  </a:cubicBezTo>
                  <a:close/>
                  <a:moveTo>
                    <a:pt x="2957602" y="527083"/>
                  </a:moveTo>
                  <a:lnTo>
                    <a:pt x="2940278" y="649458"/>
                  </a:lnTo>
                  <a:cubicBezTo>
                    <a:pt x="2915790" y="668802"/>
                    <a:pt x="2873001" y="677984"/>
                    <a:pt x="2843433" y="677984"/>
                  </a:cubicBezTo>
                  <a:cubicBezTo>
                    <a:pt x="2770033" y="677984"/>
                    <a:pt x="2712916" y="622951"/>
                    <a:pt x="2712916" y="535224"/>
                  </a:cubicBezTo>
                  <a:lnTo>
                    <a:pt x="2712916" y="301739"/>
                  </a:lnTo>
                  <a:lnTo>
                    <a:pt x="2629291" y="301739"/>
                  </a:lnTo>
                  <a:lnTo>
                    <a:pt x="2629291" y="186527"/>
                  </a:lnTo>
                  <a:lnTo>
                    <a:pt x="2712916" y="186527"/>
                  </a:lnTo>
                  <a:lnTo>
                    <a:pt x="2712916" y="61155"/>
                  </a:lnTo>
                  <a:lnTo>
                    <a:pt x="2833208" y="0"/>
                  </a:lnTo>
                  <a:lnTo>
                    <a:pt x="2833208" y="186592"/>
                  </a:lnTo>
                  <a:lnTo>
                    <a:pt x="2945358" y="186592"/>
                  </a:lnTo>
                  <a:lnTo>
                    <a:pt x="2945358" y="301804"/>
                  </a:lnTo>
                  <a:lnTo>
                    <a:pt x="2833208" y="301804"/>
                  </a:lnTo>
                  <a:lnTo>
                    <a:pt x="2833208" y="503701"/>
                  </a:lnTo>
                  <a:cubicBezTo>
                    <a:pt x="2833208" y="545514"/>
                    <a:pt x="2850532" y="560819"/>
                    <a:pt x="2880100" y="560819"/>
                  </a:cubicBezTo>
                  <a:cubicBezTo>
                    <a:pt x="2909668" y="560819"/>
                    <a:pt x="2938194" y="545514"/>
                    <a:pt x="2957602" y="527148"/>
                  </a:cubicBezTo>
                  <a:close/>
                  <a:moveTo>
                    <a:pt x="2397891" y="426134"/>
                  </a:moveTo>
                  <a:cubicBezTo>
                    <a:pt x="2397891" y="441439"/>
                    <a:pt x="2396849" y="460782"/>
                    <a:pt x="2395872" y="467946"/>
                  </a:cubicBezTo>
                  <a:lnTo>
                    <a:pt x="2114453" y="467946"/>
                  </a:lnTo>
                  <a:cubicBezTo>
                    <a:pt x="2119533" y="535224"/>
                    <a:pt x="2166425" y="562773"/>
                    <a:pt x="2218462" y="562773"/>
                  </a:cubicBezTo>
                  <a:cubicBezTo>
                    <a:pt x="2249073" y="562773"/>
                    <a:pt x="2276557" y="553590"/>
                    <a:pt x="2301045" y="529102"/>
                  </a:cubicBezTo>
                  <a:lnTo>
                    <a:pt x="2386689" y="601459"/>
                  </a:lnTo>
                  <a:cubicBezTo>
                    <a:pt x="2346895" y="654473"/>
                    <a:pt x="2274538" y="677919"/>
                    <a:pt x="2210321" y="677919"/>
                  </a:cubicBezTo>
                  <a:cubicBezTo>
                    <a:pt x="2072705" y="677919"/>
                    <a:pt x="1991100" y="569872"/>
                    <a:pt x="1991100" y="429130"/>
                  </a:cubicBezTo>
                  <a:cubicBezTo>
                    <a:pt x="1991100" y="288388"/>
                    <a:pt x="2079804" y="176302"/>
                    <a:pt x="2205176" y="176302"/>
                  </a:cubicBezTo>
                  <a:cubicBezTo>
                    <a:pt x="2339731" y="176302"/>
                    <a:pt x="2397891" y="298678"/>
                    <a:pt x="2397891" y="426069"/>
                  </a:cubicBezTo>
                  <a:close/>
                  <a:moveTo>
                    <a:pt x="2116472" y="374162"/>
                  </a:moveTo>
                  <a:lnTo>
                    <a:pt x="2287759" y="374162"/>
                  </a:lnTo>
                  <a:cubicBezTo>
                    <a:pt x="2282679" y="320105"/>
                    <a:pt x="2251027" y="283438"/>
                    <a:pt x="2199054" y="283438"/>
                  </a:cubicBezTo>
                  <a:cubicBezTo>
                    <a:pt x="2144021" y="283438"/>
                    <a:pt x="2119533" y="334433"/>
                    <a:pt x="2116472" y="374162"/>
                  </a:cubicBezTo>
                  <a:close/>
                  <a:moveTo>
                    <a:pt x="1933982" y="428218"/>
                  </a:moveTo>
                  <a:cubicBezTo>
                    <a:pt x="1933982" y="551571"/>
                    <a:pt x="1882987" y="677984"/>
                    <a:pt x="1746413" y="677984"/>
                  </a:cubicBezTo>
                  <a:cubicBezTo>
                    <a:pt x="1693399" y="677984"/>
                    <a:pt x="1660769" y="658642"/>
                    <a:pt x="1639342" y="638191"/>
                  </a:cubicBezTo>
                  <a:lnTo>
                    <a:pt x="1639342" y="784990"/>
                  </a:lnTo>
                  <a:lnTo>
                    <a:pt x="1519050" y="845169"/>
                  </a:lnTo>
                  <a:lnTo>
                    <a:pt x="1519050" y="186527"/>
                  </a:lnTo>
                  <a:lnTo>
                    <a:pt x="1639342" y="186527"/>
                  </a:lnTo>
                  <a:lnTo>
                    <a:pt x="1639342" y="219157"/>
                  </a:lnTo>
                  <a:cubicBezTo>
                    <a:pt x="1670929" y="190630"/>
                    <a:pt x="1703559" y="176367"/>
                    <a:pt x="1748432" y="176367"/>
                  </a:cubicBezTo>
                  <a:cubicBezTo>
                    <a:pt x="1877907" y="176367"/>
                    <a:pt x="1933982" y="298743"/>
                    <a:pt x="1933982" y="428218"/>
                  </a:cubicBezTo>
                  <a:close/>
                  <a:moveTo>
                    <a:pt x="1809587" y="434340"/>
                  </a:moveTo>
                  <a:cubicBezTo>
                    <a:pt x="1809587" y="364002"/>
                    <a:pt x="1791221" y="292621"/>
                    <a:pt x="1718864" y="292621"/>
                  </a:cubicBezTo>
                  <a:cubicBezTo>
                    <a:pt x="1685193" y="292621"/>
                    <a:pt x="1658685" y="307926"/>
                    <a:pt x="1639342" y="335410"/>
                  </a:cubicBezTo>
                  <a:lnTo>
                    <a:pt x="1639342" y="518942"/>
                  </a:lnTo>
                  <a:cubicBezTo>
                    <a:pt x="1658685" y="546491"/>
                    <a:pt x="1691315" y="562773"/>
                    <a:pt x="1726028" y="562773"/>
                  </a:cubicBezTo>
                  <a:cubicBezTo>
                    <a:pt x="1793305" y="562773"/>
                    <a:pt x="1809652" y="501618"/>
                    <a:pt x="1809652" y="434340"/>
                  </a:cubicBezTo>
                  <a:close/>
                  <a:moveTo>
                    <a:pt x="1435426" y="667825"/>
                  </a:moveTo>
                  <a:lnTo>
                    <a:pt x="1315134" y="667825"/>
                  </a:lnTo>
                  <a:lnTo>
                    <a:pt x="1315134" y="634153"/>
                  </a:lnTo>
                  <a:cubicBezTo>
                    <a:pt x="1286608" y="662680"/>
                    <a:pt x="1249876" y="677984"/>
                    <a:pt x="1202983" y="677984"/>
                  </a:cubicBezTo>
                  <a:cubicBezTo>
                    <a:pt x="1108157" y="677984"/>
                    <a:pt x="1033715" y="616829"/>
                    <a:pt x="1033715" y="510800"/>
                  </a:cubicBezTo>
                  <a:cubicBezTo>
                    <a:pt x="1033715" y="404772"/>
                    <a:pt x="1106072" y="348696"/>
                    <a:pt x="1221284" y="348696"/>
                  </a:cubicBezTo>
                  <a:cubicBezTo>
                    <a:pt x="1251894" y="348696"/>
                    <a:pt x="1283482" y="352799"/>
                    <a:pt x="1315069" y="368040"/>
                  </a:cubicBezTo>
                  <a:lnTo>
                    <a:pt x="1315069" y="342574"/>
                  </a:lnTo>
                  <a:cubicBezTo>
                    <a:pt x="1315069" y="297701"/>
                    <a:pt x="1285501" y="279335"/>
                    <a:pt x="1232486" y="279335"/>
                  </a:cubicBezTo>
                  <a:cubicBezTo>
                    <a:pt x="1194777" y="279335"/>
                    <a:pt x="1159087" y="288518"/>
                    <a:pt x="1121378" y="310922"/>
                  </a:cubicBezTo>
                  <a:lnTo>
                    <a:pt x="1073443" y="225278"/>
                  </a:lnTo>
                  <a:cubicBezTo>
                    <a:pt x="1125416" y="192649"/>
                    <a:pt x="1175369" y="176367"/>
                    <a:pt x="1239650" y="176367"/>
                  </a:cubicBezTo>
                  <a:cubicBezTo>
                    <a:pt x="1360984" y="176367"/>
                    <a:pt x="1435426" y="235503"/>
                    <a:pt x="1435426" y="344593"/>
                  </a:cubicBezTo>
                  <a:lnTo>
                    <a:pt x="1435426" y="667759"/>
                  </a:lnTo>
                  <a:close/>
                  <a:moveTo>
                    <a:pt x="1315134" y="527083"/>
                  </a:moveTo>
                  <a:lnTo>
                    <a:pt x="1315134" y="465927"/>
                  </a:lnTo>
                  <a:cubicBezTo>
                    <a:pt x="1290646" y="450622"/>
                    <a:pt x="1259059" y="445542"/>
                    <a:pt x="1234570" y="445542"/>
                  </a:cubicBezTo>
                  <a:cubicBezTo>
                    <a:pt x="1181556" y="445542"/>
                    <a:pt x="1156091" y="468988"/>
                    <a:pt x="1156091" y="507740"/>
                  </a:cubicBezTo>
                  <a:cubicBezTo>
                    <a:pt x="1156091" y="544472"/>
                    <a:pt x="1179537" y="574040"/>
                    <a:pt x="1224410" y="574040"/>
                  </a:cubicBezTo>
                  <a:cubicBezTo>
                    <a:pt x="1247857" y="574040"/>
                    <a:pt x="1288627" y="565899"/>
                    <a:pt x="1315134" y="527148"/>
                  </a:cubicBezTo>
                  <a:close/>
                  <a:moveTo>
                    <a:pt x="967480" y="667825"/>
                  </a:moveTo>
                  <a:lnTo>
                    <a:pt x="847188" y="667825"/>
                  </a:lnTo>
                  <a:lnTo>
                    <a:pt x="847188" y="405814"/>
                  </a:lnTo>
                  <a:cubicBezTo>
                    <a:pt x="847188" y="340555"/>
                    <a:pt x="832925" y="292621"/>
                    <a:pt x="765647" y="292621"/>
                  </a:cubicBezTo>
                  <a:cubicBezTo>
                    <a:pt x="698370" y="292621"/>
                    <a:pt x="683065" y="336452"/>
                    <a:pt x="683065" y="402753"/>
                  </a:cubicBezTo>
                  <a:lnTo>
                    <a:pt x="683065" y="667825"/>
                  </a:lnTo>
                  <a:lnTo>
                    <a:pt x="562773" y="667825"/>
                  </a:lnTo>
                  <a:lnTo>
                    <a:pt x="562773" y="61221"/>
                  </a:lnTo>
                  <a:lnTo>
                    <a:pt x="683065" y="65"/>
                  </a:lnTo>
                  <a:lnTo>
                    <a:pt x="683065" y="220264"/>
                  </a:lnTo>
                  <a:cubicBezTo>
                    <a:pt x="709572" y="193756"/>
                    <a:pt x="742201" y="176432"/>
                    <a:pt x="796258" y="176432"/>
                  </a:cubicBezTo>
                  <a:cubicBezTo>
                    <a:pt x="923713" y="176432"/>
                    <a:pt x="967545" y="274320"/>
                    <a:pt x="967545" y="396631"/>
                  </a:cubicBezTo>
                  <a:lnTo>
                    <a:pt x="967545" y="667825"/>
                  </a:lnTo>
                  <a:close/>
                  <a:moveTo>
                    <a:pt x="496472" y="475110"/>
                  </a:moveTo>
                  <a:cubicBezTo>
                    <a:pt x="496472" y="619890"/>
                    <a:pt x="386341" y="677984"/>
                    <a:pt x="255889" y="677984"/>
                  </a:cubicBezTo>
                  <a:cubicBezTo>
                    <a:pt x="162104" y="677984"/>
                    <a:pt x="58094" y="648416"/>
                    <a:pt x="0" y="562773"/>
                  </a:cubicBezTo>
                  <a:lnTo>
                    <a:pt x="89747" y="483251"/>
                  </a:lnTo>
                  <a:cubicBezTo>
                    <a:pt x="131559" y="533205"/>
                    <a:pt x="191672" y="556651"/>
                    <a:pt x="252893" y="556651"/>
                  </a:cubicBezTo>
                  <a:cubicBezTo>
                    <a:pt x="325250" y="556651"/>
                    <a:pt x="367063" y="524022"/>
                    <a:pt x="367063" y="478171"/>
                  </a:cubicBezTo>
                  <a:cubicBezTo>
                    <a:pt x="367063" y="459805"/>
                    <a:pt x="359899" y="441439"/>
                    <a:pt x="329353" y="426199"/>
                  </a:cubicBezTo>
                  <a:cubicBezTo>
                    <a:pt x="306949" y="414997"/>
                    <a:pt x="279400" y="407833"/>
                    <a:pt x="225344" y="394612"/>
                  </a:cubicBezTo>
                  <a:cubicBezTo>
                    <a:pt x="191672" y="386471"/>
                    <a:pt x="122376" y="370124"/>
                    <a:pt x="79522" y="335475"/>
                  </a:cubicBezTo>
                  <a:cubicBezTo>
                    <a:pt x="36732" y="300827"/>
                    <a:pt x="24488" y="250874"/>
                    <a:pt x="24488" y="207042"/>
                  </a:cubicBezTo>
                  <a:cubicBezTo>
                    <a:pt x="24488" y="71445"/>
                    <a:pt x="140742" y="16412"/>
                    <a:pt x="254912" y="16412"/>
                  </a:cubicBezTo>
                  <a:cubicBezTo>
                    <a:pt x="353776" y="16412"/>
                    <a:pt x="425157" y="57182"/>
                    <a:pt x="482274" y="115277"/>
                  </a:cubicBezTo>
                  <a:lnTo>
                    <a:pt x="392528" y="202939"/>
                  </a:lnTo>
                  <a:cubicBezTo>
                    <a:pt x="350715" y="161127"/>
                    <a:pt x="309945" y="137681"/>
                    <a:pt x="246706" y="137681"/>
                  </a:cubicBezTo>
                  <a:cubicBezTo>
                    <a:pt x="192649" y="137681"/>
                    <a:pt x="152921" y="155005"/>
                    <a:pt x="152921" y="199878"/>
                  </a:cubicBezTo>
                  <a:cubicBezTo>
                    <a:pt x="152921" y="219221"/>
                    <a:pt x="160085" y="232508"/>
                    <a:pt x="179428" y="243710"/>
                  </a:cubicBezTo>
                  <a:cubicBezTo>
                    <a:pt x="201832" y="255954"/>
                    <a:pt x="233485" y="265137"/>
                    <a:pt x="282396" y="277381"/>
                  </a:cubicBezTo>
                  <a:cubicBezTo>
                    <a:pt x="340490" y="292686"/>
                    <a:pt x="394547" y="305907"/>
                    <a:pt x="438378" y="341598"/>
                  </a:cubicBezTo>
                  <a:cubicBezTo>
                    <a:pt x="477129" y="373185"/>
                    <a:pt x="496472" y="414997"/>
                    <a:pt x="496472" y="475176"/>
                  </a:cubicBezTo>
                  <a:close/>
                  <a:moveTo>
                    <a:pt x="6100885" y="208996"/>
                  </a:moveTo>
                  <a:lnTo>
                    <a:pt x="6051778" y="329288"/>
                  </a:lnTo>
                  <a:cubicBezTo>
                    <a:pt x="6033413" y="311964"/>
                    <a:pt x="6011985" y="299720"/>
                    <a:pt x="5982482" y="299720"/>
                  </a:cubicBezTo>
                  <a:cubicBezTo>
                    <a:pt x="5925365" y="299720"/>
                    <a:pt x="5911232" y="347654"/>
                    <a:pt x="5911232" y="405749"/>
                  </a:cubicBezTo>
                  <a:lnTo>
                    <a:pt x="5911232" y="667759"/>
                  </a:lnTo>
                  <a:lnTo>
                    <a:pt x="5790940" y="667759"/>
                  </a:lnTo>
                  <a:lnTo>
                    <a:pt x="5790940" y="186527"/>
                  </a:lnTo>
                  <a:lnTo>
                    <a:pt x="5911232" y="186527"/>
                  </a:lnTo>
                  <a:lnTo>
                    <a:pt x="5911232" y="220198"/>
                  </a:lnTo>
                  <a:cubicBezTo>
                    <a:pt x="5938781" y="192649"/>
                    <a:pt x="5973429" y="176367"/>
                    <a:pt x="6012181" y="176367"/>
                  </a:cubicBezTo>
                  <a:cubicBezTo>
                    <a:pt x="6045852" y="176367"/>
                    <a:pt x="6075420" y="186592"/>
                    <a:pt x="6100885" y="208996"/>
                  </a:cubicBezTo>
                  <a:close/>
                </a:path>
              </a:pathLst>
            </a:custGeom>
            <a:solidFill>
              <a:srgbClr val="FFFFFF"/>
            </a:solidFill>
            <a:ln w="650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24"/>
                </a:solidFill>
                <a:effectLst/>
                <a:uLnTx/>
                <a:uFillTx/>
              </a:endParaRPr>
            </a:p>
          </p:txBody>
        </p:sp>
      </p:grpSp>
    </p:spTree>
    <p:extLst>
      <p:ext uri="{BB962C8B-B14F-4D97-AF65-F5344CB8AC3E}">
        <p14:creationId xmlns:p14="http://schemas.microsoft.com/office/powerpoint/2010/main" val="276561397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descr="A blurry image of a colorful light&#10;&#10;Description automatically generated">
            <a:extLst>
              <a:ext uri="{FF2B5EF4-FFF2-40B4-BE49-F238E27FC236}">
                <a16:creationId xmlns:a16="http://schemas.microsoft.com/office/drawing/2014/main" id="{388CF986-E6D2-86D0-6501-D59429EAD0A3}"/>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bg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panose="02000503020000020004" pitchFamily="2" charset="0"/>
                <a:ea typeface="+mj-ea"/>
                <a:cs typeface="Arial" pitchFamily="34" charset="0"/>
              </a:defRPr>
            </a:lvl1pPr>
          </a:lstStyle>
          <a:p>
            <a:pPr lvl="0"/>
            <a:r>
              <a:rPr lang="en-GB" dirty="0"/>
              <a:t>Chapter 00</a:t>
            </a:r>
            <a:endParaRPr lang="en-US" dirty="0"/>
          </a:p>
        </p:txBody>
      </p:sp>
      <p:sp>
        <p:nvSpPr>
          <p:cNvPr id="16" name="Date Placeholder 15">
            <a:extLst>
              <a:ext uri="{FF2B5EF4-FFF2-40B4-BE49-F238E27FC236}">
                <a16:creationId xmlns:a16="http://schemas.microsoft.com/office/drawing/2014/main" id="{DB4372B3-E211-F19D-CBD9-6CEDF871BD0C}"/>
              </a:ext>
            </a:extLst>
          </p:cNvPr>
          <p:cNvSpPr>
            <a:spLocks noGrp="1"/>
          </p:cNvSpPr>
          <p:nvPr>
            <p:ph type="dt" sz="half" idx="14"/>
          </p:nvPr>
        </p:nvSpPr>
        <p:spPr/>
        <p:txBody>
          <a:bodyPr/>
          <a:lstStyle/>
          <a:p>
            <a:fld id="{79227367-4990-4CB5-BC91-0B86742CFD26}" type="datetime3">
              <a:rPr lang="en-US" smtClean="0"/>
              <a:t>11 July 2026</a:t>
            </a:fld>
            <a:endParaRPr lang="en-US" dirty="0"/>
          </a:p>
        </p:txBody>
      </p:sp>
      <p:sp>
        <p:nvSpPr>
          <p:cNvPr id="17" name="Footer Placeholder 16">
            <a:extLst>
              <a:ext uri="{FF2B5EF4-FFF2-40B4-BE49-F238E27FC236}">
                <a16:creationId xmlns:a16="http://schemas.microsoft.com/office/drawing/2014/main" id="{53173B02-1E93-D358-4602-350A7447C76C}"/>
              </a:ext>
            </a:extLst>
          </p:cNvPr>
          <p:cNvSpPr>
            <a:spLocks noGrp="1"/>
          </p:cNvSpPr>
          <p:nvPr>
            <p:ph type="ftr" sz="quarter" idx="15"/>
          </p:nvPr>
        </p:nvSpPr>
        <p:spPr/>
        <p:txBody>
          <a:bodyPr/>
          <a:lstStyle/>
          <a:p>
            <a:r>
              <a:rPr lang="en-US"/>
              <a:t>Insert footer text here</a:t>
            </a:r>
          </a:p>
        </p:txBody>
      </p:sp>
      <p:sp>
        <p:nvSpPr>
          <p:cNvPr id="18" name="Slide Number Placeholder 17">
            <a:extLst>
              <a:ext uri="{FF2B5EF4-FFF2-40B4-BE49-F238E27FC236}">
                <a16:creationId xmlns:a16="http://schemas.microsoft.com/office/drawing/2014/main" id="{A5E3423F-0FF8-8E54-CEB8-1F15261AFD0E}"/>
              </a:ext>
            </a:extLst>
          </p:cNvPr>
          <p:cNvSpPr>
            <a:spLocks noGrp="1"/>
          </p:cNvSpPr>
          <p:nvPr>
            <p:ph type="sldNum" sz="quarter" idx="16"/>
          </p:nvPr>
        </p:nvSpPr>
        <p:spPr/>
        <p:txBody>
          <a:bodyPr/>
          <a:lstStyle/>
          <a:p>
            <a:fld id="{F1BC30E3-FFE5-4B91-AA19-87A149EBB9EE}" type="slidenum">
              <a:rPr lang="en-GB" smtClean="0"/>
              <a:pPr/>
              <a:t>‹#›</a:t>
            </a:fld>
            <a:endParaRPr lang="en-GB" dirty="0"/>
          </a:p>
        </p:txBody>
      </p:sp>
      <p:grpSp>
        <p:nvGrpSpPr>
          <p:cNvPr id="3" name="Group 4">
            <a:extLst>
              <a:ext uri="{FF2B5EF4-FFF2-40B4-BE49-F238E27FC236}">
                <a16:creationId xmlns:a16="http://schemas.microsoft.com/office/drawing/2014/main" id="{D3CF5FC1-8EBA-8F68-D0E5-727D21919CEC}"/>
              </a:ext>
            </a:extLst>
          </p:cNvPr>
          <p:cNvGrpSpPr>
            <a:grpSpLocks noChangeAspect="1"/>
          </p:cNvGrpSpPr>
          <p:nvPr userDrawn="1"/>
        </p:nvGrpSpPr>
        <p:grpSpPr bwMode="black">
          <a:xfrm>
            <a:off x="11623900" y="6276977"/>
            <a:ext cx="346158" cy="355219"/>
            <a:chOff x="7110" y="4004"/>
            <a:chExt cx="191" cy="196"/>
          </a:xfrm>
        </p:grpSpPr>
        <p:sp>
          <p:nvSpPr>
            <p:cNvPr id="4" name="Freeform 5">
              <a:extLst>
                <a:ext uri="{FF2B5EF4-FFF2-40B4-BE49-F238E27FC236}">
                  <a16:creationId xmlns:a16="http://schemas.microsoft.com/office/drawing/2014/main" id="{AE5FDF1F-8E3A-FB66-7C81-266601DA4005}"/>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5" name="Freeform 6">
              <a:extLst>
                <a:ext uri="{FF2B5EF4-FFF2-40B4-BE49-F238E27FC236}">
                  <a16:creationId xmlns:a16="http://schemas.microsoft.com/office/drawing/2014/main" id="{91C765C7-1DD0-DFBB-9089-29849D42BA8D}"/>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6" name="Freeform 7">
              <a:extLst>
                <a:ext uri="{FF2B5EF4-FFF2-40B4-BE49-F238E27FC236}">
                  <a16:creationId xmlns:a16="http://schemas.microsoft.com/office/drawing/2014/main" id="{50B43463-538D-A50A-4299-A6C5A973766D}"/>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356541970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pic>
        <p:nvPicPr>
          <p:cNvPr id="13" name="Picture 12" descr="A blurry image of a colorful light&#10;&#10;Description automatically generated">
            <a:extLst>
              <a:ext uri="{FF2B5EF4-FFF2-40B4-BE49-F238E27FC236}">
                <a16:creationId xmlns:a16="http://schemas.microsoft.com/office/drawing/2014/main" id="{ADC82D1B-1943-B3BC-B7E9-DADF1458A765}"/>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bg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panose="02000503020000020004" pitchFamily="2" charset="0"/>
                <a:ea typeface="+mj-ea"/>
                <a:cs typeface="Arial" pitchFamily="34" charset="0"/>
              </a:defRPr>
            </a:lvl1pPr>
          </a:lstStyle>
          <a:p>
            <a:pPr lvl="0"/>
            <a:r>
              <a:rPr lang="en-GB" dirty="0"/>
              <a:t>Chapter 00</a:t>
            </a:r>
            <a:endParaRPr lang="en-US" dirty="0"/>
          </a:p>
        </p:txBody>
      </p:sp>
      <p:sp>
        <p:nvSpPr>
          <p:cNvPr id="14" name="Date Placeholder 13">
            <a:extLst>
              <a:ext uri="{FF2B5EF4-FFF2-40B4-BE49-F238E27FC236}">
                <a16:creationId xmlns:a16="http://schemas.microsoft.com/office/drawing/2014/main" id="{FF04263E-9F32-7609-1152-7E305FEBE745}"/>
              </a:ext>
            </a:extLst>
          </p:cNvPr>
          <p:cNvSpPr>
            <a:spLocks noGrp="1"/>
          </p:cNvSpPr>
          <p:nvPr>
            <p:ph type="dt" sz="half" idx="14"/>
          </p:nvPr>
        </p:nvSpPr>
        <p:spPr/>
        <p:txBody>
          <a:bodyPr/>
          <a:lstStyle/>
          <a:p>
            <a:fld id="{0C23F665-7DCE-4AC8-9255-45198962C518}" type="datetime3">
              <a:rPr lang="en-US" smtClean="0"/>
              <a:t>11 July 2026</a:t>
            </a:fld>
            <a:endParaRPr lang="en-US" dirty="0"/>
          </a:p>
        </p:txBody>
      </p:sp>
      <p:sp>
        <p:nvSpPr>
          <p:cNvPr id="15" name="Footer Placeholder 14">
            <a:extLst>
              <a:ext uri="{FF2B5EF4-FFF2-40B4-BE49-F238E27FC236}">
                <a16:creationId xmlns:a16="http://schemas.microsoft.com/office/drawing/2014/main" id="{F7F02905-9FFE-65B7-8565-3E827BBAECD9}"/>
              </a:ext>
            </a:extLst>
          </p:cNvPr>
          <p:cNvSpPr>
            <a:spLocks noGrp="1"/>
          </p:cNvSpPr>
          <p:nvPr>
            <p:ph type="ftr" sz="quarter" idx="15"/>
          </p:nvPr>
        </p:nvSpPr>
        <p:spPr/>
        <p:txBody>
          <a:bodyPr/>
          <a:lstStyle/>
          <a:p>
            <a:r>
              <a:rPr lang="en-US"/>
              <a:t>Insert footer text here</a:t>
            </a:r>
          </a:p>
        </p:txBody>
      </p:sp>
      <p:sp>
        <p:nvSpPr>
          <p:cNvPr id="16" name="Slide Number Placeholder 15">
            <a:extLst>
              <a:ext uri="{FF2B5EF4-FFF2-40B4-BE49-F238E27FC236}">
                <a16:creationId xmlns:a16="http://schemas.microsoft.com/office/drawing/2014/main" id="{010BD8AE-BB2B-B523-1D74-4E8DBE2102BC}"/>
              </a:ext>
            </a:extLst>
          </p:cNvPr>
          <p:cNvSpPr>
            <a:spLocks noGrp="1"/>
          </p:cNvSpPr>
          <p:nvPr>
            <p:ph type="sldNum" sz="quarter" idx="16"/>
          </p:nvPr>
        </p:nvSpPr>
        <p:spPr/>
        <p:txBody>
          <a:bodyPr/>
          <a:lstStyle/>
          <a:p>
            <a:fld id="{F1BC30E3-FFE5-4B91-AA19-87A149EBB9EE}" type="slidenum">
              <a:rPr lang="en-GB" smtClean="0"/>
              <a:pPr/>
              <a:t>‹#›</a:t>
            </a:fld>
            <a:endParaRPr lang="en-GB" dirty="0"/>
          </a:p>
        </p:txBody>
      </p:sp>
      <p:grpSp>
        <p:nvGrpSpPr>
          <p:cNvPr id="7" name="Group 4">
            <a:extLst>
              <a:ext uri="{FF2B5EF4-FFF2-40B4-BE49-F238E27FC236}">
                <a16:creationId xmlns:a16="http://schemas.microsoft.com/office/drawing/2014/main" id="{6C50EF9C-A411-B76F-4417-55EA0CDCAD28}"/>
              </a:ext>
            </a:extLst>
          </p:cNvPr>
          <p:cNvGrpSpPr>
            <a:grpSpLocks noChangeAspect="1"/>
          </p:cNvGrpSpPr>
          <p:nvPr userDrawn="1"/>
        </p:nvGrpSpPr>
        <p:grpSpPr bwMode="black">
          <a:xfrm>
            <a:off x="11623900" y="6276977"/>
            <a:ext cx="346158" cy="355219"/>
            <a:chOff x="7110" y="4004"/>
            <a:chExt cx="191" cy="196"/>
          </a:xfrm>
        </p:grpSpPr>
        <p:sp>
          <p:nvSpPr>
            <p:cNvPr id="9" name="Freeform 5">
              <a:extLst>
                <a:ext uri="{FF2B5EF4-FFF2-40B4-BE49-F238E27FC236}">
                  <a16:creationId xmlns:a16="http://schemas.microsoft.com/office/drawing/2014/main" id="{5CE13AFD-214E-24E8-0633-0508635B5C0E}"/>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0" name="Freeform 6">
              <a:extLst>
                <a:ext uri="{FF2B5EF4-FFF2-40B4-BE49-F238E27FC236}">
                  <a16:creationId xmlns:a16="http://schemas.microsoft.com/office/drawing/2014/main" id="{A88E5DF2-C2EC-705B-7734-81A5ACCECEC3}"/>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1" name="Freeform 7">
              <a:extLst>
                <a:ext uri="{FF2B5EF4-FFF2-40B4-BE49-F238E27FC236}">
                  <a16:creationId xmlns:a16="http://schemas.microsoft.com/office/drawing/2014/main" id="{2EF38C94-0C58-F9C8-0963-86769B7977B3}"/>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310034487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pic>
        <p:nvPicPr>
          <p:cNvPr id="3" name="Picture 2" descr="A colorful light in the dark&#10;&#10;Description automatically generated">
            <a:extLst>
              <a:ext uri="{FF2B5EF4-FFF2-40B4-BE49-F238E27FC236}">
                <a16:creationId xmlns:a16="http://schemas.microsoft.com/office/drawing/2014/main" id="{A6C92DE9-1F7F-6A8E-389D-FBCE38254ADC}"/>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bg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panose="02000503020000020004" pitchFamily="2" charset="0"/>
                <a:ea typeface="+mj-ea"/>
                <a:cs typeface="Arial" pitchFamily="34" charset="0"/>
              </a:defRPr>
            </a:lvl1pPr>
          </a:lstStyle>
          <a:p>
            <a:pPr lvl="0"/>
            <a:r>
              <a:rPr lang="en-GB" dirty="0"/>
              <a:t>Chapter 00</a:t>
            </a:r>
            <a:endParaRPr lang="en-US" dirty="0"/>
          </a:p>
        </p:txBody>
      </p:sp>
      <p:sp>
        <p:nvSpPr>
          <p:cNvPr id="13" name="Date Placeholder 12">
            <a:extLst>
              <a:ext uri="{FF2B5EF4-FFF2-40B4-BE49-F238E27FC236}">
                <a16:creationId xmlns:a16="http://schemas.microsoft.com/office/drawing/2014/main" id="{A4B60AF8-644E-A0B2-7653-4332A03759FC}"/>
              </a:ext>
            </a:extLst>
          </p:cNvPr>
          <p:cNvSpPr>
            <a:spLocks noGrp="1"/>
          </p:cNvSpPr>
          <p:nvPr>
            <p:ph type="dt" sz="half" idx="14"/>
          </p:nvPr>
        </p:nvSpPr>
        <p:spPr/>
        <p:txBody>
          <a:bodyPr/>
          <a:lstStyle/>
          <a:p>
            <a:fld id="{EAFC1849-17DB-459D-8F82-7630FEC3884F}" type="datetime3">
              <a:rPr lang="en-US" smtClean="0"/>
              <a:t>11 July 2026</a:t>
            </a:fld>
            <a:endParaRPr lang="en-US" dirty="0"/>
          </a:p>
        </p:txBody>
      </p:sp>
      <p:sp>
        <p:nvSpPr>
          <p:cNvPr id="14" name="Footer Placeholder 13">
            <a:extLst>
              <a:ext uri="{FF2B5EF4-FFF2-40B4-BE49-F238E27FC236}">
                <a16:creationId xmlns:a16="http://schemas.microsoft.com/office/drawing/2014/main" id="{466D1FDE-8AD4-4D56-5318-1DD8ED2FCACC}"/>
              </a:ext>
            </a:extLst>
          </p:cNvPr>
          <p:cNvSpPr>
            <a:spLocks noGrp="1"/>
          </p:cNvSpPr>
          <p:nvPr>
            <p:ph type="ftr" sz="quarter" idx="15"/>
          </p:nvPr>
        </p:nvSpPr>
        <p:spPr/>
        <p:txBody>
          <a:bodyPr/>
          <a:lstStyle/>
          <a:p>
            <a:r>
              <a:rPr lang="en-US"/>
              <a:t>Insert footer text here</a:t>
            </a:r>
          </a:p>
        </p:txBody>
      </p:sp>
      <p:sp>
        <p:nvSpPr>
          <p:cNvPr id="15" name="Slide Number Placeholder 14">
            <a:extLst>
              <a:ext uri="{FF2B5EF4-FFF2-40B4-BE49-F238E27FC236}">
                <a16:creationId xmlns:a16="http://schemas.microsoft.com/office/drawing/2014/main" id="{180F9161-0A5B-9390-AAC5-925D1AE2AA83}"/>
              </a:ext>
            </a:extLst>
          </p:cNvPr>
          <p:cNvSpPr>
            <a:spLocks noGrp="1"/>
          </p:cNvSpPr>
          <p:nvPr>
            <p:ph type="sldNum" sz="quarter" idx="16"/>
          </p:nvPr>
        </p:nvSpPr>
        <p:spPr/>
        <p:txBody>
          <a:bodyPr/>
          <a:lstStyle/>
          <a:p>
            <a:fld id="{F1BC30E3-FFE5-4B91-AA19-87A149EBB9EE}" type="slidenum">
              <a:rPr lang="en-GB" smtClean="0"/>
              <a:pPr/>
              <a:t>‹#›</a:t>
            </a:fld>
            <a:endParaRPr lang="en-GB" dirty="0"/>
          </a:p>
        </p:txBody>
      </p:sp>
      <p:grpSp>
        <p:nvGrpSpPr>
          <p:cNvPr id="9" name="Group 4">
            <a:extLst>
              <a:ext uri="{FF2B5EF4-FFF2-40B4-BE49-F238E27FC236}">
                <a16:creationId xmlns:a16="http://schemas.microsoft.com/office/drawing/2014/main" id="{DFFE949A-6E9F-DCCB-3981-444F818B70A6}"/>
              </a:ext>
            </a:extLst>
          </p:cNvPr>
          <p:cNvGrpSpPr>
            <a:grpSpLocks noChangeAspect="1"/>
          </p:cNvGrpSpPr>
          <p:nvPr userDrawn="1"/>
        </p:nvGrpSpPr>
        <p:grpSpPr bwMode="black">
          <a:xfrm>
            <a:off x="11623900" y="6276977"/>
            <a:ext cx="346158" cy="355219"/>
            <a:chOff x="7110" y="4004"/>
            <a:chExt cx="191" cy="196"/>
          </a:xfrm>
        </p:grpSpPr>
        <p:sp>
          <p:nvSpPr>
            <p:cNvPr id="10" name="Freeform 5">
              <a:extLst>
                <a:ext uri="{FF2B5EF4-FFF2-40B4-BE49-F238E27FC236}">
                  <a16:creationId xmlns:a16="http://schemas.microsoft.com/office/drawing/2014/main" id="{6E874CEB-2D3F-A7FC-68BB-B1E5B73F857B}"/>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1" name="Freeform 6">
              <a:extLst>
                <a:ext uri="{FF2B5EF4-FFF2-40B4-BE49-F238E27FC236}">
                  <a16:creationId xmlns:a16="http://schemas.microsoft.com/office/drawing/2014/main" id="{4BE24A05-3707-8B71-381D-4FC6EE679AFA}"/>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2" name="Freeform 7">
              <a:extLst>
                <a:ext uri="{FF2B5EF4-FFF2-40B4-BE49-F238E27FC236}">
                  <a16:creationId xmlns:a16="http://schemas.microsoft.com/office/drawing/2014/main" id="{FEF9B997-BE91-43C4-F809-E78685E578A3}"/>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198277284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ection Header 4">
    <p:spTree>
      <p:nvGrpSpPr>
        <p:cNvPr id="1" name=""/>
        <p:cNvGrpSpPr/>
        <p:nvPr/>
      </p:nvGrpSpPr>
      <p:grpSpPr>
        <a:xfrm>
          <a:off x="0" y="0"/>
          <a:ext cx="0" cy="0"/>
          <a:chOff x="0" y="0"/>
          <a:chExt cx="0" cy="0"/>
        </a:xfrm>
      </p:grpSpPr>
      <p:pic>
        <p:nvPicPr>
          <p:cNvPr id="13" name="Picture 12" descr="A blurry image of a rainbow&#10;&#10;Description automatically generated">
            <a:extLst>
              <a:ext uri="{FF2B5EF4-FFF2-40B4-BE49-F238E27FC236}">
                <a16:creationId xmlns:a16="http://schemas.microsoft.com/office/drawing/2014/main" id="{C8E8709F-6A78-59BB-D254-AE4C7F2A57D8}"/>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bg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panose="02000503020000020004" pitchFamily="2" charset="0"/>
                <a:ea typeface="+mj-ea"/>
                <a:cs typeface="Arial" pitchFamily="34" charset="0"/>
              </a:defRPr>
            </a:lvl1pPr>
          </a:lstStyle>
          <a:p>
            <a:pPr lvl="0"/>
            <a:r>
              <a:rPr lang="en-GB" dirty="0"/>
              <a:t>Chapter 00</a:t>
            </a:r>
            <a:endParaRPr lang="en-US" dirty="0"/>
          </a:p>
        </p:txBody>
      </p:sp>
      <p:sp>
        <p:nvSpPr>
          <p:cNvPr id="14" name="Date Placeholder 13">
            <a:extLst>
              <a:ext uri="{FF2B5EF4-FFF2-40B4-BE49-F238E27FC236}">
                <a16:creationId xmlns:a16="http://schemas.microsoft.com/office/drawing/2014/main" id="{FA3F83A6-1D48-7A59-F89B-1AD446292A93}"/>
              </a:ext>
            </a:extLst>
          </p:cNvPr>
          <p:cNvSpPr>
            <a:spLocks noGrp="1"/>
          </p:cNvSpPr>
          <p:nvPr>
            <p:ph type="dt" sz="half" idx="14"/>
          </p:nvPr>
        </p:nvSpPr>
        <p:spPr/>
        <p:txBody>
          <a:bodyPr/>
          <a:lstStyle/>
          <a:p>
            <a:fld id="{771BE447-BCDC-4EEC-980D-A27DDD97413D}" type="datetime3">
              <a:rPr lang="en-US" smtClean="0"/>
              <a:t>11 July 2026</a:t>
            </a:fld>
            <a:endParaRPr lang="en-US" dirty="0"/>
          </a:p>
        </p:txBody>
      </p:sp>
      <p:sp>
        <p:nvSpPr>
          <p:cNvPr id="15" name="Footer Placeholder 14">
            <a:extLst>
              <a:ext uri="{FF2B5EF4-FFF2-40B4-BE49-F238E27FC236}">
                <a16:creationId xmlns:a16="http://schemas.microsoft.com/office/drawing/2014/main" id="{7E103D91-874B-B49F-B9D9-85F52EAD810F}"/>
              </a:ext>
            </a:extLst>
          </p:cNvPr>
          <p:cNvSpPr>
            <a:spLocks noGrp="1"/>
          </p:cNvSpPr>
          <p:nvPr>
            <p:ph type="ftr" sz="quarter" idx="15"/>
          </p:nvPr>
        </p:nvSpPr>
        <p:spPr/>
        <p:txBody>
          <a:bodyPr/>
          <a:lstStyle/>
          <a:p>
            <a:r>
              <a:rPr lang="en-US"/>
              <a:t>Insert footer text here</a:t>
            </a:r>
          </a:p>
        </p:txBody>
      </p:sp>
      <p:sp>
        <p:nvSpPr>
          <p:cNvPr id="16" name="Slide Number Placeholder 15">
            <a:extLst>
              <a:ext uri="{FF2B5EF4-FFF2-40B4-BE49-F238E27FC236}">
                <a16:creationId xmlns:a16="http://schemas.microsoft.com/office/drawing/2014/main" id="{0C95BFB4-BABD-DFFF-43A5-9ABB8A6638B7}"/>
              </a:ext>
            </a:extLst>
          </p:cNvPr>
          <p:cNvSpPr>
            <a:spLocks noGrp="1"/>
          </p:cNvSpPr>
          <p:nvPr>
            <p:ph type="sldNum" sz="quarter" idx="16"/>
          </p:nvPr>
        </p:nvSpPr>
        <p:spPr/>
        <p:txBody>
          <a:bodyPr/>
          <a:lstStyle/>
          <a:p>
            <a:fld id="{F1BC30E3-FFE5-4B91-AA19-87A149EBB9EE}" type="slidenum">
              <a:rPr lang="en-GB" smtClean="0"/>
              <a:pPr/>
              <a:t>‹#›</a:t>
            </a:fld>
            <a:endParaRPr lang="en-GB" dirty="0"/>
          </a:p>
        </p:txBody>
      </p:sp>
      <p:grpSp>
        <p:nvGrpSpPr>
          <p:cNvPr id="3" name="Group 4">
            <a:extLst>
              <a:ext uri="{FF2B5EF4-FFF2-40B4-BE49-F238E27FC236}">
                <a16:creationId xmlns:a16="http://schemas.microsoft.com/office/drawing/2014/main" id="{798A70C5-9B3E-7941-E067-8A9791BCF2D1}"/>
              </a:ext>
            </a:extLst>
          </p:cNvPr>
          <p:cNvGrpSpPr>
            <a:grpSpLocks noChangeAspect="1"/>
          </p:cNvGrpSpPr>
          <p:nvPr userDrawn="1"/>
        </p:nvGrpSpPr>
        <p:grpSpPr bwMode="black">
          <a:xfrm>
            <a:off x="11623900" y="6276977"/>
            <a:ext cx="346158" cy="355219"/>
            <a:chOff x="7110" y="4004"/>
            <a:chExt cx="191" cy="196"/>
          </a:xfrm>
        </p:grpSpPr>
        <p:sp>
          <p:nvSpPr>
            <p:cNvPr id="4" name="Freeform 5">
              <a:extLst>
                <a:ext uri="{FF2B5EF4-FFF2-40B4-BE49-F238E27FC236}">
                  <a16:creationId xmlns:a16="http://schemas.microsoft.com/office/drawing/2014/main" id="{FF0F4F06-C9A4-A997-AB67-59B717C13766}"/>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5" name="Freeform 6">
              <a:extLst>
                <a:ext uri="{FF2B5EF4-FFF2-40B4-BE49-F238E27FC236}">
                  <a16:creationId xmlns:a16="http://schemas.microsoft.com/office/drawing/2014/main" id="{D63C193D-825D-B7A7-F2EF-F53A60100122}"/>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6" name="Freeform 7">
              <a:extLst>
                <a:ext uri="{FF2B5EF4-FFF2-40B4-BE49-F238E27FC236}">
                  <a16:creationId xmlns:a16="http://schemas.microsoft.com/office/drawing/2014/main" id="{44996D9C-EDDB-9A0C-B93D-E5808F8C79D2}"/>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260704009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ection Header 5">
    <p:spTree>
      <p:nvGrpSpPr>
        <p:cNvPr id="1" name=""/>
        <p:cNvGrpSpPr/>
        <p:nvPr/>
      </p:nvGrpSpPr>
      <p:grpSpPr>
        <a:xfrm>
          <a:off x="0" y="0"/>
          <a:ext cx="0" cy="0"/>
          <a:chOff x="0" y="0"/>
          <a:chExt cx="0" cy="0"/>
        </a:xfrm>
      </p:grpSpPr>
      <p:pic>
        <p:nvPicPr>
          <p:cNvPr id="7" name="Picture 6" descr="A colorful circle on a black background&#10;&#10;Description automatically generated">
            <a:extLst>
              <a:ext uri="{FF2B5EF4-FFF2-40B4-BE49-F238E27FC236}">
                <a16:creationId xmlns:a16="http://schemas.microsoft.com/office/drawing/2014/main" id="{9B1A0959-0F7F-FF84-F8C5-2E76E9D45F4F}"/>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bg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EYInterstate" panose="02000503020000020004" pitchFamily="2" charset="0"/>
                <a:ea typeface="+mj-ea"/>
                <a:cs typeface="Arial" pitchFamily="34" charset="0"/>
              </a:defRPr>
            </a:lvl1pPr>
          </a:lstStyle>
          <a:p>
            <a:pPr lvl="0"/>
            <a:r>
              <a:rPr lang="en-GB" dirty="0"/>
              <a:t>Chapter 00</a:t>
            </a:r>
            <a:endParaRPr lang="en-US" dirty="0"/>
          </a:p>
        </p:txBody>
      </p:sp>
      <p:sp>
        <p:nvSpPr>
          <p:cNvPr id="14" name="Date Placeholder 13">
            <a:extLst>
              <a:ext uri="{FF2B5EF4-FFF2-40B4-BE49-F238E27FC236}">
                <a16:creationId xmlns:a16="http://schemas.microsoft.com/office/drawing/2014/main" id="{B5D9BED5-140F-F03D-CA60-9453F1A86D9C}"/>
              </a:ext>
            </a:extLst>
          </p:cNvPr>
          <p:cNvSpPr>
            <a:spLocks noGrp="1"/>
          </p:cNvSpPr>
          <p:nvPr>
            <p:ph type="dt" sz="half" idx="14"/>
          </p:nvPr>
        </p:nvSpPr>
        <p:spPr/>
        <p:txBody>
          <a:bodyPr/>
          <a:lstStyle/>
          <a:p>
            <a:fld id="{2E0B95D1-C1EF-4E09-8CD4-3ADFDE140BB7}" type="datetime3">
              <a:rPr lang="en-US" smtClean="0"/>
              <a:t>11 July 2026</a:t>
            </a:fld>
            <a:endParaRPr lang="en-US" dirty="0"/>
          </a:p>
        </p:txBody>
      </p:sp>
      <p:sp>
        <p:nvSpPr>
          <p:cNvPr id="15" name="Footer Placeholder 14">
            <a:extLst>
              <a:ext uri="{FF2B5EF4-FFF2-40B4-BE49-F238E27FC236}">
                <a16:creationId xmlns:a16="http://schemas.microsoft.com/office/drawing/2014/main" id="{E931943E-2952-F25A-ECCA-F329235A737F}"/>
              </a:ext>
            </a:extLst>
          </p:cNvPr>
          <p:cNvSpPr>
            <a:spLocks noGrp="1"/>
          </p:cNvSpPr>
          <p:nvPr>
            <p:ph type="ftr" sz="quarter" idx="15"/>
          </p:nvPr>
        </p:nvSpPr>
        <p:spPr/>
        <p:txBody>
          <a:bodyPr/>
          <a:lstStyle/>
          <a:p>
            <a:r>
              <a:rPr lang="en-US"/>
              <a:t>Insert footer text here</a:t>
            </a:r>
          </a:p>
        </p:txBody>
      </p:sp>
      <p:sp>
        <p:nvSpPr>
          <p:cNvPr id="16" name="Slide Number Placeholder 15">
            <a:extLst>
              <a:ext uri="{FF2B5EF4-FFF2-40B4-BE49-F238E27FC236}">
                <a16:creationId xmlns:a16="http://schemas.microsoft.com/office/drawing/2014/main" id="{EBCB7712-53BF-0892-3D4B-354DE5C528E5}"/>
              </a:ext>
            </a:extLst>
          </p:cNvPr>
          <p:cNvSpPr>
            <a:spLocks noGrp="1"/>
          </p:cNvSpPr>
          <p:nvPr>
            <p:ph type="sldNum" sz="quarter" idx="16"/>
          </p:nvPr>
        </p:nvSpPr>
        <p:spPr/>
        <p:txBody>
          <a:bodyPr/>
          <a:lstStyle/>
          <a:p>
            <a:fld id="{F1BC30E3-FFE5-4B91-AA19-87A149EBB9EE}" type="slidenum">
              <a:rPr lang="en-GB" smtClean="0"/>
              <a:pPr/>
              <a:t>‹#›</a:t>
            </a:fld>
            <a:endParaRPr lang="en-GB" dirty="0"/>
          </a:p>
        </p:txBody>
      </p:sp>
      <p:grpSp>
        <p:nvGrpSpPr>
          <p:cNvPr id="9" name="Group 4">
            <a:extLst>
              <a:ext uri="{FF2B5EF4-FFF2-40B4-BE49-F238E27FC236}">
                <a16:creationId xmlns:a16="http://schemas.microsoft.com/office/drawing/2014/main" id="{A2CBC4E2-6D56-5589-38B7-123BB8BE7485}"/>
              </a:ext>
            </a:extLst>
          </p:cNvPr>
          <p:cNvGrpSpPr>
            <a:grpSpLocks noChangeAspect="1"/>
          </p:cNvGrpSpPr>
          <p:nvPr userDrawn="1"/>
        </p:nvGrpSpPr>
        <p:grpSpPr bwMode="black">
          <a:xfrm>
            <a:off x="11623900" y="6276977"/>
            <a:ext cx="346158" cy="355219"/>
            <a:chOff x="7110" y="4004"/>
            <a:chExt cx="191" cy="196"/>
          </a:xfrm>
        </p:grpSpPr>
        <p:sp>
          <p:nvSpPr>
            <p:cNvPr id="10" name="Freeform 5">
              <a:extLst>
                <a:ext uri="{FF2B5EF4-FFF2-40B4-BE49-F238E27FC236}">
                  <a16:creationId xmlns:a16="http://schemas.microsoft.com/office/drawing/2014/main" id="{A8D992E6-EAE7-83CF-5B22-7C7DCDB38DCD}"/>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1" name="Freeform 6">
              <a:extLst>
                <a:ext uri="{FF2B5EF4-FFF2-40B4-BE49-F238E27FC236}">
                  <a16:creationId xmlns:a16="http://schemas.microsoft.com/office/drawing/2014/main" id="{DDA26C30-C61D-FE6C-E1DC-6A89E2511A95}"/>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2" name="Freeform 7">
              <a:extLst>
                <a:ext uri="{FF2B5EF4-FFF2-40B4-BE49-F238E27FC236}">
                  <a16:creationId xmlns:a16="http://schemas.microsoft.com/office/drawing/2014/main" id="{69AE1E0B-DC05-6DB6-F457-D229556B4C49}"/>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236424105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ection Header 6">
    <p:spTree>
      <p:nvGrpSpPr>
        <p:cNvPr id="1" name=""/>
        <p:cNvGrpSpPr/>
        <p:nvPr/>
      </p:nvGrpSpPr>
      <p:grpSpPr>
        <a:xfrm>
          <a:off x="0" y="0"/>
          <a:ext cx="0" cy="0"/>
          <a:chOff x="0" y="0"/>
          <a:chExt cx="0" cy="0"/>
        </a:xfrm>
      </p:grpSpPr>
      <p:pic>
        <p:nvPicPr>
          <p:cNvPr id="5" name="Picture 4" descr="A blurry image of a rainbow&#10;&#10;Description automatically generated">
            <a:extLst>
              <a:ext uri="{FF2B5EF4-FFF2-40B4-BE49-F238E27FC236}">
                <a16:creationId xmlns:a16="http://schemas.microsoft.com/office/drawing/2014/main" id="{36630E4E-7F64-A84B-6022-F16994E95375}"/>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3053616"/>
            <a:ext cx="7394575" cy="2869882"/>
          </a:xfrm>
        </p:spPr>
        <p:txBody>
          <a:bodyPr anchor="t"/>
          <a:lstStyle>
            <a:lvl1pPr>
              <a:defRPr sz="6000">
                <a:solidFill>
                  <a:schemeClr val="bg1"/>
                </a:solidFill>
              </a:defRPr>
            </a:lvl1pPr>
          </a:lstStyle>
          <a:p>
            <a:r>
              <a:rPr lang="en-GB" dirty="0"/>
              <a:t>Click to edit Master title style</a:t>
            </a:r>
            <a:endParaRPr lang="en-US" dirty="0"/>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2169200"/>
          </a:xfrm>
        </p:spPr>
        <p:txBody>
          <a:bodyPr lIns="0" tIns="0" rIns="0" bIns="0" anchor="b">
            <a:noAutofit/>
          </a:bodyPr>
          <a:lstStyle>
            <a:lvl1pPr marL="0" indent="0">
              <a:lnSpc>
                <a:spcPct val="85000"/>
              </a:lnSpc>
              <a:spcAft>
                <a:spcPts val="0"/>
              </a:spcAft>
              <a:buNone/>
              <a:defRPr kumimoji="0" lang="en-US" sz="16600" b="1" i="0" u="none" strike="noStrike" kern="1200" cap="none" spc="0" normalizeH="0" baseline="0" dirty="0">
                <a:ln>
                  <a:noFill/>
                </a:ln>
                <a:solidFill>
                  <a:srgbClr val="747480">
                    <a:alpha val="50000"/>
                  </a:srgbClr>
                </a:solidFill>
                <a:effectLst/>
                <a:uLnTx/>
                <a:uFillTx/>
                <a:latin typeface="EYInterstate Light" panose="02000506000000020004" pitchFamily="2" charset="0"/>
                <a:ea typeface="+mn-ea"/>
                <a:cs typeface="+mn-cs"/>
              </a:defRPr>
            </a:lvl1pPr>
          </a:lstStyle>
          <a:p>
            <a:pPr marL="0" marR="0" lvl="0" indent="0" algn="l" defTabSz="1007887" rtl="0" eaLnBrk="1" fontAlgn="auto" latinLnBrk="0" hangingPunct="1">
              <a:lnSpc>
                <a:spcPct val="100000"/>
              </a:lnSpc>
              <a:spcBef>
                <a:spcPts val="0"/>
              </a:spcBef>
              <a:spcAft>
                <a:spcPts val="200"/>
              </a:spcAft>
              <a:buClrTx/>
              <a:buSzTx/>
              <a:buFont typeface="Arial" panose="020B0604020202020204" pitchFamily="34" charset="0"/>
              <a:buNone/>
              <a:tabLst/>
              <a:defRPr/>
            </a:pPr>
            <a:r>
              <a:rPr lang="en-GB" dirty="0"/>
              <a:t>00</a:t>
            </a:r>
            <a:endParaRPr lang="en-US" dirty="0"/>
          </a:p>
        </p:txBody>
      </p:sp>
      <p:sp>
        <p:nvSpPr>
          <p:cNvPr id="14" name="Date Placeholder 13">
            <a:extLst>
              <a:ext uri="{FF2B5EF4-FFF2-40B4-BE49-F238E27FC236}">
                <a16:creationId xmlns:a16="http://schemas.microsoft.com/office/drawing/2014/main" id="{B5D9BED5-140F-F03D-CA60-9453F1A86D9C}"/>
              </a:ext>
            </a:extLst>
          </p:cNvPr>
          <p:cNvSpPr>
            <a:spLocks noGrp="1"/>
          </p:cNvSpPr>
          <p:nvPr>
            <p:ph type="dt" sz="half" idx="14"/>
          </p:nvPr>
        </p:nvSpPr>
        <p:spPr/>
        <p:txBody>
          <a:bodyPr/>
          <a:lstStyle/>
          <a:p>
            <a:fld id="{CA24DDF8-32C5-4452-B55F-4A8C15AB0F46}" type="datetime3">
              <a:rPr lang="en-US" smtClean="0"/>
              <a:t>11 July 2026</a:t>
            </a:fld>
            <a:endParaRPr lang="en-US" dirty="0"/>
          </a:p>
        </p:txBody>
      </p:sp>
      <p:sp>
        <p:nvSpPr>
          <p:cNvPr id="15" name="Footer Placeholder 14">
            <a:extLst>
              <a:ext uri="{FF2B5EF4-FFF2-40B4-BE49-F238E27FC236}">
                <a16:creationId xmlns:a16="http://schemas.microsoft.com/office/drawing/2014/main" id="{E931943E-2952-F25A-ECCA-F329235A737F}"/>
              </a:ext>
            </a:extLst>
          </p:cNvPr>
          <p:cNvSpPr>
            <a:spLocks noGrp="1"/>
          </p:cNvSpPr>
          <p:nvPr>
            <p:ph type="ftr" sz="quarter" idx="15"/>
          </p:nvPr>
        </p:nvSpPr>
        <p:spPr/>
        <p:txBody>
          <a:bodyPr/>
          <a:lstStyle/>
          <a:p>
            <a:r>
              <a:rPr lang="en-US"/>
              <a:t>Insert footer text here</a:t>
            </a:r>
          </a:p>
        </p:txBody>
      </p:sp>
      <p:sp>
        <p:nvSpPr>
          <p:cNvPr id="16" name="Slide Number Placeholder 15">
            <a:extLst>
              <a:ext uri="{FF2B5EF4-FFF2-40B4-BE49-F238E27FC236}">
                <a16:creationId xmlns:a16="http://schemas.microsoft.com/office/drawing/2014/main" id="{EBCB7712-53BF-0892-3D4B-354DE5C528E5}"/>
              </a:ext>
            </a:extLst>
          </p:cNvPr>
          <p:cNvSpPr>
            <a:spLocks noGrp="1"/>
          </p:cNvSpPr>
          <p:nvPr>
            <p:ph type="sldNum" sz="quarter" idx="16"/>
          </p:nvPr>
        </p:nvSpPr>
        <p:spPr/>
        <p:txBody>
          <a:bodyPr/>
          <a:lstStyle/>
          <a:p>
            <a:fld id="{F1BC30E3-FFE5-4B91-AA19-87A149EBB9EE}" type="slidenum">
              <a:rPr lang="en-GB" smtClean="0"/>
              <a:pPr/>
              <a:t>‹#›</a:t>
            </a:fld>
            <a:endParaRPr lang="en-GB" dirty="0"/>
          </a:p>
        </p:txBody>
      </p:sp>
      <p:grpSp>
        <p:nvGrpSpPr>
          <p:cNvPr id="9" name="Group 4">
            <a:extLst>
              <a:ext uri="{FF2B5EF4-FFF2-40B4-BE49-F238E27FC236}">
                <a16:creationId xmlns:a16="http://schemas.microsoft.com/office/drawing/2014/main" id="{F2D79ED6-4894-2B8B-D862-974AC88E705C}"/>
              </a:ext>
            </a:extLst>
          </p:cNvPr>
          <p:cNvGrpSpPr>
            <a:grpSpLocks noChangeAspect="1"/>
          </p:cNvGrpSpPr>
          <p:nvPr userDrawn="1"/>
        </p:nvGrpSpPr>
        <p:grpSpPr bwMode="black">
          <a:xfrm>
            <a:off x="11623900" y="6276977"/>
            <a:ext cx="346158" cy="355219"/>
            <a:chOff x="7110" y="4004"/>
            <a:chExt cx="191" cy="196"/>
          </a:xfrm>
        </p:grpSpPr>
        <p:sp>
          <p:nvSpPr>
            <p:cNvPr id="10" name="Freeform 5">
              <a:extLst>
                <a:ext uri="{FF2B5EF4-FFF2-40B4-BE49-F238E27FC236}">
                  <a16:creationId xmlns:a16="http://schemas.microsoft.com/office/drawing/2014/main" id="{7F6B658B-99C5-075E-8FBB-F68A5010C408}"/>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1" name="Freeform 6">
              <a:extLst>
                <a:ext uri="{FF2B5EF4-FFF2-40B4-BE49-F238E27FC236}">
                  <a16:creationId xmlns:a16="http://schemas.microsoft.com/office/drawing/2014/main" id="{4D5FE3CF-44B0-DC6A-D098-1142A9EF999E}"/>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3" name="Freeform 7">
              <a:extLst>
                <a:ext uri="{FF2B5EF4-FFF2-40B4-BE49-F238E27FC236}">
                  <a16:creationId xmlns:a16="http://schemas.microsoft.com/office/drawing/2014/main" id="{0B46547D-1401-03DA-C2CC-733F034C7907}"/>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392133321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pic>
        <p:nvPicPr>
          <p:cNvPr id="11" name="Picture 10" descr="A blurry image of a rainbow&#10;&#10;Description automatically generated">
            <a:extLst>
              <a:ext uri="{FF2B5EF4-FFF2-40B4-BE49-F238E27FC236}">
                <a16:creationId xmlns:a16="http://schemas.microsoft.com/office/drawing/2014/main" id="{0CF60EBF-BB0E-A13F-6F1D-8E03C5FC39A6}"/>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3930FFC6-DEA1-5FCD-0ABD-350186ADBF5D}"/>
              </a:ext>
            </a:extLst>
          </p:cNvPr>
          <p:cNvSpPr>
            <a:spLocks noGrp="1"/>
          </p:cNvSpPr>
          <p:nvPr>
            <p:ph type="title" hasCustomPrompt="1"/>
          </p:nvPr>
        </p:nvSpPr>
        <p:spPr>
          <a:xfrm>
            <a:off x="485523" y="369888"/>
            <a:ext cx="3314701" cy="470898"/>
          </a:xfrm>
        </p:spPr>
        <p:txBody>
          <a:bodyPr/>
          <a:lstStyle/>
          <a:p>
            <a:r>
              <a:rPr lang="en-GB" dirty="0"/>
              <a:t>Contents</a:t>
            </a:r>
            <a:endParaRPr lang="en-US" dirty="0"/>
          </a:p>
        </p:txBody>
      </p:sp>
      <p:sp>
        <p:nvSpPr>
          <p:cNvPr id="7" name="Text Placeholder 6">
            <a:extLst>
              <a:ext uri="{FF2B5EF4-FFF2-40B4-BE49-F238E27FC236}">
                <a16:creationId xmlns:a16="http://schemas.microsoft.com/office/drawing/2014/main" id="{7B8AEA00-448F-1217-B10E-ABF6D402B4CB}"/>
              </a:ext>
            </a:extLst>
          </p:cNvPr>
          <p:cNvSpPr>
            <a:spLocks noGrp="1"/>
          </p:cNvSpPr>
          <p:nvPr>
            <p:ph type="body" sz="quarter" idx="15" hasCustomPrompt="1"/>
          </p:nvPr>
        </p:nvSpPr>
        <p:spPr>
          <a:xfrm>
            <a:off x="485775" y="1411287"/>
            <a:ext cx="5099050" cy="4638675"/>
          </a:xfrm>
        </p:spPr>
        <p:txBody>
          <a:bodyPr/>
          <a:lstStyle>
            <a:lvl1pPr>
              <a:defRPr sz="2400"/>
            </a:lvl1pPr>
            <a:lvl2pPr>
              <a:defRPr sz="2400"/>
            </a:lvl2pPr>
            <a:lvl3pPr>
              <a:defRPr sz="2000"/>
            </a:lvl3pPr>
            <a:lvl4pPr>
              <a:defRPr sz="1800"/>
            </a:lvl4pPr>
            <a:lvl5pPr>
              <a:defRPr sz="1800"/>
            </a:lvl5pPr>
          </a:lstStyle>
          <a:p>
            <a:pPr lvl="0"/>
            <a:r>
              <a:rPr lang="en-GB" dirty="0"/>
              <a:t>Introduction text goes here and delete the bullet if not required</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Date Placeholder 15">
            <a:extLst>
              <a:ext uri="{FF2B5EF4-FFF2-40B4-BE49-F238E27FC236}">
                <a16:creationId xmlns:a16="http://schemas.microsoft.com/office/drawing/2014/main" id="{6B67F104-BCCD-4057-9F3C-70C29E057A50}"/>
              </a:ext>
            </a:extLst>
          </p:cNvPr>
          <p:cNvSpPr>
            <a:spLocks noGrp="1"/>
          </p:cNvSpPr>
          <p:nvPr>
            <p:ph type="dt" sz="half" idx="16"/>
          </p:nvPr>
        </p:nvSpPr>
        <p:spPr/>
        <p:txBody>
          <a:bodyPr/>
          <a:lstStyle/>
          <a:p>
            <a:fld id="{D10E464A-F9DB-4EEE-9330-F258545ED41D}" type="datetime3">
              <a:rPr lang="en-US" smtClean="0"/>
              <a:t>11 July 2026</a:t>
            </a:fld>
            <a:endParaRPr lang="en-US" dirty="0"/>
          </a:p>
        </p:txBody>
      </p:sp>
      <p:sp>
        <p:nvSpPr>
          <p:cNvPr id="17" name="Footer Placeholder 16">
            <a:extLst>
              <a:ext uri="{FF2B5EF4-FFF2-40B4-BE49-F238E27FC236}">
                <a16:creationId xmlns:a16="http://schemas.microsoft.com/office/drawing/2014/main" id="{6880D4C2-A728-3810-8EAF-6AC78A949BE5}"/>
              </a:ext>
            </a:extLst>
          </p:cNvPr>
          <p:cNvSpPr>
            <a:spLocks noGrp="1"/>
          </p:cNvSpPr>
          <p:nvPr>
            <p:ph type="ftr" sz="quarter" idx="17"/>
          </p:nvPr>
        </p:nvSpPr>
        <p:spPr/>
        <p:txBody>
          <a:bodyPr/>
          <a:lstStyle/>
          <a:p>
            <a:r>
              <a:rPr lang="en-US"/>
              <a:t>Insert footer text here</a:t>
            </a:r>
          </a:p>
        </p:txBody>
      </p:sp>
      <p:sp>
        <p:nvSpPr>
          <p:cNvPr id="18" name="Slide Number Placeholder 17">
            <a:extLst>
              <a:ext uri="{FF2B5EF4-FFF2-40B4-BE49-F238E27FC236}">
                <a16:creationId xmlns:a16="http://schemas.microsoft.com/office/drawing/2014/main" id="{4CB206C2-DFD0-9033-25AE-68BCB50C1933}"/>
              </a:ext>
            </a:extLst>
          </p:cNvPr>
          <p:cNvSpPr>
            <a:spLocks noGrp="1"/>
          </p:cNvSpPr>
          <p:nvPr>
            <p:ph type="sldNum" sz="quarter" idx="18"/>
          </p:nvPr>
        </p:nvSpPr>
        <p:spPr/>
        <p:txBody>
          <a:bodyPr/>
          <a:lstStyle/>
          <a:p>
            <a:fld id="{F1BC30E3-FFE5-4B91-AA19-87A149EBB9EE}" type="slidenum">
              <a:rPr lang="en-GB" smtClean="0"/>
              <a:pPr/>
              <a:t>‹#›</a:t>
            </a:fld>
            <a:endParaRPr lang="en-GB" dirty="0"/>
          </a:p>
        </p:txBody>
      </p:sp>
      <p:sp>
        <p:nvSpPr>
          <p:cNvPr id="12" name="Text Placeholder 6">
            <a:extLst>
              <a:ext uri="{FF2B5EF4-FFF2-40B4-BE49-F238E27FC236}">
                <a16:creationId xmlns:a16="http://schemas.microsoft.com/office/drawing/2014/main" id="{4A244641-8AF5-E5A2-18FB-105E0DDC424F}"/>
              </a:ext>
            </a:extLst>
          </p:cNvPr>
          <p:cNvSpPr>
            <a:spLocks noGrp="1"/>
          </p:cNvSpPr>
          <p:nvPr>
            <p:ph type="body" sz="quarter" idx="21" hasCustomPrompt="1"/>
          </p:nvPr>
        </p:nvSpPr>
        <p:spPr>
          <a:xfrm>
            <a:off x="6099647" y="1411287"/>
            <a:ext cx="5610225" cy="4638675"/>
          </a:xfrm>
        </p:spPr>
        <p:txBody>
          <a:bodyPr/>
          <a:lstStyle>
            <a:lvl1pPr marL="457200" indent="-457200">
              <a:buFont typeface="+mj-lt"/>
              <a:buAutoNum type="arabicPeriod"/>
              <a:defRPr sz="1800"/>
            </a:lvl1pPr>
            <a:lvl2pPr marL="914400" indent="-457200">
              <a:defRPr sz="1600"/>
            </a:lvl2pPr>
            <a:lvl3pPr marL="914400" indent="-457200">
              <a:defRPr sz="1600"/>
            </a:lvl3pPr>
            <a:lvl4pPr marL="914400" indent="-457200">
              <a:defRPr sz="1400"/>
            </a:lvl4pPr>
            <a:lvl5pPr marL="914400" indent="-457200">
              <a:defRPr sz="1400"/>
            </a:lvl5pPr>
          </a:lstStyle>
          <a:p>
            <a:pPr lvl="0"/>
            <a:r>
              <a:rPr lang="en-IN" dirty="0"/>
              <a:t>Section header goes here and to insert page numbers use the tab button on the keyboard</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grpSp>
        <p:nvGrpSpPr>
          <p:cNvPr id="4" name="Group 4">
            <a:extLst>
              <a:ext uri="{FF2B5EF4-FFF2-40B4-BE49-F238E27FC236}">
                <a16:creationId xmlns:a16="http://schemas.microsoft.com/office/drawing/2014/main" id="{6A947DDB-75DB-76B2-ADC5-D93B38D4183D}"/>
              </a:ext>
            </a:extLst>
          </p:cNvPr>
          <p:cNvGrpSpPr>
            <a:grpSpLocks noChangeAspect="1"/>
          </p:cNvGrpSpPr>
          <p:nvPr userDrawn="1"/>
        </p:nvGrpSpPr>
        <p:grpSpPr bwMode="black">
          <a:xfrm>
            <a:off x="11623900" y="6276977"/>
            <a:ext cx="346158" cy="355219"/>
            <a:chOff x="7110" y="4004"/>
            <a:chExt cx="191" cy="196"/>
          </a:xfrm>
        </p:grpSpPr>
        <p:sp>
          <p:nvSpPr>
            <p:cNvPr id="9" name="Freeform 5">
              <a:extLst>
                <a:ext uri="{FF2B5EF4-FFF2-40B4-BE49-F238E27FC236}">
                  <a16:creationId xmlns:a16="http://schemas.microsoft.com/office/drawing/2014/main" id="{777A9F83-CB8D-4479-6968-8B47D931EEBA}"/>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0" name="Freeform 6">
              <a:extLst>
                <a:ext uri="{FF2B5EF4-FFF2-40B4-BE49-F238E27FC236}">
                  <a16:creationId xmlns:a16="http://schemas.microsoft.com/office/drawing/2014/main" id="{6B1C04DF-19FD-1D5D-56C9-211BF50EB230}"/>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3" name="Freeform 7">
              <a:extLst>
                <a:ext uri="{FF2B5EF4-FFF2-40B4-BE49-F238E27FC236}">
                  <a16:creationId xmlns:a16="http://schemas.microsoft.com/office/drawing/2014/main" id="{7297F736-140F-E853-3848-EA573A1B3C51}"/>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98530385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8" name="Picture 7" descr="A bright light in the dark&#10;&#10;Description automatically generated">
            <a:extLst>
              <a:ext uri="{FF2B5EF4-FFF2-40B4-BE49-F238E27FC236}">
                <a16:creationId xmlns:a16="http://schemas.microsoft.com/office/drawing/2014/main" id="{C6893964-B096-BBF5-42BC-1EAE055022BA}"/>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17" name="Text Placeholder 9">
            <a:extLst>
              <a:ext uri="{FF2B5EF4-FFF2-40B4-BE49-F238E27FC236}">
                <a16:creationId xmlns:a16="http://schemas.microsoft.com/office/drawing/2014/main" id="{B9199D71-1BDD-2925-CD92-9B0B3F8439E9}"/>
              </a:ext>
            </a:extLst>
          </p:cNvPr>
          <p:cNvSpPr>
            <a:spLocks noGrp="1"/>
          </p:cNvSpPr>
          <p:nvPr>
            <p:ph type="body" sz="quarter" idx="28" hasCustomPrompt="1"/>
          </p:nvPr>
        </p:nvSpPr>
        <p:spPr>
          <a:xfrm>
            <a:off x="2756521" y="1411287"/>
            <a:ext cx="1873220" cy="2031325"/>
          </a:xfrm>
        </p:spPr>
        <p:txBody>
          <a:bodyPr wrap="square">
            <a:spAutoFit/>
          </a:bodyPr>
          <a:lstStyle>
            <a:lvl1pPr marL="0" indent="0">
              <a:buNone/>
              <a:defRPr sz="13200"/>
            </a:lvl1pPr>
          </a:lstStyle>
          <a:p>
            <a:pPr lvl="0"/>
            <a:r>
              <a:rPr lang="en-GB" dirty="0"/>
              <a:t>0</a:t>
            </a:r>
            <a:endParaRPr lang="en-US" dirty="0"/>
          </a:p>
        </p:txBody>
      </p:sp>
      <p:sp>
        <p:nvSpPr>
          <p:cNvPr id="19" name="Text Placeholder 6">
            <a:extLst>
              <a:ext uri="{FF2B5EF4-FFF2-40B4-BE49-F238E27FC236}">
                <a16:creationId xmlns:a16="http://schemas.microsoft.com/office/drawing/2014/main" id="{F8391354-FDE4-DE4D-8084-A61467B9F410}"/>
              </a:ext>
            </a:extLst>
          </p:cNvPr>
          <p:cNvSpPr>
            <a:spLocks noGrp="1"/>
          </p:cNvSpPr>
          <p:nvPr>
            <p:ph type="body" sz="quarter" idx="29" hasCustomPrompt="1"/>
          </p:nvPr>
        </p:nvSpPr>
        <p:spPr>
          <a:xfrm flipH="1">
            <a:off x="2845421" y="3642518"/>
            <a:ext cx="1785600" cy="2407444"/>
          </a:xfrm>
        </p:spPr>
        <p:txBody>
          <a:bodyPr/>
          <a:lstStyle>
            <a:lvl1pPr>
              <a:defRPr>
                <a:latin typeface="+mn-lt"/>
              </a:defRPr>
            </a:lvl1pPr>
          </a:lstStyle>
          <a:p>
            <a:pPr lvl="0"/>
            <a:r>
              <a:rPr lang="en-GB" dirty="0"/>
              <a:t>Agenda text goes here and delete the bullet if not required</a:t>
            </a:r>
            <a:endParaRPr lang="en-US" dirty="0"/>
          </a:p>
        </p:txBody>
      </p:sp>
      <p:sp>
        <p:nvSpPr>
          <p:cNvPr id="20" name="Text Placeholder 9">
            <a:extLst>
              <a:ext uri="{FF2B5EF4-FFF2-40B4-BE49-F238E27FC236}">
                <a16:creationId xmlns:a16="http://schemas.microsoft.com/office/drawing/2014/main" id="{F575A1BC-5BD6-1793-C917-0720FC3DE980}"/>
              </a:ext>
            </a:extLst>
          </p:cNvPr>
          <p:cNvSpPr>
            <a:spLocks noGrp="1"/>
          </p:cNvSpPr>
          <p:nvPr>
            <p:ph type="body" sz="quarter" idx="30" hasCustomPrompt="1"/>
          </p:nvPr>
        </p:nvSpPr>
        <p:spPr>
          <a:xfrm>
            <a:off x="5116419" y="1411287"/>
            <a:ext cx="1873220" cy="2031325"/>
          </a:xfrm>
        </p:spPr>
        <p:txBody>
          <a:bodyPr wrap="square">
            <a:spAutoFit/>
          </a:bodyPr>
          <a:lstStyle>
            <a:lvl1pPr marL="0" indent="0">
              <a:buNone/>
              <a:defRPr sz="13200"/>
            </a:lvl1pPr>
          </a:lstStyle>
          <a:p>
            <a:pPr lvl="0"/>
            <a:r>
              <a:rPr lang="en-GB" dirty="0"/>
              <a:t>0</a:t>
            </a:r>
            <a:endParaRPr lang="en-US" dirty="0"/>
          </a:p>
        </p:txBody>
      </p:sp>
      <p:sp>
        <p:nvSpPr>
          <p:cNvPr id="22" name="Text Placeholder 6">
            <a:extLst>
              <a:ext uri="{FF2B5EF4-FFF2-40B4-BE49-F238E27FC236}">
                <a16:creationId xmlns:a16="http://schemas.microsoft.com/office/drawing/2014/main" id="{F9CBCE1B-3F39-C7B5-CCE2-AE84242E7749}"/>
              </a:ext>
            </a:extLst>
          </p:cNvPr>
          <p:cNvSpPr>
            <a:spLocks noGrp="1"/>
          </p:cNvSpPr>
          <p:nvPr>
            <p:ph type="body" sz="quarter" idx="31" hasCustomPrompt="1"/>
          </p:nvPr>
        </p:nvSpPr>
        <p:spPr>
          <a:xfrm flipH="1">
            <a:off x="5205319" y="3642518"/>
            <a:ext cx="1785600" cy="2407444"/>
          </a:xfrm>
        </p:spPr>
        <p:txBody>
          <a:bodyPr/>
          <a:lstStyle>
            <a:lvl1pPr>
              <a:defRPr>
                <a:latin typeface="+mn-lt"/>
              </a:defRPr>
            </a:lvl1pPr>
          </a:lstStyle>
          <a:p>
            <a:pPr lvl="0"/>
            <a:r>
              <a:rPr lang="en-GB" dirty="0"/>
              <a:t>Agenda text goes here and delete the bullet if not required</a:t>
            </a:r>
            <a:endParaRPr lang="en-US" dirty="0"/>
          </a:p>
        </p:txBody>
      </p:sp>
      <p:sp>
        <p:nvSpPr>
          <p:cNvPr id="25" name="Text Placeholder 6">
            <a:extLst>
              <a:ext uri="{FF2B5EF4-FFF2-40B4-BE49-F238E27FC236}">
                <a16:creationId xmlns:a16="http://schemas.microsoft.com/office/drawing/2014/main" id="{814015C2-B8E4-B890-4CD0-F6A3A2052CAC}"/>
              </a:ext>
            </a:extLst>
          </p:cNvPr>
          <p:cNvSpPr>
            <a:spLocks noGrp="1"/>
          </p:cNvSpPr>
          <p:nvPr>
            <p:ph type="body" sz="quarter" idx="33" hasCustomPrompt="1"/>
          </p:nvPr>
        </p:nvSpPr>
        <p:spPr>
          <a:xfrm>
            <a:off x="7565217" y="3642518"/>
            <a:ext cx="1785600" cy="2407444"/>
          </a:xfrm>
        </p:spPr>
        <p:txBody>
          <a:bodyPr/>
          <a:lstStyle>
            <a:lvl1pPr>
              <a:defRPr>
                <a:latin typeface="+mn-lt"/>
              </a:defRPr>
            </a:lvl1pPr>
          </a:lstStyle>
          <a:p>
            <a:pPr lvl="0"/>
            <a:r>
              <a:rPr lang="en-GB" dirty="0"/>
              <a:t>Agenda text goes here and delete the bullet if not required</a:t>
            </a:r>
            <a:endParaRPr lang="en-US" dirty="0"/>
          </a:p>
        </p:txBody>
      </p:sp>
      <p:sp>
        <p:nvSpPr>
          <p:cNvPr id="30" name="Text Placeholder 9">
            <a:extLst>
              <a:ext uri="{FF2B5EF4-FFF2-40B4-BE49-F238E27FC236}">
                <a16:creationId xmlns:a16="http://schemas.microsoft.com/office/drawing/2014/main" id="{37959C9A-F406-FB92-6FFF-08F42234CF91}"/>
              </a:ext>
            </a:extLst>
          </p:cNvPr>
          <p:cNvSpPr>
            <a:spLocks noGrp="1"/>
          </p:cNvSpPr>
          <p:nvPr>
            <p:ph type="body" sz="quarter" idx="34" hasCustomPrompt="1"/>
          </p:nvPr>
        </p:nvSpPr>
        <p:spPr>
          <a:xfrm>
            <a:off x="9836214" y="1411287"/>
            <a:ext cx="1873220" cy="2031325"/>
          </a:xfrm>
        </p:spPr>
        <p:txBody>
          <a:bodyPr wrap="square">
            <a:spAutoFit/>
          </a:bodyPr>
          <a:lstStyle>
            <a:lvl1pPr marL="0" indent="0">
              <a:buNone/>
              <a:defRPr sz="13200"/>
            </a:lvl1pPr>
          </a:lstStyle>
          <a:p>
            <a:pPr lvl="0"/>
            <a:r>
              <a:rPr lang="en-GB" dirty="0"/>
              <a:t>0</a:t>
            </a:r>
            <a:endParaRPr lang="en-US" dirty="0"/>
          </a:p>
        </p:txBody>
      </p:sp>
      <p:sp>
        <p:nvSpPr>
          <p:cNvPr id="34" name="Text Placeholder 6">
            <a:extLst>
              <a:ext uri="{FF2B5EF4-FFF2-40B4-BE49-F238E27FC236}">
                <a16:creationId xmlns:a16="http://schemas.microsoft.com/office/drawing/2014/main" id="{BC6A6256-32C1-F83C-4A32-D674785CF1DF}"/>
              </a:ext>
            </a:extLst>
          </p:cNvPr>
          <p:cNvSpPr>
            <a:spLocks noGrp="1"/>
          </p:cNvSpPr>
          <p:nvPr>
            <p:ph type="body" sz="quarter" idx="35" hasCustomPrompt="1"/>
          </p:nvPr>
        </p:nvSpPr>
        <p:spPr>
          <a:xfrm>
            <a:off x="9925114" y="3642518"/>
            <a:ext cx="1785600" cy="2407444"/>
          </a:xfrm>
        </p:spPr>
        <p:txBody>
          <a:bodyPr/>
          <a:lstStyle>
            <a:lvl1pPr>
              <a:defRPr>
                <a:latin typeface="+mn-lt"/>
              </a:defRPr>
            </a:lvl1pPr>
          </a:lstStyle>
          <a:p>
            <a:pPr lvl="0"/>
            <a:r>
              <a:rPr lang="en-GB" dirty="0"/>
              <a:t>Agenda text goes here and delete the bullet if not required</a:t>
            </a:r>
            <a:endParaRPr lang="en-US" dirty="0"/>
          </a:p>
        </p:txBody>
      </p:sp>
      <p:sp>
        <p:nvSpPr>
          <p:cNvPr id="2" name="Title 1">
            <a:extLst>
              <a:ext uri="{FF2B5EF4-FFF2-40B4-BE49-F238E27FC236}">
                <a16:creationId xmlns:a16="http://schemas.microsoft.com/office/drawing/2014/main" id="{E49EC5F5-14E0-4B05-29E6-E9A059AA1002}"/>
              </a:ext>
            </a:extLst>
          </p:cNvPr>
          <p:cNvSpPr>
            <a:spLocks noGrp="1"/>
          </p:cNvSpPr>
          <p:nvPr>
            <p:ph type="title" hasCustomPrompt="1"/>
          </p:nvPr>
        </p:nvSpPr>
        <p:spPr>
          <a:xfrm>
            <a:off x="485523" y="369888"/>
            <a:ext cx="11224347" cy="470898"/>
          </a:xfrm>
        </p:spPr>
        <p:txBody>
          <a:bodyPr/>
          <a:lstStyle/>
          <a:p>
            <a:r>
              <a:rPr lang="en-GB" dirty="0"/>
              <a:t>Agenda</a:t>
            </a:r>
            <a:endParaRPr lang="en-US" dirty="0"/>
          </a:p>
        </p:txBody>
      </p:sp>
      <p:sp>
        <p:nvSpPr>
          <p:cNvPr id="10" name="Text Placeholder 9">
            <a:extLst>
              <a:ext uri="{FF2B5EF4-FFF2-40B4-BE49-F238E27FC236}">
                <a16:creationId xmlns:a16="http://schemas.microsoft.com/office/drawing/2014/main" id="{920A2165-CDB3-28AA-F42A-E5E3D72C1440}"/>
              </a:ext>
            </a:extLst>
          </p:cNvPr>
          <p:cNvSpPr>
            <a:spLocks noGrp="1"/>
          </p:cNvSpPr>
          <p:nvPr>
            <p:ph type="body" sz="quarter" idx="13" hasCustomPrompt="1"/>
          </p:nvPr>
        </p:nvSpPr>
        <p:spPr>
          <a:xfrm>
            <a:off x="396623" y="1411287"/>
            <a:ext cx="1873220" cy="2031325"/>
          </a:xfrm>
        </p:spPr>
        <p:txBody>
          <a:bodyPr wrap="square">
            <a:spAutoFit/>
          </a:bodyPr>
          <a:lstStyle>
            <a:lvl1pPr marL="0" indent="0">
              <a:buNone/>
              <a:defRPr sz="13200"/>
            </a:lvl1pPr>
          </a:lstStyle>
          <a:p>
            <a:pPr lvl="0"/>
            <a:r>
              <a:rPr lang="en-GB" dirty="0"/>
              <a:t>0</a:t>
            </a:r>
            <a:endParaRPr lang="en-US" dirty="0"/>
          </a:p>
        </p:txBody>
      </p:sp>
      <p:sp>
        <p:nvSpPr>
          <p:cNvPr id="3" name="Text Placeholder 6">
            <a:extLst>
              <a:ext uri="{FF2B5EF4-FFF2-40B4-BE49-F238E27FC236}">
                <a16:creationId xmlns:a16="http://schemas.microsoft.com/office/drawing/2014/main" id="{F78D4931-12A7-7D80-F380-EDF6BE10CA42}"/>
              </a:ext>
            </a:extLst>
          </p:cNvPr>
          <p:cNvSpPr>
            <a:spLocks noGrp="1"/>
          </p:cNvSpPr>
          <p:nvPr>
            <p:ph type="body" sz="quarter" idx="27" hasCustomPrompt="1"/>
          </p:nvPr>
        </p:nvSpPr>
        <p:spPr>
          <a:xfrm>
            <a:off x="485523" y="3642518"/>
            <a:ext cx="1785600" cy="2407444"/>
          </a:xfrm>
        </p:spPr>
        <p:txBody>
          <a:bodyPr/>
          <a:lstStyle>
            <a:lvl1pPr>
              <a:defRPr>
                <a:latin typeface="+mn-lt"/>
              </a:defRPr>
            </a:lvl1pPr>
          </a:lstStyle>
          <a:p>
            <a:pPr lvl="0"/>
            <a:r>
              <a:rPr lang="en-GB" dirty="0"/>
              <a:t>Agenda text goes here and delete the bullet if not required</a:t>
            </a:r>
            <a:endParaRPr lang="en-US" dirty="0"/>
          </a:p>
        </p:txBody>
      </p:sp>
      <p:sp>
        <p:nvSpPr>
          <p:cNvPr id="23" name="Text Placeholder 9">
            <a:extLst>
              <a:ext uri="{FF2B5EF4-FFF2-40B4-BE49-F238E27FC236}">
                <a16:creationId xmlns:a16="http://schemas.microsoft.com/office/drawing/2014/main" id="{38D52684-7A0E-2BDF-C56C-F721FED04E3A}"/>
              </a:ext>
            </a:extLst>
          </p:cNvPr>
          <p:cNvSpPr>
            <a:spLocks noGrp="1"/>
          </p:cNvSpPr>
          <p:nvPr>
            <p:ph type="body" sz="quarter" idx="32" hasCustomPrompt="1"/>
          </p:nvPr>
        </p:nvSpPr>
        <p:spPr>
          <a:xfrm>
            <a:off x="7476317" y="1411287"/>
            <a:ext cx="1873220" cy="2031325"/>
          </a:xfrm>
        </p:spPr>
        <p:txBody>
          <a:bodyPr wrap="square">
            <a:spAutoFit/>
          </a:bodyPr>
          <a:lstStyle>
            <a:lvl1pPr marL="0" indent="0">
              <a:buNone/>
              <a:defRPr sz="13200"/>
            </a:lvl1pPr>
          </a:lstStyle>
          <a:p>
            <a:pPr lvl="0"/>
            <a:r>
              <a:rPr lang="en-GB" dirty="0"/>
              <a:t>0</a:t>
            </a:r>
            <a:endParaRPr lang="en-US" dirty="0"/>
          </a:p>
        </p:txBody>
      </p:sp>
      <p:sp>
        <p:nvSpPr>
          <p:cNvPr id="36" name="SmartArt Placeholder 35">
            <a:extLst>
              <a:ext uri="{FF2B5EF4-FFF2-40B4-BE49-F238E27FC236}">
                <a16:creationId xmlns:a16="http://schemas.microsoft.com/office/drawing/2014/main" id="{6D23DAA3-59C7-A352-8728-D157F22D25EF}"/>
              </a:ext>
            </a:extLst>
          </p:cNvPr>
          <p:cNvSpPr>
            <a:spLocks noGrp="1"/>
          </p:cNvSpPr>
          <p:nvPr>
            <p:ph type="dgm" sz="quarter" idx="36" hasCustomPrompt="1"/>
          </p:nvPr>
        </p:nvSpPr>
        <p:spPr>
          <a:xfrm>
            <a:off x="2556050" y="2020781"/>
            <a:ext cx="3600" cy="4030662"/>
          </a:xfrm>
          <a:solidFill>
            <a:schemeClr val="bg1"/>
          </a:solidFill>
        </p:spPr>
        <p:txBody>
          <a:bodyPr/>
          <a:lstStyle>
            <a:lvl1pPr marL="0" indent="0">
              <a:buNone/>
              <a:defRPr/>
            </a:lvl1pPr>
          </a:lstStyle>
          <a:p>
            <a:r>
              <a:rPr lang="en-US" dirty="0"/>
              <a:t> </a:t>
            </a:r>
          </a:p>
        </p:txBody>
      </p:sp>
      <p:sp>
        <p:nvSpPr>
          <p:cNvPr id="37" name="SmartArt Placeholder 35">
            <a:extLst>
              <a:ext uri="{FF2B5EF4-FFF2-40B4-BE49-F238E27FC236}">
                <a16:creationId xmlns:a16="http://schemas.microsoft.com/office/drawing/2014/main" id="{D33DFC67-321E-4CFE-436A-CF6FA96BA7E4}"/>
              </a:ext>
            </a:extLst>
          </p:cNvPr>
          <p:cNvSpPr>
            <a:spLocks noGrp="1"/>
          </p:cNvSpPr>
          <p:nvPr>
            <p:ph type="dgm" sz="quarter" idx="37" hasCustomPrompt="1"/>
          </p:nvPr>
        </p:nvSpPr>
        <p:spPr>
          <a:xfrm flipH="1">
            <a:off x="4915948" y="2020781"/>
            <a:ext cx="3600" cy="4030662"/>
          </a:xfrm>
          <a:solidFill>
            <a:schemeClr val="bg1"/>
          </a:solidFill>
        </p:spPr>
        <p:txBody>
          <a:bodyPr/>
          <a:lstStyle>
            <a:lvl1pPr marL="0" indent="0">
              <a:buNone/>
              <a:defRPr/>
            </a:lvl1pPr>
          </a:lstStyle>
          <a:p>
            <a:r>
              <a:rPr lang="en-US" dirty="0"/>
              <a:t> </a:t>
            </a:r>
          </a:p>
        </p:txBody>
      </p:sp>
      <p:sp>
        <p:nvSpPr>
          <p:cNvPr id="38" name="SmartArt Placeholder 35">
            <a:extLst>
              <a:ext uri="{FF2B5EF4-FFF2-40B4-BE49-F238E27FC236}">
                <a16:creationId xmlns:a16="http://schemas.microsoft.com/office/drawing/2014/main" id="{A43CB924-4778-AEB3-1D6C-5B802CD043B0}"/>
              </a:ext>
            </a:extLst>
          </p:cNvPr>
          <p:cNvSpPr>
            <a:spLocks noGrp="1"/>
          </p:cNvSpPr>
          <p:nvPr>
            <p:ph type="dgm" sz="quarter" idx="38" hasCustomPrompt="1"/>
          </p:nvPr>
        </p:nvSpPr>
        <p:spPr>
          <a:xfrm>
            <a:off x="7275846" y="2020781"/>
            <a:ext cx="3600" cy="4030662"/>
          </a:xfrm>
          <a:solidFill>
            <a:schemeClr val="bg1"/>
          </a:solidFill>
        </p:spPr>
        <p:txBody>
          <a:bodyPr/>
          <a:lstStyle>
            <a:lvl1pPr marL="0" indent="0">
              <a:buNone/>
              <a:defRPr/>
            </a:lvl1pPr>
          </a:lstStyle>
          <a:p>
            <a:r>
              <a:rPr lang="en-US" dirty="0"/>
              <a:t> </a:t>
            </a:r>
          </a:p>
        </p:txBody>
      </p:sp>
      <p:sp>
        <p:nvSpPr>
          <p:cNvPr id="39" name="SmartArt Placeholder 35">
            <a:extLst>
              <a:ext uri="{FF2B5EF4-FFF2-40B4-BE49-F238E27FC236}">
                <a16:creationId xmlns:a16="http://schemas.microsoft.com/office/drawing/2014/main" id="{225723D6-9330-76F1-3F3B-6A582AC1C154}"/>
              </a:ext>
            </a:extLst>
          </p:cNvPr>
          <p:cNvSpPr>
            <a:spLocks noGrp="1"/>
          </p:cNvSpPr>
          <p:nvPr>
            <p:ph type="dgm" sz="quarter" idx="39" hasCustomPrompt="1"/>
          </p:nvPr>
        </p:nvSpPr>
        <p:spPr>
          <a:xfrm>
            <a:off x="9635744" y="2020781"/>
            <a:ext cx="3600" cy="4030662"/>
          </a:xfrm>
          <a:solidFill>
            <a:schemeClr val="bg1"/>
          </a:solidFill>
        </p:spPr>
        <p:txBody>
          <a:bodyPr/>
          <a:lstStyle>
            <a:lvl1pPr marL="0" indent="0">
              <a:buNone/>
              <a:defRPr/>
            </a:lvl1pPr>
          </a:lstStyle>
          <a:p>
            <a:r>
              <a:rPr lang="en-US" dirty="0"/>
              <a:t> </a:t>
            </a:r>
          </a:p>
        </p:txBody>
      </p:sp>
      <p:sp>
        <p:nvSpPr>
          <p:cNvPr id="14" name="Date Placeholder 13">
            <a:extLst>
              <a:ext uri="{FF2B5EF4-FFF2-40B4-BE49-F238E27FC236}">
                <a16:creationId xmlns:a16="http://schemas.microsoft.com/office/drawing/2014/main" id="{019C0555-55BD-32D2-B375-0C0BC6641F54}"/>
              </a:ext>
            </a:extLst>
          </p:cNvPr>
          <p:cNvSpPr>
            <a:spLocks noGrp="1"/>
          </p:cNvSpPr>
          <p:nvPr>
            <p:ph type="dt" sz="half" idx="40"/>
          </p:nvPr>
        </p:nvSpPr>
        <p:spPr/>
        <p:txBody>
          <a:bodyPr/>
          <a:lstStyle/>
          <a:p>
            <a:fld id="{F43A0B76-FA96-4AE1-9E7A-CA773A5CE7F7}" type="datetime3">
              <a:rPr lang="en-US" smtClean="0"/>
              <a:t>11 July 2026</a:t>
            </a:fld>
            <a:endParaRPr lang="en-US" dirty="0"/>
          </a:p>
        </p:txBody>
      </p:sp>
      <p:sp>
        <p:nvSpPr>
          <p:cNvPr id="15" name="Footer Placeholder 14">
            <a:extLst>
              <a:ext uri="{FF2B5EF4-FFF2-40B4-BE49-F238E27FC236}">
                <a16:creationId xmlns:a16="http://schemas.microsoft.com/office/drawing/2014/main" id="{CAA8F600-C044-B2C2-407F-BE157F6651C1}"/>
              </a:ext>
            </a:extLst>
          </p:cNvPr>
          <p:cNvSpPr>
            <a:spLocks noGrp="1"/>
          </p:cNvSpPr>
          <p:nvPr>
            <p:ph type="ftr" sz="quarter" idx="41"/>
          </p:nvPr>
        </p:nvSpPr>
        <p:spPr/>
        <p:txBody>
          <a:bodyPr/>
          <a:lstStyle/>
          <a:p>
            <a:r>
              <a:rPr lang="en-US"/>
              <a:t>Insert footer text here</a:t>
            </a:r>
          </a:p>
        </p:txBody>
      </p:sp>
      <p:sp>
        <p:nvSpPr>
          <p:cNvPr id="16" name="Slide Number Placeholder 15">
            <a:extLst>
              <a:ext uri="{FF2B5EF4-FFF2-40B4-BE49-F238E27FC236}">
                <a16:creationId xmlns:a16="http://schemas.microsoft.com/office/drawing/2014/main" id="{04E7CD09-1595-ACE1-D22D-0DB2944898EF}"/>
              </a:ext>
            </a:extLst>
          </p:cNvPr>
          <p:cNvSpPr>
            <a:spLocks noGrp="1"/>
          </p:cNvSpPr>
          <p:nvPr>
            <p:ph type="sldNum" sz="quarter" idx="42"/>
          </p:nvPr>
        </p:nvSpPr>
        <p:spPr/>
        <p:txBody>
          <a:bodyPr/>
          <a:lstStyle/>
          <a:p>
            <a:fld id="{F1BC30E3-FFE5-4B91-AA19-87A149EBB9EE}" type="slidenum">
              <a:rPr lang="en-GB" smtClean="0"/>
              <a:pPr/>
              <a:t>‹#›</a:t>
            </a:fld>
            <a:endParaRPr lang="en-GB" dirty="0"/>
          </a:p>
        </p:txBody>
      </p:sp>
      <p:grpSp>
        <p:nvGrpSpPr>
          <p:cNvPr id="9" name="Group 4">
            <a:extLst>
              <a:ext uri="{FF2B5EF4-FFF2-40B4-BE49-F238E27FC236}">
                <a16:creationId xmlns:a16="http://schemas.microsoft.com/office/drawing/2014/main" id="{C73356B1-351A-A1D6-028F-C9736D731FF3}"/>
              </a:ext>
            </a:extLst>
          </p:cNvPr>
          <p:cNvGrpSpPr>
            <a:grpSpLocks noChangeAspect="1"/>
          </p:cNvGrpSpPr>
          <p:nvPr userDrawn="1"/>
        </p:nvGrpSpPr>
        <p:grpSpPr bwMode="black">
          <a:xfrm>
            <a:off x="11623900" y="6276977"/>
            <a:ext cx="346158" cy="355219"/>
            <a:chOff x="7110" y="4004"/>
            <a:chExt cx="191" cy="196"/>
          </a:xfrm>
        </p:grpSpPr>
        <p:sp>
          <p:nvSpPr>
            <p:cNvPr id="11" name="Freeform 5">
              <a:extLst>
                <a:ext uri="{FF2B5EF4-FFF2-40B4-BE49-F238E27FC236}">
                  <a16:creationId xmlns:a16="http://schemas.microsoft.com/office/drawing/2014/main" id="{DEE1F1DF-83E2-9910-8487-D0B14E0DA527}"/>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2" name="Freeform 6">
              <a:extLst>
                <a:ext uri="{FF2B5EF4-FFF2-40B4-BE49-F238E27FC236}">
                  <a16:creationId xmlns:a16="http://schemas.microsoft.com/office/drawing/2014/main" id="{86EFBE9B-F67C-6359-549F-FC22A1C483DC}"/>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3" name="Freeform 7">
              <a:extLst>
                <a:ext uri="{FF2B5EF4-FFF2-40B4-BE49-F238E27FC236}">
                  <a16:creationId xmlns:a16="http://schemas.microsoft.com/office/drawing/2014/main" id="{CAEDED04-6A1F-9E39-1C85-4BA396FAFF11}"/>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147787739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pic>
        <p:nvPicPr>
          <p:cNvPr id="6" name="Picture 5" descr="A colorful circle on a black background&#10;&#10;Description automatically generated">
            <a:extLst>
              <a:ext uri="{FF2B5EF4-FFF2-40B4-BE49-F238E27FC236}">
                <a16:creationId xmlns:a16="http://schemas.microsoft.com/office/drawing/2014/main" id="{C39DD3F9-9341-288C-0536-DED981D0E40F}"/>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7" name="Text Placeholder 6">
            <a:extLst>
              <a:ext uri="{FF2B5EF4-FFF2-40B4-BE49-F238E27FC236}">
                <a16:creationId xmlns:a16="http://schemas.microsoft.com/office/drawing/2014/main" id="{B1F20FD9-346B-5423-9ECF-F0D4E362CCCE}"/>
              </a:ext>
            </a:extLst>
          </p:cNvPr>
          <p:cNvSpPr>
            <a:spLocks noGrp="1"/>
          </p:cNvSpPr>
          <p:nvPr>
            <p:ph type="body" sz="quarter" idx="13"/>
          </p:nvPr>
        </p:nvSpPr>
        <p:spPr>
          <a:xfrm>
            <a:off x="485774" y="1411287"/>
            <a:ext cx="11218863" cy="4638675"/>
          </a:xfrm>
        </p:spPr>
        <p:txBody>
          <a:bodyPr/>
          <a:lstStyle>
            <a:lvl1pPr marL="0" indent="0">
              <a:lnSpc>
                <a:spcPct val="85000"/>
              </a:lnSpc>
              <a:buNone/>
              <a:defRPr sz="8000" b="1">
                <a:solidFill>
                  <a:schemeClr val="bg1"/>
                </a:solidFill>
                <a:latin typeface="EYInterstate" panose="02000503020000020004"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Date Placeholder 11">
            <a:extLst>
              <a:ext uri="{FF2B5EF4-FFF2-40B4-BE49-F238E27FC236}">
                <a16:creationId xmlns:a16="http://schemas.microsoft.com/office/drawing/2014/main" id="{D2006E5E-EB55-C43F-A9B4-8DABEB5C2397}"/>
              </a:ext>
            </a:extLst>
          </p:cNvPr>
          <p:cNvSpPr>
            <a:spLocks noGrp="1"/>
          </p:cNvSpPr>
          <p:nvPr>
            <p:ph type="dt" sz="half" idx="14"/>
          </p:nvPr>
        </p:nvSpPr>
        <p:spPr/>
        <p:txBody>
          <a:bodyPr/>
          <a:lstStyle/>
          <a:p>
            <a:fld id="{C0FDB31C-B2AC-44FE-9195-0148306780F6}" type="datetime3">
              <a:rPr lang="en-US" smtClean="0"/>
              <a:t>11 July 2026</a:t>
            </a:fld>
            <a:endParaRPr lang="en-US" dirty="0"/>
          </a:p>
        </p:txBody>
      </p:sp>
      <p:sp>
        <p:nvSpPr>
          <p:cNvPr id="13" name="Footer Placeholder 12">
            <a:extLst>
              <a:ext uri="{FF2B5EF4-FFF2-40B4-BE49-F238E27FC236}">
                <a16:creationId xmlns:a16="http://schemas.microsoft.com/office/drawing/2014/main" id="{445F7D0D-6905-1D3D-D30A-EBA5E1125CB7}"/>
              </a:ext>
            </a:extLst>
          </p:cNvPr>
          <p:cNvSpPr>
            <a:spLocks noGrp="1"/>
          </p:cNvSpPr>
          <p:nvPr>
            <p:ph type="ftr" sz="quarter" idx="15"/>
          </p:nvPr>
        </p:nvSpPr>
        <p:spPr/>
        <p:txBody>
          <a:bodyPr/>
          <a:lstStyle/>
          <a:p>
            <a:r>
              <a:rPr lang="en-US"/>
              <a:t>Insert footer text here</a:t>
            </a:r>
          </a:p>
        </p:txBody>
      </p:sp>
      <p:sp>
        <p:nvSpPr>
          <p:cNvPr id="14" name="Slide Number Placeholder 13">
            <a:extLst>
              <a:ext uri="{FF2B5EF4-FFF2-40B4-BE49-F238E27FC236}">
                <a16:creationId xmlns:a16="http://schemas.microsoft.com/office/drawing/2014/main" id="{97363F73-563F-BF23-4175-916ADF6ADD1B}"/>
              </a:ext>
            </a:extLst>
          </p:cNvPr>
          <p:cNvSpPr>
            <a:spLocks noGrp="1"/>
          </p:cNvSpPr>
          <p:nvPr>
            <p:ph type="sldNum" sz="quarter" idx="16"/>
          </p:nvPr>
        </p:nvSpPr>
        <p:spPr/>
        <p:txBody>
          <a:bodyPr/>
          <a:lstStyle/>
          <a:p>
            <a:fld id="{F1BC30E3-FFE5-4B91-AA19-87A149EBB9EE}" type="slidenum">
              <a:rPr lang="en-GB" smtClean="0"/>
              <a:pPr/>
              <a:t>‹#›</a:t>
            </a:fld>
            <a:endParaRPr lang="en-GB" dirty="0"/>
          </a:p>
        </p:txBody>
      </p:sp>
      <p:grpSp>
        <p:nvGrpSpPr>
          <p:cNvPr id="8" name="Group 4">
            <a:extLst>
              <a:ext uri="{FF2B5EF4-FFF2-40B4-BE49-F238E27FC236}">
                <a16:creationId xmlns:a16="http://schemas.microsoft.com/office/drawing/2014/main" id="{05920F1D-0D06-535C-A00E-C9CA8D252741}"/>
              </a:ext>
            </a:extLst>
          </p:cNvPr>
          <p:cNvGrpSpPr>
            <a:grpSpLocks noChangeAspect="1"/>
          </p:cNvGrpSpPr>
          <p:nvPr userDrawn="1"/>
        </p:nvGrpSpPr>
        <p:grpSpPr bwMode="black">
          <a:xfrm>
            <a:off x="11623900" y="6276977"/>
            <a:ext cx="346158" cy="355219"/>
            <a:chOff x="7110" y="4004"/>
            <a:chExt cx="191" cy="196"/>
          </a:xfrm>
        </p:grpSpPr>
        <p:sp>
          <p:nvSpPr>
            <p:cNvPr id="9" name="Freeform 5">
              <a:extLst>
                <a:ext uri="{FF2B5EF4-FFF2-40B4-BE49-F238E27FC236}">
                  <a16:creationId xmlns:a16="http://schemas.microsoft.com/office/drawing/2014/main" id="{88A16D72-94EE-8CC0-084C-EB87F8781A1C}"/>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0" name="Freeform 6">
              <a:extLst>
                <a:ext uri="{FF2B5EF4-FFF2-40B4-BE49-F238E27FC236}">
                  <a16:creationId xmlns:a16="http://schemas.microsoft.com/office/drawing/2014/main" id="{E0BB2990-3047-821E-17D7-0DDDFF6CB30A}"/>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1" name="Freeform 7">
              <a:extLst>
                <a:ext uri="{FF2B5EF4-FFF2-40B4-BE49-F238E27FC236}">
                  <a16:creationId xmlns:a16="http://schemas.microsoft.com/office/drawing/2014/main" id="{D3AEE2A3-1722-B883-C7FC-01A81806B299}"/>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167464262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Key Statement 2">
    <p:spTree>
      <p:nvGrpSpPr>
        <p:cNvPr id="1" name=""/>
        <p:cNvGrpSpPr/>
        <p:nvPr/>
      </p:nvGrpSpPr>
      <p:grpSpPr>
        <a:xfrm>
          <a:off x="0" y="0"/>
          <a:ext cx="0" cy="0"/>
          <a:chOff x="0" y="0"/>
          <a:chExt cx="0" cy="0"/>
        </a:xfrm>
      </p:grpSpPr>
      <p:pic>
        <p:nvPicPr>
          <p:cNvPr id="8" name="Picture 7" descr="A blurry image of a colorful light&#10;&#10;Description automatically generated">
            <a:extLst>
              <a:ext uri="{FF2B5EF4-FFF2-40B4-BE49-F238E27FC236}">
                <a16:creationId xmlns:a16="http://schemas.microsoft.com/office/drawing/2014/main" id="{BFF9BC5C-A44C-B902-3ACE-C29AC4CE3E4C}"/>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7" name="Text Placeholder 6">
            <a:extLst>
              <a:ext uri="{FF2B5EF4-FFF2-40B4-BE49-F238E27FC236}">
                <a16:creationId xmlns:a16="http://schemas.microsoft.com/office/drawing/2014/main" id="{B1F20FD9-346B-5423-9ECF-F0D4E362CCCE}"/>
              </a:ext>
            </a:extLst>
          </p:cNvPr>
          <p:cNvSpPr>
            <a:spLocks noGrp="1"/>
          </p:cNvSpPr>
          <p:nvPr>
            <p:ph type="body" sz="quarter" idx="13"/>
          </p:nvPr>
        </p:nvSpPr>
        <p:spPr>
          <a:xfrm>
            <a:off x="485774" y="1411287"/>
            <a:ext cx="11218863" cy="4638675"/>
          </a:xfrm>
        </p:spPr>
        <p:txBody>
          <a:bodyPr/>
          <a:lstStyle>
            <a:lvl1pPr marL="0" indent="0">
              <a:lnSpc>
                <a:spcPct val="85000"/>
              </a:lnSpc>
              <a:buNone/>
              <a:defRPr sz="8000" b="1">
                <a:solidFill>
                  <a:schemeClr val="bg1"/>
                </a:solidFill>
                <a:latin typeface="EYInterstate" panose="02000503020000020004"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Date Placeholder 16">
            <a:extLst>
              <a:ext uri="{FF2B5EF4-FFF2-40B4-BE49-F238E27FC236}">
                <a16:creationId xmlns:a16="http://schemas.microsoft.com/office/drawing/2014/main" id="{81B29507-2BB1-EC71-EE9B-8A9EE3F01E0A}"/>
              </a:ext>
            </a:extLst>
          </p:cNvPr>
          <p:cNvSpPr>
            <a:spLocks noGrp="1"/>
          </p:cNvSpPr>
          <p:nvPr>
            <p:ph type="dt" sz="half" idx="14"/>
          </p:nvPr>
        </p:nvSpPr>
        <p:spPr/>
        <p:txBody>
          <a:bodyPr/>
          <a:lstStyle/>
          <a:p>
            <a:fld id="{92DDB56C-2F99-49E1-A21E-C60A83819F31}" type="datetime3">
              <a:rPr lang="en-US" smtClean="0"/>
              <a:t>11 July 2026</a:t>
            </a:fld>
            <a:endParaRPr lang="en-US" dirty="0"/>
          </a:p>
        </p:txBody>
      </p:sp>
      <p:sp>
        <p:nvSpPr>
          <p:cNvPr id="18" name="Footer Placeholder 17">
            <a:extLst>
              <a:ext uri="{FF2B5EF4-FFF2-40B4-BE49-F238E27FC236}">
                <a16:creationId xmlns:a16="http://schemas.microsoft.com/office/drawing/2014/main" id="{E046374F-F6C3-5157-DBE0-F11F0D83F934}"/>
              </a:ext>
            </a:extLst>
          </p:cNvPr>
          <p:cNvSpPr>
            <a:spLocks noGrp="1"/>
          </p:cNvSpPr>
          <p:nvPr>
            <p:ph type="ftr" sz="quarter" idx="15"/>
          </p:nvPr>
        </p:nvSpPr>
        <p:spPr/>
        <p:txBody>
          <a:bodyPr/>
          <a:lstStyle/>
          <a:p>
            <a:r>
              <a:rPr lang="en-US"/>
              <a:t>Insert footer text here</a:t>
            </a:r>
          </a:p>
        </p:txBody>
      </p:sp>
      <p:sp>
        <p:nvSpPr>
          <p:cNvPr id="19" name="Slide Number Placeholder 18">
            <a:extLst>
              <a:ext uri="{FF2B5EF4-FFF2-40B4-BE49-F238E27FC236}">
                <a16:creationId xmlns:a16="http://schemas.microsoft.com/office/drawing/2014/main" id="{C71B9A51-27B6-2F80-3AE9-7FB159956105}"/>
              </a:ext>
            </a:extLst>
          </p:cNvPr>
          <p:cNvSpPr>
            <a:spLocks noGrp="1"/>
          </p:cNvSpPr>
          <p:nvPr>
            <p:ph type="sldNum" sz="quarter" idx="16"/>
          </p:nvPr>
        </p:nvSpPr>
        <p:spPr/>
        <p:txBody>
          <a:bodyPr/>
          <a:lstStyle/>
          <a:p>
            <a:fld id="{F1BC30E3-FFE5-4B91-AA19-87A149EBB9EE}" type="slidenum">
              <a:rPr lang="en-GB" smtClean="0"/>
              <a:pPr/>
              <a:t>‹#›</a:t>
            </a:fld>
            <a:endParaRPr lang="en-GB" dirty="0"/>
          </a:p>
        </p:txBody>
      </p:sp>
      <p:grpSp>
        <p:nvGrpSpPr>
          <p:cNvPr id="6" name="Group 4">
            <a:extLst>
              <a:ext uri="{FF2B5EF4-FFF2-40B4-BE49-F238E27FC236}">
                <a16:creationId xmlns:a16="http://schemas.microsoft.com/office/drawing/2014/main" id="{2C0D9E54-A379-A966-154D-4362D29B3307}"/>
              </a:ext>
            </a:extLst>
          </p:cNvPr>
          <p:cNvGrpSpPr>
            <a:grpSpLocks noChangeAspect="1"/>
          </p:cNvGrpSpPr>
          <p:nvPr userDrawn="1"/>
        </p:nvGrpSpPr>
        <p:grpSpPr bwMode="black">
          <a:xfrm>
            <a:off x="11623900" y="6276977"/>
            <a:ext cx="346158" cy="355219"/>
            <a:chOff x="7110" y="4004"/>
            <a:chExt cx="191" cy="196"/>
          </a:xfrm>
        </p:grpSpPr>
        <p:sp>
          <p:nvSpPr>
            <p:cNvPr id="9" name="Freeform 5">
              <a:extLst>
                <a:ext uri="{FF2B5EF4-FFF2-40B4-BE49-F238E27FC236}">
                  <a16:creationId xmlns:a16="http://schemas.microsoft.com/office/drawing/2014/main" id="{19CE3A53-E53C-AAAA-CD1C-C8F1C56FA3B8}"/>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0" name="Freeform 6">
              <a:extLst>
                <a:ext uri="{FF2B5EF4-FFF2-40B4-BE49-F238E27FC236}">
                  <a16:creationId xmlns:a16="http://schemas.microsoft.com/office/drawing/2014/main" id="{A3FDBF06-36FA-A0E2-B3E6-78DF2439777C}"/>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1" name="Freeform 7">
              <a:extLst>
                <a:ext uri="{FF2B5EF4-FFF2-40B4-BE49-F238E27FC236}">
                  <a16:creationId xmlns:a16="http://schemas.microsoft.com/office/drawing/2014/main" id="{584168FE-6E03-EFEE-BF63-87C62DF46A2F}"/>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351222594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Quote and Full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6086DA-FAB4-D672-5D3E-0B069D2B24E1}"/>
              </a:ext>
              <a:ext uri="{C183D7F6-B498-43B3-948B-1728B52AA6E4}">
                <adec:decorative xmlns:adec="http://schemas.microsoft.com/office/drawing/2017/decorative" val="1"/>
              </a:ext>
            </a:extLst>
          </p:cNvPr>
          <p:cNvSpPr/>
          <p:nvPr userDrawn="1"/>
        </p:nvSpPr>
        <p:spPr>
          <a:xfrm>
            <a:off x="0" y="0"/>
            <a:ext cx="8386354" cy="6858000"/>
          </a:xfrm>
          <a:prstGeom prst="rect">
            <a:avLst/>
          </a:prstGeom>
          <a:gradFill flip="none" rotWithShape="1">
            <a:gsLst>
              <a:gs pos="0">
                <a:schemeClr val="tx1">
                  <a:lumMod val="0"/>
                  <a:alpha val="0"/>
                </a:schemeClr>
              </a:gs>
              <a:gs pos="95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7" name="Text Placeholder 9">
            <a:extLst>
              <a:ext uri="{FF2B5EF4-FFF2-40B4-BE49-F238E27FC236}">
                <a16:creationId xmlns:a16="http://schemas.microsoft.com/office/drawing/2014/main" id="{4BA46848-8969-3428-7E66-3827EB17DC5A}"/>
              </a:ext>
            </a:extLst>
          </p:cNvPr>
          <p:cNvSpPr>
            <a:spLocks noGrp="1"/>
          </p:cNvSpPr>
          <p:nvPr>
            <p:ph type="body" sz="quarter" idx="13" hasCustomPrompt="1"/>
          </p:nvPr>
        </p:nvSpPr>
        <p:spPr>
          <a:xfrm>
            <a:off x="864959" y="4980757"/>
            <a:ext cx="3445104" cy="193899"/>
          </a:xfrm>
        </p:spPr>
        <p:txBody>
          <a:bodyPr>
            <a:spAutoFit/>
          </a:bodyPr>
          <a:lstStyle>
            <a:lvl1pPr marL="0" indent="0">
              <a:lnSpc>
                <a:spcPct val="90000"/>
              </a:lnSpc>
              <a:buNone/>
              <a:defRPr sz="1400" b="1" i="0">
                <a:solidFill>
                  <a:schemeClr val="tx2"/>
                </a:solidFill>
                <a:latin typeface="+mn-lt"/>
              </a:defRPr>
            </a:lvl1pPr>
          </a:lstStyle>
          <a:p>
            <a:pPr lvl="0"/>
            <a:r>
              <a:rPr lang="en-GB" dirty="0"/>
              <a:t>Name</a:t>
            </a:r>
            <a:endParaRPr lang="en-US" dirty="0"/>
          </a:p>
        </p:txBody>
      </p:sp>
      <p:sp>
        <p:nvSpPr>
          <p:cNvPr id="8" name="Text Placeholder 9">
            <a:extLst>
              <a:ext uri="{FF2B5EF4-FFF2-40B4-BE49-F238E27FC236}">
                <a16:creationId xmlns:a16="http://schemas.microsoft.com/office/drawing/2014/main" id="{78B5CC24-699C-7858-0807-40619F0D533F}"/>
              </a:ext>
            </a:extLst>
          </p:cNvPr>
          <p:cNvSpPr>
            <a:spLocks noGrp="1"/>
          </p:cNvSpPr>
          <p:nvPr>
            <p:ph type="body" sz="quarter" idx="14" hasCustomPrompt="1"/>
          </p:nvPr>
        </p:nvSpPr>
        <p:spPr>
          <a:xfrm>
            <a:off x="864961" y="5184857"/>
            <a:ext cx="3445104" cy="153888"/>
          </a:xfrm>
        </p:spPr>
        <p:txBody>
          <a:bodyPr wrap="square">
            <a:spAutoFit/>
          </a:bodyPr>
          <a:lstStyle>
            <a:lvl1pPr marL="0" indent="0">
              <a:buNone/>
              <a:defRPr sz="1000" b="0" i="0">
                <a:solidFill>
                  <a:schemeClr val="bg1"/>
                </a:solidFill>
                <a:latin typeface="+mn-lt"/>
              </a:defRPr>
            </a:lvl1pPr>
          </a:lstStyle>
          <a:p>
            <a:pPr lvl="0"/>
            <a:r>
              <a:rPr lang="en-GB" dirty="0"/>
              <a:t>Job title</a:t>
            </a:r>
            <a:endParaRPr lang="en-US" dirty="0"/>
          </a:p>
        </p:txBody>
      </p:sp>
      <p:sp>
        <p:nvSpPr>
          <p:cNvPr id="18" name="Date Placeholder 17">
            <a:extLst>
              <a:ext uri="{FF2B5EF4-FFF2-40B4-BE49-F238E27FC236}">
                <a16:creationId xmlns:a16="http://schemas.microsoft.com/office/drawing/2014/main" id="{DFFEAF1E-587A-2BBD-24CD-BAC3592390EE}"/>
              </a:ext>
            </a:extLst>
          </p:cNvPr>
          <p:cNvSpPr>
            <a:spLocks noGrp="1"/>
          </p:cNvSpPr>
          <p:nvPr>
            <p:ph type="dt" sz="half" idx="31"/>
          </p:nvPr>
        </p:nvSpPr>
        <p:spPr/>
        <p:txBody>
          <a:bodyPr/>
          <a:lstStyle/>
          <a:p>
            <a:fld id="{083A435D-0067-43E8-93B9-61A52CB8F46B}" type="datetime3">
              <a:rPr lang="en-US" smtClean="0"/>
              <a:t>11 July 2026</a:t>
            </a:fld>
            <a:endParaRPr lang="en-US" dirty="0"/>
          </a:p>
        </p:txBody>
      </p:sp>
      <p:sp>
        <p:nvSpPr>
          <p:cNvPr id="21" name="Footer Placeholder 20">
            <a:extLst>
              <a:ext uri="{FF2B5EF4-FFF2-40B4-BE49-F238E27FC236}">
                <a16:creationId xmlns:a16="http://schemas.microsoft.com/office/drawing/2014/main" id="{7C22E0FE-1715-0380-EFE7-5D520713B07F}"/>
              </a:ext>
            </a:extLst>
          </p:cNvPr>
          <p:cNvSpPr>
            <a:spLocks noGrp="1"/>
          </p:cNvSpPr>
          <p:nvPr>
            <p:ph type="ftr" sz="quarter" idx="32"/>
          </p:nvPr>
        </p:nvSpPr>
        <p:spPr/>
        <p:txBody>
          <a:bodyPr/>
          <a:lstStyle/>
          <a:p>
            <a:r>
              <a:rPr lang="en-US"/>
              <a:t>Insert footer text here</a:t>
            </a:r>
          </a:p>
        </p:txBody>
      </p:sp>
      <p:sp>
        <p:nvSpPr>
          <p:cNvPr id="22" name="Slide Number Placeholder 21">
            <a:extLst>
              <a:ext uri="{FF2B5EF4-FFF2-40B4-BE49-F238E27FC236}">
                <a16:creationId xmlns:a16="http://schemas.microsoft.com/office/drawing/2014/main" id="{5820BCA4-5D74-8EE6-4914-C7C86F87E378}"/>
              </a:ext>
              <a:ext uri="{C183D7F6-B498-43B3-948B-1728B52AA6E4}">
                <adec:decorative xmlns:adec="http://schemas.microsoft.com/office/drawing/2017/decorative" val="0"/>
              </a:ext>
            </a:extLst>
          </p:cNvPr>
          <p:cNvSpPr>
            <a:spLocks noGrp="1"/>
          </p:cNvSpPr>
          <p:nvPr>
            <p:ph type="sldNum" sz="quarter" idx="33"/>
          </p:nvPr>
        </p:nvSpPr>
        <p:spPr/>
        <p:txBody>
          <a:bodyPr/>
          <a:lstStyle/>
          <a:p>
            <a:fld id="{F1BC30E3-FFE5-4B91-AA19-87A149EBB9EE}" type="slidenum">
              <a:rPr lang="en-GB" smtClean="0"/>
              <a:pPr/>
              <a:t>‹#›</a:t>
            </a:fld>
            <a:endParaRPr lang="en-GB" dirty="0"/>
          </a:p>
        </p:txBody>
      </p:sp>
      <p:sp>
        <p:nvSpPr>
          <p:cNvPr id="4" name="Text Placeholder 23">
            <a:extLst>
              <a:ext uri="{FF2B5EF4-FFF2-40B4-BE49-F238E27FC236}">
                <a16:creationId xmlns:a16="http://schemas.microsoft.com/office/drawing/2014/main" id="{E82A0447-0820-5F05-7D32-3BE15F194869}"/>
              </a:ext>
              <a:ext uri="{C183D7F6-B498-43B3-948B-1728B52AA6E4}">
                <adec:decorative xmlns:adec="http://schemas.microsoft.com/office/drawing/2017/decorative" val="0"/>
              </a:ext>
            </a:extLst>
          </p:cNvPr>
          <p:cNvSpPr>
            <a:spLocks noGrp="1"/>
          </p:cNvSpPr>
          <p:nvPr>
            <p:ph type="body" sz="quarter" idx="26" hasCustomPrompt="1"/>
          </p:nvPr>
        </p:nvSpPr>
        <p:spPr>
          <a:xfrm>
            <a:off x="772884" y="358916"/>
            <a:ext cx="2023892" cy="1419083"/>
          </a:xfrm>
        </p:spPr>
        <p:txBody>
          <a:bodyPr anchor="t"/>
          <a:lstStyle>
            <a:lvl1pPr marL="0" indent="0">
              <a:spcBef>
                <a:spcPts val="0"/>
              </a:spcBef>
              <a:spcAft>
                <a:spcPts val="0"/>
              </a:spcAft>
              <a:buNone/>
              <a:defRPr sz="19200" b="0" i="0">
                <a:solidFill>
                  <a:schemeClr val="tx2"/>
                </a:solidFill>
                <a:latin typeface="Georgia Pro" panose="02040502050405020303" pitchFamily="18" charset="0"/>
              </a:defRPr>
            </a:lvl1pPr>
          </a:lstStyle>
          <a:p>
            <a:pPr lvl="0"/>
            <a:r>
              <a:rPr lang="en-GB" dirty="0"/>
              <a:t>“</a:t>
            </a:r>
          </a:p>
        </p:txBody>
      </p:sp>
      <p:sp>
        <p:nvSpPr>
          <p:cNvPr id="5" name="Text Placeholder 23">
            <a:extLst>
              <a:ext uri="{FF2B5EF4-FFF2-40B4-BE49-F238E27FC236}">
                <a16:creationId xmlns:a16="http://schemas.microsoft.com/office/drawing/2014/main" id="{8A771E8A-8B2A-ED69-3AEC-E5AEDB16F0EE}"/>
              </a:ext>
              <a:ext uri="{C183D7F6-B498-43B3-948B-1728B52AA6E4}">
                <adec:decorative xmlns:adec="http://schemas.microsoft.com/office/drawing/2017/decorative" val="0"/>
              </a:ext>
            </a:extLst>
          </p:cNvPr>
          <p:cNvSpPr>
            <a:spLocks noGrp="1"/>
          </p:cNvSpPr>
          <p:nvPr>
            <p:ph type="body" sz="quarter" idx="25" hasCustomPrompt="1"/>
          </p:nvPr>
        </p:nvSpPr>
        <p:spPr>
          <a:xfrm>
            <a:off x="864959" y="1958113"/>
            <a:ext cx="7524979" cy="2721927"/>
          </a:xfrm>
        </p:spPr>
        <p:txBody>
          <a:bodyPr/>
          <a:lstStyle>
            <a:lvl1pPr marL="0" indent="0">
              <a:buNone/>
              <a:defRPr sz="4800" b="0" i="0">
                <a:latin typeface="Georgia Pro" panose="02040502050405020303" pitchFamily="18" charset="0"/>
              </a:defRPr>
            </a:lvl1pPr>
          </a:lstStyle>
          <a:p>
            <a:pPr lvl="0"/>
            <a:r>
              <a:rPr lang="en-GB" dirty="0"/>
              <a:t>Quote goes here.</a:t>
            </a:r>
          </a:p>
        </p:txBody>
      </p:sp>
      <p:sp>
        <p:nvSpPr>
          <p:cNvPr id="15" name="SmartArt Placeholder 13">
            <a:extLst>
              <a:ext uri="{FF2B5EF4-FFF2-40B4-BE49-F238E27FC236}">
                <a16:creationId xmlns:a16="http://schemas.microsoft.com/office/drawing/2014/main" id="{C17B20F9-AA7C-A405-6236-9619CB287E6A}"/>
              </a:ext>
              <a:ext uri="{C183D7F6-B498-43B3-948B-1728B52AA6E4}">
                <adec:decorative xmlns:adec="http://schemas.microsoft.com/office/drawing/2017/decorative" val="0"/>
              </a:ext>
            </a:extLst>
          </p:cNvPr>
          <p:cNvSpPr>
            <a:spLocks noGrp="1"/>
          </p:cNvSpPr>
          <p:nvPr>
            <p:ph type="dgm" sz="quarter" idx="34" hasCustomPrompt="1"/>
          </p:nvPr>
        </p:nvSpPr>
        <p:spPr bwMode="black">
          <a:xfrm>
            <a:off x="11623900" y="6276977"/>
            <a:ext cx="346158" cy="126864"/>
          </a:xfrm>
          <a:custGeom>
            <a:avLst/>
            <a:gdLst>
              <a:gd name="connsiteX0" fmla="*/ 346158 w 346158"/>
              <a:gd name="connsiteY0" fmla="*/ 0 h 126864"/>
              <a:gd name="connsiteX1" fmla="*/ 346158 w 346158"/>
              <a:gd name="connsiteY1" fmla="*/ 65245 h 126864"/>
              <a:gd name="connsiteX2" fmla="*/ 0 w 346158"/>
              <a:gd name="connsiteY2" fmla="*/ 126864 h 126864"/>
            </a:gdLst>
            <a:ahLst/>
            <a:cxnLst>
              <a:cxn ang="0">
                <a:pos x="connsiteX0" y="connsiteY0"/>
              </a:cxn>
              <a:cxn ang="0">
                <a:pos x="connsiteX1" y="connsiteY1"/>
              </a:cxn>
              <a:cxn ang="0">
                <a:pos x="connsiteX2" y="connsiteY2"/>
              </a:cxn>
            </a:cxnLst>
            <a:rect l="l" t="t" r="r" b="b"/>
            <a:pathLst>
              <a:path w="346158" h="126864">
                <a:moveTo>
                  <a:pt x="346158" y="0"/>
                </a:moveTo>
                <a:lnTo>
                  <a:pt x="346158" y="65245"/>
                </a:lnTo>
                <a:lnTo>
                  <a:pt x="0" y="126864"/>
                </a:lnTo>
                <a:close/>
              </a:path>
            </a:pathLst>
          </a:custGeom>
          <a:solidFill>
            <a:schemeClr val="tx2"/>
          </a:solidFill>
        </p:spPr>
        <p:txBody>
          <a:bodyPr wrap="square">
            <a:noAutofit/>
          </a:bodyPr>
          <a:lstStyle>
            <a:lvl1pPr marL="0" indent="0">
              <a:buFont typeface="Arial" panose="020B0604020202020204" pitchFamily="34" charset="0"/>
              <a:buNone/>
              <a:defRPr sz="800"/>
            </a:lvl1pPr>
          </a:lstStyle>
          <a:p>
            <a:r>
              <a:rPr lang="en-US" dirty="0"/>
              <a:t> </a:t>
            </a:r>
          </a:p>
        </p:txBody>
      </p:sp>
      <p:sp>
        <p:nvSpPr>
          <p:cNvPr id="17" name="SmartArt Placeholder 14">
            <a:extLst>
              <a:ext uri="{FF2B5EF4-FFF2-40B4-BE49-F238E27FC236}">
                <a16:creationId xmlns:a16="http://schemas.microsoft.com/office/drawing/2014/main" id="{273647F7-B9AC-34AD-37A2-51B8AB0D5811}"/>
              </a:ext>
              <a:ext uri="{C183D7F6-B498-43B3-948B-1728B52AA6E4}">
                <adec:decorative xmlns:adec="http://schemas.microsoft.com/office/drawing/2017/decorative" val="0"/>
              </a:ext>
            </a:extLst>
          </p:cNvPr>
          <p:cNvSpPr>
            <a:spLocks noGrp="1"/>
          </p:cNvSpPr>
          <p:nvPr>
            <p:ph type="dgm" sz="quarter" idx="29" hasCustomPrompt="1"/>
          </p:nvPr>
        </p:nvSpPr>
        <p:spPr bwMode="black">
          <a:xfrm>
            <a:off x="11625712" y="6456399"/>
            <a:ext cx="291788" cy="175797"/>
          </a:xfrm>
          <a:custGeom>
            <a:avLst/>
            <a:gdLst>
              <a:gd name="connsiteX0" fmla="*/ 117803 w 291788"/>
              <a:gd name="connsiteY0" fmla="*/ 0 h 175797"/>
              <a:gd name="connsiteX1" fmla="*/ 175798 w 291788"/>
              <a:gd name="connsiteY1" fmla="*/ 0 h 175797"/>
              <a:gd name="connsiteX2" fmla="*/ 204796 w 291788"/>
              <a:gd name="connsiteY2" fmla="*/ 57995 h 175797"/>
              <a:gd name="connsiteX3" fmla="*/ 233793 w 291788"/>
              <a:gd name="connsiteY3" fmla="*/ 0 h 175797"/>
              <a:gd name="connsiteX4" fmla="*/ 291788 w 291788"/>
              <a:gd name="connsiteY4" fmla="*/ 0 h 175797"/>
              <a:gd name="connsiteX5" fmla="*/ 230168 w 291788"/>
              <a:gd name="connsiteY5" fmla="*/ 105116 h 175797"/>
              <a:gd name="connsiteX6" fmla="*/ 230168 w 291788"/>
              <a:gd name="connsiteY6" fmla="*/ 175797 h 175797"/>
              <a:gd name="connsiteX7" fmla="*/ 177610 w 291788"/>
              <a:gd name="connsiteY7" fmla="*/ 175797 h 175797"/>
              <a:gd name="connsiteX8" fmla="*/ 177610 w 291788"/>
              <a:gd name="connsiteY8" fmla="*/ 105116 h 175797"/>
              <a:gd name="connsiteX9" fmla="*/ 0 w 291788"/>
              <a:gd name="connsiteY9" fmla="*/ 0 h 175797"/>
              <a:gd name="connsiteX10" fmla="*/ 99679 w 291788"/>
              <a:gd name="connsiteY10" fmla="*/ 0 h 175797"/>
              <a:gd name="connsiteX11" fmla="*/ 123240 w 291788"/>
              <a:gd name="connsiteY11" fmla="*/ 39872 h 175797"/>
              <a:gd name="connsiteX12" fmla="*/ 54370 w 291788"/>
              <a:gd name="connsiteY12" fmla="*/ 39872 h 175797"/>
              <a:gd name="connsiteX13" fmla="*/ 54370 w 291788"/>
              <a:gd name="connsiteY13" fmla="*/ 68869 h 175797"/>
              <a:gd name="connsiteX14" fmla="*/ 117802 w 291788"/>
              <a:gd name="connsiteY14" fmla="*/ 68869 h 175797"/>
              <a:gd name="connsiteX15" fmla="*/ 117802 w 291788"/>
              <a:gd name="connsiteY15" fmla="*/ 105116 h 175797"/>
              <a:gd name="connsiteX16" fmla="*/ 54370 w 291788"/>
              <a:gd name="connsiteY16" fmla="*/ 105116 h 175797"/>
              <a:gd name="connsiteX17" fmla="*/ 54370 w 291788"/>
              <a:gd name="connsiteY17" fmla="*/ 134113 h 175797"/>
              <a:gd name="connsiteX18" fmla="*/ 141363 w 291788"/>
              <a:gd name="connsiteY18" fmla="*/ 134113 h 175797"/>
              <a:gd name="connsiteX19" fmla="*/ 141363 w 291788"/>
              <a:gd name="connsiteY19" fmla="*/ 175797 h 175797"/>
              <a:gd name="connsiteX20" fmla="*/ 0 w 291788"/>
              <a:gd name="connsiteY20" fmla="*/ 175797 h 17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1788" h="175797">
                <a:moveTo>
                  <a:pt x="117803" y="0"/>
                </a:moveTo>
                <a:lnTo>
                  <a:pt x="175798" y="0"/>
                </a:lnTo>
                <a:lnTo>
                  <a:pt x="204796" y="57995"/>
                </a:lnTo>
                <a:lnTo>
                  <a:pt x="233793" y="0"/>
                </a:lnTo>
                <a:lnTo>
                  <a:pt x="291788" y="0"/>
                </a:lnTo>
                <a:lnTo>
                  <a:pt x="230168" y="105116"/>
                </a:lnTo>
                <a:lnTo>
                  <a:pt x="230168" y="175797"/>
                </a:lnTo>
                <a:lnTo>
                  <a:pt x="177610" y="175797"/>
                </a:lnTo>
                <a:lnTo>
                  <a:pt x="177610" y="105116"/>
                </a:lnTo>
                <a:close/>
                <a:moveTo>
                  <a:pt x="0" y="0"/>
                </a:moveTo>
                <a:lnTo>
                  <a:pt x="99679" y="0"/>
                </a:lnTo>
                <a:lnTo>
                  <a:pt x="123240" y="39872"/>
                </a:lnTo>
                <a:lnTo>
                  <a:pt x="54370" y="39872"/>
                </a:lnTo>
                <a:lnTo>
                  <a:pt x="54370" y="68869"/>
                </a:lnTo>
                <a:lnTo>
                  <a:pt x="117802" y="68869"/>
                </a:lnTo>
                <a:lnTo>
                  <a:pt x="117802" y="105116"/>
                </a:lnTo>
                <a:lnTo>
                  <a:pt x="54370" y="105116"/>
                </a:lnTo>
                <a:lnTo>
                  <a:pt x="54370" y="134113"/>
                </a:lnTo>
                <a:lnTo>
                  <a:pt x="141363" y="134113"/>
                </a:lnTo>
                <a:lnTo>
                  <a:pt x="141363" y="175797"/>
                </a:lnTo>
                <a:lnTo>
                  <a:pt x="0" y="175797"/>
                </a:lnTo>
                <a:close/>
              </a:path>
            </a:pathLst>
          </a:custGeom>
          <a:solidFill>
            <a:schemeClr val="bg1"/>
          </a:solidFill>
        </p:spPr>
        <p:txBody>
          <a:bodyPr wrap="square">
            <a:noAutofit/>
          </a:bodyPr>
          <a:lstStyle>
            <a:lvl1pPr marL="0" indent="0">
              <a:buFont typeface="Arial" panose="020B0604020202020204" pitchFamily="34" charset="0"/>
              <a:buNone/>
              <a:defRPr sz="800"/>
            </a:lvl1pPr>
          </a:lstStyle>
          <a:p>
            <a:r>
              <a:rPr lang="en-US" dirty="0"/>
              <a:t> </a:t>
            </a:r>
          </a:p>
        </p:txBody>
      </p:sp>
    </p:spTree>
    <p:extLst>
      <p:ext uri="{BB962C8B-B14F-4D97-AF65-F5344CB8AC3E}">
        <p14:creationId xmlns:p14="http://schemas.microsoft.com/office/powerpoint/2010/main" val="25460152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Video">
    <p:spTree>
      <p:nvGrpSpPr>
        <p:cNvPr id="1" name=""/>
        <p:cNvGrpSpPr/>
        <p:nvPr/>
      </p:nvGrpSpPr>
      <p:grpSpPr>
        <a:xfrm>
          <a:off x="0" y="0"/>
          <a:ext cx="0" cy="0"/>
          <a:chOff x="0" y="0"/>
          <a:chExt cx="0" cy="0"/>
        </a:xfrm>
      </p:grpSpPr>
      <p:sp>
        <p:nvSpPr>
          <p:cNvPr id="7" name="Media Placeholder 6">
            <a:extLst>
              <a:ext uri="{FF2B5EF4-FFF2-40B4-BE49-F238E27FC236}">
                <a16:creationId xmlns:a16="http://schemas.microsoft.com/office/drawing/2014/main" id="{04648CD8-B307-812B-5BD0-91AA365C73D1}"/>
              </a:ext>
            </a:extLst>
          </p:cNvPr>
          <p:cNvSpPr>
            <a:spLocks noGrp="1"/>
          </p:cNvSpPr>
          <p:nvPr>
            <p:ph type="media" sz="quarter" idx="13"/>
          </p:nvPr>
        </p:nvSpPr>
        <p:spPr>
          <a:xfrm>
            <a:off x="0" y="0"/>
            <a:ext cx="12192000" cy="6858000"/>
          </a:xfrm>
        </p:spPr>
        <p:txBody>
          <a:bodyPr/>
          <a:lstStyle/>
          <a:p>
            <a:r>
              <a:rPr lang="en-GB"/>
              <a:t>Click icon to add media</a:t>
            </a:r>
            <a:endParaRPr lang="en-US"/>
          </a:p>
        </p:txBody>
      </p:sp>
      <p:sp>
        <p:nvSpPr>
          <p:cNvPr id="4" name="Date Placeholder 8">
            <a:extLst>
              <a:ext uri="{FF2B5EF4-FFF2-40B4-BE49-F238E27FC236}">
                <a16:creationId xmlns:a16="http://schemas.microsoft.com/office/drawing/2014/main" id="{2B2A75B8-AC69-234D-6453-3F51196FB90B}"/>
              </a:ext>
            </a:extLst>
          </p:cNvPr>
          <p:cNvSpPr>
            <a:spLocks noGrp="1"/>
          </p:cNvSpPr>
          <p:nvPr>
            <p:ph type="dt" sz="half" idx="10"/>
          </p:nvPr>
        </p:nvSpPr>
        <p:spPr>
          <a:xfrm>
            <a:off x="994845" y="6437115"/>
            <a:ext cx="1275686" cy="123111"/>
          </a:xfrm>
        </p:spPr>
        <p:txBody>
          <a:bodyPr/>
          <a:lstStyle/>
          <a:p>
            <a:fld id="{44C4E7A6-E413-4802-A251-C1ED1804CD5D}" type="datetime3">
              <a:rPr lang="en-US" smtClean="0"/>
              <a:t>11 July 2026</a:t>
            </a:fld>
            <a:endParaRPr lang="en-US" dirty="0"/>
          </a:p>
        </p:txBody>
      </p:sp>
      <p:sp>
        <p:nvSpPr>
          <p:cNvPr id="5" name="Footer Placeholder 9">
            <a:extLst>
              <a:ext uri="{FF2B5EF4-FFF2-40B4-BE49-F238E27FC236}">
                <a16:creationId xmlns:a16="http://schemas.microsoft.com/office/drawing/2014/main" id="{D1F90C88-74CB-BCA1-B76D-286F3EBEEED3}"/>
              </a:ext>
            </a:extLst>
          </p:cNvPr>
          <p:cNvSpPr>
            <a:spLocks noGrp="1"/>
          </p:cNvSpPr>
          <p:nvPr>
            <p:ph type="ftr" sz="quarter" idx="11"/>
          </p:nvPr>
        </p:nvSpPr>
        <p:spPr>
          <a:xfrm>
            <a:off x="2270531" y="6437115"/>
            <a:ext cx="3825470" cy="123111"/>
          </a:xfrm>
        </p:spPr>
        <p:txBody>
          <a:bodyPr/>
          <a:lstStyle/>
          <a:p>
            <a:r>
              <a:rPr lang="en-US"/>
              <a:t>Insert footer text here</a:t>
            </a:r>
          </a:p>
        </p:txBody>
      </p:sp>
      <p:sp>
        <p:nvSpPr>
          <p:cNvPr id="6" name="Slide Number Placeholder 10">
            <a:extLst>
              <a:ext uri="{FF2B5EF4-FFF2-40B4-BE49-F238E27FC236}">
                <a16:creationId xmlns:a16="http://schemas.microsoft.com/office/drawing/2014/main" id="{85104006-7F28-1301-537B-8A442233737F}"/>
              </a:ext>
            </a:extLst>
          </p:cNvPr>
          <p:cNvSpPr>
            <a:spLocks noGrp="1"/>
          </p:cNvSpPr>
          <p:nvPr>
            <p:ph type="sldNum" sz="quarter" idx="12"/>
          </p:nvPr>
        </p:nvSpPr>
        <p:spPr>
          <a:xfrm>
            <a:off x="485747" y="6437115"/>
            <a:ext cx="509098" cy="123111"/>
          </a:xfrm>
        </p:spPr>
        <p:txBody>
          <a:bodyPr/>
          <a:lstStyle/>
          <a:p>
            <a:fld id="{F1BC30E3-FFE5-4B91-AA19-87A149EBB9EE}" type="slidenum">
              <a:rPr lang="en-GB" smtClean="0"/>
              <a:pPr/>
              <a:t>‹#›</a:t>
            </a:fld>
            <a:endParaRPr lang="en-GB" dirty="0"/>
          </a:p>
        </p:txBody>
      </p:sp>
      <p:sp>
        <p:nvSpPr>
          <p:cNvPr id="12" name="SmartArt Placeholder 13">
            <a:extLst>
              <a:ext uri="{FF2B5EF4-FFF2-40B4-BE49-F238E27FC236}">
                <a16:creationId xmlns:a16="http://schemas.microsoft.com/office/drawing/2014/main" id="{C1050600-C16E-B87E-A2FD-AE302C51009E}"/>
              </a:ext>
            </a:extLst>
          </p:cNvPr>
          <p:cNvSpPr>
            <a:spLocks noGrp="1"/>
          </p:cNvSpPr>
          <p:nvPr>
            <p:ph type="dgm" sz="quarter" idx="28" hasCustomPrompt="1"/>
          </p:nvPr>
        </p:nvSpPr>
        <p:spPr bwMode="black">
          <a:xfrm>
            <a:off x="11623900" y="6276977"/>
            <a:ext cx="346158" cy="126864"/>
          </a:xfrm>
          <a:custGeom>
            <a:avLst/>
            <a:gdLst>
              <a:gd name="connsiteX0" fmla="*/ 346158 w 346158"/>
              <a:gd name="connsiteY0" fmla="*/ 0 h 126864"/>
              <a:gd name="connsiteX1" fmla="*/ 346158 w 346158"/>
              <a:gd name="connsiteY1" fmla="*/ 65245 h 126864"/>
              <a:gd name="connsiteX2" fmla="*/ 0 w 346158"/>
              <a:gd name="connsiteY2" fmla="*/ 126864 h 126864"/>
            </a:gdLst>
            <a:ahLst/>
            <a:cxnLst>
              <a:cxn ang="0">
                <a:pos x="connsiteX0" y="connsiteY0"/>
              </a:cxn>
              <a:cxn ang="0">
                <a:pos x="connsiteX1" y="connsiteY1"/>
              </a:cxn>
              <a:cxn ang="0">
                <a:pos x="connsiteX2" y="connsiteY2"/>
              </a:cxn>
            </a:cxnLst>
            <a:rect l="l" t="t" r="r" b="b"/>
            <a:pathLst>
              <a:path w="346158" h="126864">
                <a:moveTo>
                  <a:pt x="346158" y="0"/>
                </a:moveTo>
                <a:lnTo>
                  <a:pt x="346158" y="65245"/>
                </a:lnTo>
                <a:lnTo>
                  <a:pt x="0" y="126864"/>
                </a:lnTo>
                <a:close/>
              </a:path>
            </a:pathLst>
          </a:custGeom>
          <a:solidFill>
            <a:schemeClr val="tx2"/>
          </a:solidFill>
        </p:spPr>
        <p:txBody>
          <a:bodyPr wrap="square">
            <a:noAutofit/>
          </a:bodyPr>
          <a:lstStyle>
            <a:lvl1pPr marL="0" indent="0">
              <a:buFont typeface="Arial" panose="020B0604020202020204" pitchFamily="34" charset="0"/>
              <a:buNone/>
              <a:defRPr sz="800"/>
            </a:lvl1pPr>
          </a:lstStyle>
          <a:p>
            <a:r>
              <a:rPr lang="en-US" dirty="0"/>
              <a:t> </a:t>
            </a:r>
          </a:p>
        </p:txBody>
      </p:sp>
      <p:sp>
        <p:nvSpPr>
          <p:cNvPr id="13" name="SmartArt Placeholder 14">
            <a:extLst>
              <a:ext uri="{FF2B5EF4-FFF2-40B4-BE49-F238E27FC236}">
                <a16:creationId xmlns:a16="http://schemas.microsoft.com/office/drawing/2014/main" id="{2358EBAA-AAE1-278D-A8F7-2D66E11CDE43}"/>
              </a:ext>
            </a:extLst>
          </p:cNvPr>
          <p:cNvSpPr>
            <a:spLocks noGrp="1"/>
          </p:cNvSpPr>
          <p:nvPr>
            <p:ph type="dgm" sz="quarter" idx="29" hasCustomPrompt="1"/>
          </p:nvPr>
        </p:nvSpPr>
        <p:spPr bwMode="black">
          <a:xfrm>
            <a:off x="11625712" y="6456399"/>
            <a:ext cx="291788" cy="175797"/>
          </a:xfrm>
          <a:custGeom>
            <a:avLst/>
            <a:gdLst>
              <a:gd name="connsiteX0" fmla="*/ 117803 w 291788"/>
              <a:gd name="connsiteY0" fmla="*/ 0 h 175797"/>
              <a:gd name="connsiteX1" fmla="*/ 175798 w 291788"/>
              <a:gd name="connsiteY1" fmla="*/ 0 h 175797"/>
              <a:gd name="connsiteX2" fmla="*/ 204796 w 291788"/>
              <a:gd name="connsiteY2" fmla="*/ 57995 h 175797"/>
              <a:gd name="connsiteX3" fmla="*/ 233793 w 291788"/>
              <a:gd name="connsiteY3" fmla="*/ 0 h 175797"/>
              <a:gd name="connsiteX4" fmla="*/ 291788 w 291788"/>
              <a:gd name="connsiteY4" fmla="*/ 0 h 175797"/>
              <a:gd name="connsiteX5" fmla="*/ 230168 w 291788"/>
              <a:gd name="connsiteY5" fmla="*/ 105116 h 175797"/>
              <a:gd name="connsiteX6" fmla="*/ 230168 w 291788"/>
              <a:gd name="connsiteY6" fmla="*/ 175797 h 175797"/>
              <a:gd name="connsiteX7" fmla="*/ 177610 w 291788"/>
              <a:gd name="connsiteY7" fmla="*/ 175797 h 175797"/>
              <a:gd name="connsiteX8" fmla="*/ 177610 w 291788"/>
              <a:gd name="connsiteY8" fmla="*/ 105116 h 175797"/>
              <a:gd name="connsiteX9" fmla="*/ 0 w 291788"/>
              <a:gd name="connsiteY9" fmla="*/ 0 h 175797"/>
              <a:gd name="connsiteX10" fmla="*/ 99679 w 291788"/>
              <a:gd name="connsiteY10" fmla="*/ 0 h 175797"/>
              <a:gd name="connsiteX11" fmla="*/ 123240 w 291788"/>
              <a:gd name="connsiteY11" fmla="*/ 39872 h 175797"/>
              <a:gd name="connsiteX12" fmla="*/ 54370 w 291788"/>
              <a:gd name="connsiteY12" fmla="*/ 39872 h 175797"/>
              <a:gd name="connsiteX13" fmla="*/ 54370 w 291788"/>
              <a:gd name="connsiteY13" fmla="*/ 68869 h 175797"/>
              <a:gd name="connsiteX14" fmla="*/ 117802 w 291788"/>
              <a:gd name="connsiteY14" fmla="*/ 68869 h 175797"/>
              <a:gd name="connsiteX15" fmla="*/ 117802 w 291788"/>
              <a:gd name="connsiteY15" fmla="*/ 105116 h 175797"/>
              <a:gd name="connsiteX16" fmla="*/ 54370 w 291788"/>
              <a:gd name="connsiteY16" fmla="*/ 105116 h 175797"/>
              <a:gd name="connsiteX17" fmla="*/ 54370 w 291788"/>
              <a:gd name="connsiteY17" fmla="*/ 134113 h 175797"/>
              <a:gd name="connsiteX18" fmla="*/ 141363 w 291788"/>
              <a:gd name="connsiteY18" fmla="*/ 134113 h 175797"/>
              <a:gd name="connsiteX19" fmla="*/ 141363 w 291788"/>
              <a:gd name="connsiteY19" fmla="*/ 175797 h 175797"/>
              <a:gd name="connsiteX20" fmla="*/ 0 w 291788"/>
              <a:gd name="connsiteY20" fmla="*/ 175797 h 17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1788" h="175797">
                <a:moveTo>
                  <a:pt x="117803" y="0"/>
                </a:moveTo>
                <a:lnTo>
                  <a:pt x="175798" y="0"/>
                </a:lnTo>
                <a:lnTo>
                  <a:pt x="204796" y="57995"/>
                </a:lnTo>
                <a:lnTo>
                  <a:pt x="233793" y="0"/>
                </a:lnTo>
                <a:lnTo>
                  <a:pt x="291788" y="0"/>
                </a:lnTo>
                <a:lnTo>
                  <a:pt x="230168" y="105116"/>
                </a:lnTo>
                <a:lnTo>
                  <a:pt x="230168" y="175797"/>
                </a:lnTo>
                <a:lnTo>
                  <a:pt x="177610" y="175797"/>
                </a:lnTo>
                <a:lnTo>
                  <a:pt x="177610" y="105116"/>
                </a:lnTo>
                <a:close/>
                <a:moveTo>
                  <a:pt x="0" y="0"/>
                </a:moveTo>
                <a:lnTo>
                  <a:pt x="99679" y="0"/>
                </a:lnTo>
                <a:lnTo>
                  <a:pt x="123240" y="39872"/>
                </a:lnTo>
                <a:lnTo>
                  <a:pt x="54370" y="39872"/>
                </a:lnTo>
                <a:lnTo>
                  <a:pt x="54370" y="68869"/>
                </a:lnTo>
                <a:lnTo>
                  <a:pt x="117802" y="68869"/>
                </a:lnTo>
                <a:lnTo>
                  <a:pt x="117802" y="105116"/>
                </a:lnTo>
                <a:lnTo>
                  <a:pt x="54370" y="105116"/>
                </a:lnTo>
                <a:lnTo>
                  <a:pt x="54370" y="134113"/>
                </a:lnTo>
                <a:lnTo>
                  <a:pt x="141363" y="134113"/>
                </a:lnTo>
                <a:lnTo>
                  <a:pt x="141363" y="175797"/>
                </a:lnTo>
                <a:lnTo>
                  <a:pt x="0" y="175797"/>
                </a:lnTo>
                <a:close/>
              </a:path>
            </a:pathLst>
          </a:custGeom>
          <a:solidFill>
            <a:schemeClr val="bg1"/>
          </a:solidFill>
        </p:spPr>
        <p:txBody>
          <a:bodyPr wrap="square">
            <a:noAutofit/>
          </a:bodyPr>
          <a:lstStyle>
            <a:lvl1pPr marL="0" indent="0">
              <a:buFont typeface="Arial" panose="020B0604020202020204" pitchFamily="34" charset="0"/>
              <a:buNone/>
              <a:defRPr sz="800"/>
            </a:lvl1pPr>
          </a:lstStyle>
          <a:p>
            <a:r>
              <a:rPr lang="en-US" dirty="0"/>
              <a:t> </a:t>
            </a:r>
          </a:p>
        </p:txBody>
      </p:sp>
    </p:spTree>
    <p:extLst>
      <p:ext uri="{BB962C8B-B14F-4D97-AF65-F5344CB8AC3E}">
        <p14:creationId xmlns:p14="http://schemas.microsoft.com/office/powerpoint/2010/main" val="386063348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581333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Content and Image">
    <p:spTree>
      <p:nvGrpSpPr>
        <p:cNvPr id="1" name=""/>
        <p:cNvGrpSpPr/>
        <p:nvPr/>
      </p:nvGrpSpPr>
      <p:grpSpPr>
        <a:xfrm>
          <a:off x="0" y="0"/>
          <a:ext cx="0" cy="0"/>
          <a:chOff x="0" y="0"/>
          <a:chExt cx="0" cy="0"/>
        </a:xfrm>
      </p:grpSpPr>
      <p:pic>
        <p:nvPicPr>
          <p:cNvPr id="6" name="Picture 5" descr="A bright yellow circle&#10;&#10;Description automatically generated with medium confidence">
            <a:extLst>
              <a:ext uri="{FF2B5EF4-FFF2-40B4-BE49-F238E27FC236}">
                <a16:creationId xmlns:a16="http://schemas.microsoft.com/office/drawing/2014/main" id="{0CE0EE1C-69FD-A2A1-0E47-EEBF86AA51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Tree>
    <p:extLst>
      <p:ext uri="{BB962C8B-B14F-4D97-AF65-F5344CB8AC3E}">
        <p14:creationId xmlns:p14="http://schemas.microsoft.com/office/powerpoint/2010/main" val="256495024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Relationship Id="rId1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slideLayout" Target="../slideLayouts/slideLayout37.xml"/><Relationship Id="rId14" Type="http://schemas.openxmlformats.org/officeDocument/2006/relationships/slideLayout" Target="../slideLayouts/slideLayout38.xml"/><Relationship Id="rId15" Type="http://schemas.openxmlformats.org/officeDocument/2006/relationships/slideLayout" Target="../slideLayouts/slideLayout39.xml"/><Relationship Id="rId16" Type="http://schemas.openxmlformats.org/officeDocument/2006/relationships/slideLayout" Target="../slideLayouts/slideLayout40.xml"/><Relationship Id="rId17" Type="http://schemas.openxmlformats.org/officeDocument/2006/relationships/slideLayout" Target="../slideLayouts/slideLayout41.xml"/><Relationship Id="rId18" Type="http://schemas.openxmlformats.org/officeDocument/2006/relationships/slideLayout" Target="../slideLayouts/slideLayout42.xml"/><Relationship Id="rId19" Type="http://schemas.openxmlformats.org/officeDocument/2006/relationships/slideLayout" Target="../slideLayouts/slideLayout43.xml"/><Relationship Id="rId20" Type="http://schemas.openxmlformats.org/officeDocument/2006/relationships/slideLayout" Target="../slideLayouts/slideLayout44.xml"/><Relationship Id="rId21" Type="http://schemas.openxmlformats.org/officeDocument/2006/relationships/slideLayout" Target="../slideLayouts/slideLayout45.xml"/><Relationship Id="rId22" Type="http://schemas.openxmlformats.org/officeDocument/2006/relationships/slideLayout" Target="../slideLayouts/slideLayout46.xml"/><Relationship Id="rId23" Type="http://schemas.openxmlformats.org/officeDocument/2006/relationships/slideLayout" Target="../slideLayouts/slideLayout47.xml"/><Relationship Id="rId24" Type="http://schemas.openxmlformats.org/officeDocument/2006/relationships/slideLayout" Target="../slideLayouts/slideLayout48.xml"/><Relationship Id="rId25" Type="http://schemas.openxmlformats.org/officeDocument/2006/relationships/slideLayout" Target="../slideLayouts/slideLayout49.xml"/><Relationship Id="rId26" Type="http://schemas.openxmlformats.org/officeDocument/2006/relationships/slideLayout" Target="../slideLayouts/slideLayout50.xml"/><Relationship Id="rId27" Type="http://schemas.openxmlformats.org/officeDocument/2006/relationships/slideLayout" Target="../slideLayouts/slideLayout51.xml"/><Relationship Id="rId28"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slideLayout" Target="../slideLayouts/slideLayout53.xml"/><Relationship Id="rId3" Type="http://schemas.openxmlformats.org/officeDocument/2006/relationships/slideLayout" Target="../slideLayouts/slideLayout54.xml"/><Relationship Id="rId4" Type="http://schemas.openxmlformats.org/officeDocument/2006/relationships/slideLayout" Target="../slideLayouts/slideLayout55.xml"/><Relationship Id="rId5" Type="http://schemas.openxmlformats.org/officeDocument/2006/relationships/slideLayout" Target="../slideLayouts/slideLayout56.xml"/><Relationship Id="rId6" Type="http://schemas.openxmlformats.org/officeDocument/2006/relationships/slideLayout" Target="../slideLayouts/slideLayout57.xml"/><Relationship Id="rId7" Type="http://schemas.openxmlformats.org/officeDocument/2006/relationships/slideLayout" Target="../slideLayouts/slideLayout58.xml"/><Relationship Id="rId8" Type="http://schemas.openxmlformats.org/officeDocument/2006/relationships/slideLayout" Target="../slideLayouts/slideLayout59.xml"/><Relationship Id="rId9" Type="http://schemas.openxmlformats.org/officeDocument/2006/relationships/slideLayout" Target="../slideLayouts/slideLayout60.xml"/><Relationship Id="rId10" Type="http://schemas.openxmlformats.org/officeDocument/2006/relationships/slideLayout" Target="../slideLayouts/slideLayout61.xml"/><Relationship Id="rId11" Type="http://schemas.openxmlformats.org/officeDocument/2006/relationships/slideLayout" Target="../slideLayouts/slideLayout62.xml"/><Relationship Id="rId12" Type="http://schemas.openxmlformats.org/officeDocument/2006/relationships/slideLayout" Target="../slideLayouts/slideLayout63.xml"/><Relationship Id="rId13" Type="http://schemas.openxmlformats.org/officeDocument/2006/relationships/slideLayout" Target="../slideLayouts/slideLayout64.xml"/><Relationship Id="rId14" Type="http://schemas.openxmlformats.org/officeDocument/2006/relationships/slideLayout" Target="../slideLayouts/slideLayout65.xml"/><Relationship Id="rId15" Type="http://schemas.openxmlformats.org/officeDocument/2006/relationships/slideLayout" Target="../slideLayouts/slideLayout66.xml"/><Relationship Id="rId16" Type="http://schemas.openxmlformats.org/officeDocument/2006/relationships/slideLayout" Target="../slideLayouts/slideLayout67.xml"/><Relationship Id="rId17" Type="http://schemas.openxmlformats.org/officeDocument/2006/relationships/slideLayout" Target="../slideLayouts/slideLayout68.xml"/><Relationship Id="rId18" Type="http://schemas.openxmlformats.org/officeDocument/2006/relationships/slideLayout" Target="../slideLayouts/slideLayout69.xml"/><Relationship Id="rId19" Type="http://schemas.openxmlformats.org/officeDocument/2006/relationships/slideLayout" Target="../slideLayouts/slideLayout70.xml"/><Relationship Id="rId20" Type="http://schemas.openxmlformats.org/officeDocument/2006/relationships/slideLayout" Target="../slideLayouts/slideLayout71.xml"/><Relationship Id="rId21" Type="http://schemas.openxmlformats.org/officeDocument/2006/relationships/slideLayout" Target="../slideLayouts/slideLayout72.xml"/><Relationship Id="rId22" Type="http://schemas.openxmlformats.org/officeDocument/2006/relationships/slideLayout" Target="../slideLayouts/slideLayout73.xml"/><Relationship Id="rId23" Type="http://schemas.openxmlformats.org/officeDocument/2006/relationships/slideLayout" Target="../slideLayouts/slideLayout74.xml"/><Relationship Id="rId24" Type="http://schemas.openxmlformats.org/officeDocument/2006/relationships/slideLayout" Target="../slideLayouts/slideLayout75.xml"/><Relationship Id="rId25" Type="http://schemas.openxmlformats.org/officeDocument/2006/relationships/slideLayout" Target="../slideLayouts/slideLayout76.xml"/><Relationship Id="rId26" Type="http://schemas.openxmlformats.org/officeDocument/2006/relationships/slideLayout" Target="../slideLayouts/slideLayout77.xml"/><Relationship Id="rId27"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483827" y="369888"/>
            <a:ext cx="11224347" cy="470898"/>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p:cNvSpPr>
            <a:spLocks noGrp="1"/>
          </p:cNvSpPr>
          <p:nvPr>
            <p:ph type="body" idx="1"/>
          </p:nvPr>
        </p:nvSpPr>
        <p:spPr>
          <a:xfrm>
            <a:off x="483827" y="1411287"/>
            <a:ext cx="11224347" cy="4638675"/>
          </a:xfrm>
          <a:prstGeom prst="rect">
            <a:avLst/>
          </a:prstGeom>
        </p:spPr>
        <p:txBody>
          <a:bodyPr vert="horz" lIns="0" tIns="0" rIns="0" bIns="0" rtlCol="0" anchor="t" anchorCtr="0">
            <a:noAutofit/>
          </a:bodyPr>
          <a:lstStyle/>
          <a:p>
            <a:r>
              <a:rPr lang="en-US" dirty="0"/>
              <a:t>First level text style </a:t>
            </a:r>
            <a:r>
              <a:rPr lang="en-US" dirty="0" err="1"/>
              <a:t>EYInterstate</a:t>
            </a:r>
            <a:r>
              <a:rPr lang="en-US" dirty="0"/>
              <a:t> Light </a:t>
            </a:r>
            <a:r>
              <a:rPr lang="en-US" dirty="0" err="1"/>
              <a:t>20pt</a:t>
            </a:r>
            <a:endParaRPr lang="en-US" dirty="0"/>
          </a:p>
          <a:p>
            <a:pPr lvl="1"/>
            <a:r>
              <a:rPr lang="en-US" dirty="0"/>
              <a:t>Second level text style </a:t>
            </a:r>
            <a:r>
              <a:rPr lang="en-US" dirty="0" err="1"/>
              <a:t>EYInterstate</a:t>
            </a:r>
            <a:r>
              <a:rPr lang="en-US" dirty="0"/>
              <a:t> Light </a:t>
            </a:r>
            <a:r>
              <a:rPr lang="en-US" dirty="0" err="1"/>
              <a:t>20pt</a:t>
            </a:r>
            <a:endParaRPr lang="en-US" dirty="0"/>
          </a:p>
          <a:p>
            <a:pPr lvl="2"/>
            <a:r>
              <a:rPr lang="en-US" dirty="0"/>
              <a:t>Third level text style </a:t>
            </a:r>
            <a:r>
              <a:rPr lang="en-US" dirty="0" err="1"/>
              <a:t>EYInterstate</a:t>
            </a:r>
            <a:r>
              <a:rPr lang="en-US" dirty="0"/>
              <a:t> Light </a:t>
            </a:r>
            <a:r>
              <a:rPr lang="en-US" dirty="0" err="1"/>
              <a:t>18pt</a:t>
            </a:r>
            <a:endParaRPr lang="en-US" dirty="0"/>
          </a:p>
          <a:p>
            <a:pPr lvl="3"/>
            <a:r>
              <a:rPr lang="en-US" dirty="0"/>
              <a:t>Fourth level text style </a:t>
            </a:r>
            <a:r>
              <a:rPr lang="en-US" dirty="0" err="1"/>
              <a:t>EYInterstate</a:t>
            </a:r>
            <a:r>
              <a:rPr lang="en-US" dirty="0"/>
              <a:t> Light </a:t>
            </a:r>
            <a:r>
              <a:rPr lang="en-US" dirty="0" err="1"/>
              <a:t>16pt</a:t>
            </a:r>
            <a:endParaRPr lang="en-US" dirty="0"/>
          </a:p>
          <a:p>
            <a:pPr lvl="4"/>
            <a:r>
              <a:rPr lang="en-US" dirty="0"/>
              <a:t>Fifth level text style </a:t>
            </a:r>
            <a:r>
              <a:rPr lang="en-US" dirty="0" err="1"/>
              <a:t>EYInterstate</a:t>
            </a:r>
            <a:r>
              <a:rPr lang="en-US" dirty="0"/>
              <a:t> Light </a:t>
            </a:r>
            <a:r>
              <a:rPr lang="en-US" dirty="0" err="1"/>
              <a:t>16pt</a:t>
            </a:r>
            <a:endParaRPr lang="en-US" dirty="0"/>
          </a:p>
          <a:p>
            <a:pPr lvl="5"/>
            <a:r>
              <a:rPr lang="en-US" dirty="0"/>
              <a:t>Sixth level text style </a:t>
            </a:r>
            <a:r>
              <a:rPr lang="en-US" dirty="0" err="1"/>
              <a:t>EYInterstate</a:t>
            </a:r>
            <a:r>
              <a:rPr lang="en-US" dirty="0"/>
              <a:t> Light </a:t>
            </a:r>
            <a:r>
              <a:rPr lang="en-US" dirty="0" err="1"/>
              <a:t>14pt</a:t>
            </a:r>
            <a:endParaRPr lang="en-US" dirty="0"/>
          </a:p>
          <a:p>
            <a:pPr lvl="6"/>
            <a:r>
              <a:rPr lang="en-US" dirty="0"/>
              <a:t>Seventh level text style </a:t>
            </a:r>
            <a:r>
              <a:rPr lang="en-US" dirty="0" err="1"/>
              <a:t>EYInterstate</a:t>
            </a:r>
            <a:r>
              <a:rPr lang="en-US" dirty="0"/>
              <a:t> Light </a:t>
            </a:r>
            <a:r>
              <a:rPr lang="en-US" dirty="0" err="1"/>
              <a:t>14pt</a:t>
            </a:r>
            <a:endParaRPr lang="en-US" dirty="0"/>
          </a:p>
          <a:p>
            <a:pPr lvl="7"/>
            <a:r>
              <a:rPr lang="en-US" dirty="0"/>
              <a:t>Eighth level text style </a:t>
            </a:r>
            <a:r>
              <a:rPr lang="en-US" dirty="0" err="1"/>
              <a:t>EYInterstate</a:t>
            </a:r>
            <a:r>
              <a:rPr lang="en-US" dirty="0"/>
              <a:t> Light </a:t>
            </a:r>
            <a:r>
              <a:rPr lang="en-US" dirty="0" err="1"/>
              <a:t>12pt</a:t>
            </a:r>
            <a:endParaRPr lang="en-US" dirty="0"/>
          </a:p>
          <a:p>
            <a:pPr lvl="8"/>
            <a:r>
              <a:rPr lang="en-US" dirty="0"/>
              <a:t>Nineth level text style </a:t>
            </a:r>
            <a:r>
              <a:rPr lang="en-US" dirty="0" err="1"/>
              <a:t>EYInterstate</a:t>
            </a:r>
            <a:r>
              <a:rPr lang="en-US" dirty="0"/>
              <a:t> Light </a:t>
            </a:r>
            <a:r>
              <a:rPr lang="en-US" dirty="0" err="1"/>
              <a:t>24pt</a:t>
            </a:r>
            <a:r>
              <a:rPr lang="en-US" dirty="0"/>
              <a:t> for key pull out text</a:t>
            </a:r>
          </a:p>
        </p:txBody>
      </p:sp>
      <p:sp>
        <p:nvSpPr>
          <p:cNvPr id="21" name="Slide Number Placeholder">
            <a:extLst>
              <a:ext uri="{FF2B5EF4-FFF2-40B4-BE49-F238E27FC236}">
                <a16:creationId xmlns:a16="http://schemas.microsoft.com/office/drawing/2014/main" id="{3B540F9A-D485-4BD0-B905-41F8A52593F8}"/>
              </a:ext>
            </a:extLst>
          </p:cNvPr>
          <p:cNvSpPr>
            <a:spLocks noGrp="1"/>
          </p:cNvSpPr>
          <p:nvPr>
            <p:ph type="sldNum" sz="quarter" idx="4"/>
          </p:nvPr>
        </p:nvSpPr>
        <p:spPr>
          <a:xfrm>
            <a:off x="485747" y="6437115"/>
            <a:ext cx="509098" cy="123111"/>
          </a:xfrm>
          <a:prstGeom prst="rect">
            <a:avLst/>
          </a:prstGeom>
        </p:spPr>
        <p:txBody>
          <a:bodyPr vert="horz" lIns="0" tIns="0" rIns="0" bIns="0" rtlCol="0" anchor="t">
            <a:noAutofit/>
          </a:bodyPr>
          <a:lstStyle>
            <a:lvl1pPr marL="0" algn="l" defTabSz="914400" rtl="0" eaLnBrk="1" latinLnBrk="0" hangingPunct="1">
              <a:defRPr lang="en-IN" sz="800" kern="1200" smtClean="0">
                <a:solidFill>
                  <a:schemeClr val="bg1"/>
                </a:solidFill>
                <a:latin typeface="+mn-lt"/>
                <a:ea typeface="+mn-ea"/>
                <a:cs typeface="+mn-cs"/>
              </a:defRPr>
            </a:lvl1pPr>
          </a:lstStyle>
          <a:p>
            <a:fld id="{F1BC30E3-FFE5-4B91-AA19-87A149EBB9EE}" type="slidenum">
              <a:rPr lang="en-GB" smtClean="0"/>
              <a:pPr/>
              <a:t>‹#›</a:t>
            </a:fld>
            <a:endParaRPr lang="en-GB" dirty="0"/>
          </a:p>
        </p:txBody>
      </p:sp>
      <p:sp>
        <p:nvSpPr>
          <p:cNvPr id="19" name="Date Placeholder">
            <a:extLst>
              <a:ext uri="{FF2B5EF4-FFF2-40B4-BE49-F238E27FC236}">
                <a16:creationId xmlns:a16="http://schemas.microsoft.com/office/drawing/2014/main" id="{600772EA-C6B0-4F5D-AA59-01C0858EFADB}"/>
              </a:ext>
            </a:extLst>
          </p:cNvPr>
          <p:cNvSpPr>
            <a:spLocks noGrp="1"/>
          </p:cNvSpPr>
          <p:nvPr>
            <p:ph type="dt" sz="half" idx="2"/>
          </p:nvPr>
        </p:nvSpPr>
        <p:spPr>
          <a:xfrm>
            <a:off x="994845" y="6437115"/>
            <a:ext cx="1275686" cy="123111"/>
          </a:xfrm>
          <a:prstGeom prst="rect">
            <a:avLst/>
          </a:prstGeom>
        </p:spPr>
        <p:txBody>
          <a:bodyPr vert="horz" lIns="0" tIns="0" rIns="0" bIns="0" rtlCol="0" anchor="t">
            <a:noAutofit/>
          </a:bodyPr>
          <a:lstStyle>
            <a:lvl1pPr marL="0" algn="l" defTabSz="914400" rtl="0" eaLnBrk="1" latinLnBrk="0" hangingPunct="1">
              <a:defRPr lang="en-IN" sz="800" kern="1200" smtClean="0">
                <a:solidFill>
                  <a:schemeClr val="bg1"/>
                </a:solidFill>
                <a:latin typeface="+mn-lt"/>
                <a:ea typeface="+mn-ea"/>
                <a:cs typeface="+mn-cs"/>
              </a:defRPr>
            </a:lvl1pPr>
          </a:lstStyle>
          <a:p>
            <a:fld id="{40250C1F-BD3B-48A5-B929-1D58369E7B86}" type="datetime3">
              <a:rPr lang="en-US" smtClean="0"/>
              <a:t>11 July 2026</a:t>
            </a:fld>
            <a:endParaRPr lang="en-US" dirty="0"/>
          </a:p>
        </p:txBody>
      </p:sp>
      <p:sp>
        <p:nvSpPr>
          <p:cNvPr id="20" name="Footer Placeholder">
            <a:extLst>
              <a:ext uri="{FF2B5EF4-FFF2-40B4-BE49-F238E27FC236}">
                <a16:creationId xmlns:a16="http://schemas.microsoft.com/office/drawing/2014/main" id="{AC28FA70-87E4-49F4-AFDE-345AA28E0BE7}"/>
              </a:ext>
            </a:extLst>
          </p:cNvPr>
          <p:cNvSpPr>
            <a:spLocks noGrp="1"/>
          </p:cNvSpPr>
          <p:nvPr>
            <p:ph type="ftr" sz="quarter" idx="3"/>
          </p:nvPr>
        </p:nvSpPr>
        <p:spPr>
          <a:xfrm>
            <a:off x="2270531" y="6437115"/>
            <a:ext cx="3825470" cy="123111"/>
          </a:xfrm>
          <a:prstGeom prst="rect">
            <a:avLst/>
          </a:prstGeom>
        </p:spPr>
        <p:txBody>
          <a:bodyPr vert="horz" lIns="0" tIns="0" rIns="0" bIns="0" rtlCol="0" anchor="t">
            <a:noAutofit/>
          </a:bodyPr>
          <a:lstStyle>
            <a:lvl1pPr marL="0" algn="l" defTabSz="914400" rtl="0" eaLnBrk="1" latinLnBrk="0" hangingPunct="1">
              <a:defRPr lang="en-IN" sz="800" kern="1200" dirty="0">
                <a:solidFill>
                  <a:schemeClr val="bg1"/>
                </a:solidFill>
                <a:latin typeface="+mn-lt"/>
                <a:ea typeface="+mn-ea"/>
                <a:cs typeface="+mn-cs"/>
              </a:defRPr>
            </a:lvl1pPr>
          </a:lstStyle>
          <a:p>
            <a:r>
              <a:rPr lang="en-US"/>
              <a:t>Insert footer text here</a:t>
            </a:r>
          </a:p>
        </p:txBody>
      </p:sp>
      <p:grpSp>
        <p:nvGrpSpPr>
          <p:cNvPr id="6" name="Logo">
            <a:extLst>
              <a:ext uri="{FF2B5EF4-FFF2-40B4-BE49-F238E27FC236}">
                <a16:creationId xmlns:a16="http://schemas.microsoft.com/office/drawing/2014/main" id="{84D8E7BF-2CB9-F661-3559-99D90AE0A4E5}"/>
              </a:ext>
            </a:extLst>
          </p:cNvPr>
          <p:cNvGrpSpPr>
            <a:grpSpLocks noGrp="1" noUngrp="1" noRot="1" noChangeAspect="1" noMove="1" noResize="1"/>
          </p:cNvGrpSpPr>
          <p:nvPr userDrawn="1"/>
        </p:nvGrpSpPr>
        <p:grpSpPr bwMode="black">
          <a:xfrm>
            <a:off x="11623900" y="6276977"/>
            <a:ext cx="346158" cy="355219"/>
            <a:chOff x="7110" y="4004"/>
            <a:chExt cx="191" cy="196"/>
          </a:xfrm>
        </p:grpSpPr>
        <p:sp>
          <p:nvSpPr>
            <p:cNvPr id="7" name="Freeform 5">
              <a:extLst>
                <a:ext uri="{FF2B5EF4-FFF2-40B4-BE49-F238E27FC236}">
                  <a16:creationId xmlns:a16="http://schemas.microsoft.com/office/drawing/2014/main" id="{B6AA6DF4-2FEA-00BD-9BF9-6CDE40EF389F}"/>
                </a:ext>
              </a:extLst>
            </p:cNvPr>
            <p:cNvSpPr>
              <a:spLocks noGrp="1" noRot="1" noMove="1" noResize="1" noEditPoints="1" noAdjustHandles="1" noChangeArrowheads="1" noChangeShapeType="1"/>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tx1"/>
                </a:solidFill>
                <a:latin typeface="+mn-lt"/>
              </a:endParaRPr>
            </a:p>
          </p:txBody>
        </p:sp>
        <p:sp>
          <p:nvSpPr>
            <p:cNvPr id="8" name="Freeform 6">
              <a:extLst>
                <a:ext uri="{FF2B5EF4-FFF2-40B4-BE49-F238E27FC236}">
                  <a16:creationId xmlns:a16="http://schemas.microsoft.com/office/drawing/2014/main" id="{9F5D8B0B-D61C-3D77-A3C6-C71B65E66459}"/>
                </a:ext>
              </a:extLst>
            </p:cNvPr>
            <p:cNvSpPr>
              <a:spLocks noGrp="1" noRot="1" noMove="1" noResize="1" noEditPoints="1" noAdjustHandles="1" noChangeArrowheads="1" noChangeShapeType="1"/>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tx1"/>
                </a:solidFill>
                <a:latin typeface="+mn-lt"/>
              </a:endParaRPr>
            </a:p>
          </p:txBody>
        </p:sp>
        <p:sp>
          <p:nvSpPr>
            <p:cNvPr id="13" name="Freeform 7">
              <a:extLst>
                <a:ext uri="{FF2B5EF4-FFF2-40B4-BE49-F238E27FC236}">
                  <a16:creationId xmlns:a16="http://schemas.microsoft.com/office/drawing/2014/main" id="{66939EE2-541D-2E43-8858-BD44D3A0144C}"/>
                </a:ext>
              </a:extLst>
            </p:cNvPr>
            <p:cNvSpPr>
              <a:spLocks noGrp="1" noRot="1" noMove="1" noResize="1" noEditPoints="1" noAdjustHandles="1" noChangeArrowheads="1" noChangeShapeType="1"/>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tx1"/>
                </a:solidFill>
                <a:latin typeface="+mn-lt"/>
              </a:endParaRPr>
            </a:p>
          </p:txBody>
        </p:sp>
      </p:grpSp>
    </p:spTree>
    <p:extLst>
      <p:ext uri="{BB962C8B-B14F-4D97-AF65-F5344CB8AC3E}">
        <p14:creationId xmlns:p14="http://schemas.microsoft.com/office/powerpoint/2010/main" val="3547212497"/>
      </p:ext>
    </p:extLst>
  </p:cSld>
  <p:clrMap bg1="lt1" tx1="dk1" bg2="lt2" tx2="dk2" accent1="accent1" accent2="accent2" accent3="accent3" accent4="accent4" accent5="accent5" accent6="accent6" hlink="hlink" folHlink="folHlink"/>
  <p:sldLayoutIdLst>
    <p:sldLayoutId id="2147484144" r:id="rId1"/>
    <p:sldLayoutId id="2147484145" r:id="rId2"/>
    <p:sldLayoutId id="2147484146" r:id="rId3"/>
    <p:sldLayoutId id="2147484147" r:id="rId4"/>
    <p:sldLayoutId id="2147484148" r:id="rId5"/>
    <p:sldLayoutId id="2147484149" r:id="rId6"/>
    <p:sldLayoutId id="2147484150" r:id="rId7"/>
    <p:sldLayoutId id="2147484151" r:id="rId8"/>
    <p:sldLayoutId id="2147484166" r:id="rId9"/>
    <p:sldLayoutId id="2147484152" r:id="rId10"/>
  </p:sldLayoutIdLst>
  <p:hf hdr="0"/>
  <p:txStyles>
    <p:titleStyle>
      <a:lvl1pPr algn="l" defTabSz="914400" rtl="0" eaLnBrk="1" latinLnBrk="0" hangingPunct="1">
        <a:lnSpc>
          <a:spcPct val="85000"/>
        </a:lnSpc>
        <a:spcBef>
          <a:spcPct val="0"/>
        </a:spcBef>
        <a:buNone/>
        <a:defRPr sz="3600" b="1" i="0" kern="1200">
          <a:solidFill>
            <a:schemeClr val="bg1"/>
          </a:solidFill>
          <a:latin typeface="EYInterstate" panose="02000503020000020004" pitchFamily="2" charset="0"/>
          <a:ea typeface="+mj-ea"/>
          <a:cs typeface="Arial" pitchFamily="34" charset="0"/>
        </a:defRPr>
      </a:lvl1pPr>
    </p:titleStyle>
    <p:body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8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4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66" orient="horz" pos="550" userDrawn="1">
          <p15:clr>
            <a:srgbClr val="F26B43"/>
          </p15:clr>
        </p15:guide>
        <p15:guide id="67" orient="horz" pos="232" userDrawn="1">
          <p15:clr>
            <a:srgbClr val="F26B43"/>
          </p15:clr>
        </p15:guide>
        <p15:guide id="68" orient="horz" pos="3816" userDrawn="1">
          <p15:clr>
            <a:srgbClr val="F26B43"/>
          </p15:clr>
        </p15:guide>
        <p15:guide id="69" orient="horz" pos="89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485523" y="382588"/>
            <a:ext cx="11224347" cy="638175"/>
          </a:xfrm>
          <a:prstGeom prst="rect">
            <a:avLst/>
          </a:prstGeom>
        </p:spPr>
        <p:txBody>
          <a:bodyPr vert="horz" lIns="0" tIns="0" rIns="0" bIns="0" rtlCol="0" anchor="t" anchorCtr="0">
            <a:noAutofit/>
          </a:bodyPr>
          <a:lstStyle/>
          <a:p>
            <a:r>
              <a:rPr lang="en-GB" dirty="0"/>
              <a:t>Click to edit Master title style</a:t>
            </a:r>
          </a:p>
        </p:txBody>
      </p:sp>
      <p:sp>
        <p:nvSpPr>
          <p:cNvPr id="3" name="Text Placeholder"/>
          <p:cNvSpPr>
            <a:spLocks noGrp="1"/>
          </p:cNvSpPr>
          <p:nvPr>
            <p:ph type="body" idx="1"/>
          </p:nvPr>
        </p:nvSpPr>
        <p:spPr>
          <a:xfrm>
            <a:off x="485523" y="1411287"/>
            <a:ext cx="11224347" cy="4638675"/>
          </a:xfrm>
          <a:prstGeom prst="rect">
            <a:avLst/>
          </a:prstGeom>
        </p:spPr>
        <p:txBody>
          <a:bodyPr vert="horz" lIns="0" tIns="0" rIns="0" bIns="0" rtlCol="0" anchor="t" anchorCtr="0">
            <a:noAutofit/>
          </a:bodyPr>
          <a:lstStyle/>
          <a:p>
            <a:r>
              <a:rPr lang="en-US" dirty="0"/>
              <a:t>First level text style </a:t>
            </a:r>
            <a:r>
              <a:rPr lang="en-US" dirty="0" err="1"/>
              <a:t>EYInterstate</a:t>
            </a:r>
            <a:r>
              <a:rPr lang="en-US" dirty="0"/>
              <a:t> Light 16pt</a:t>
            </a:r>
          </a:p>
          <a:p>
            <a:pPr lvl="1"/>
            <a:r>
              <a:rPr lang="en-US" dirty="0"/>
              <a:t>Second level text style </a:t>
            </a:r>
            <a:r>
              <a:rPr lang="en-US" dirty="0" err="1"/>
              <a:t>EYInterstate</a:t>
            </a:r>
            <a:r>
              <a:rPr lang="en-US" dirty="0"/>
              <a:t> Light 16pt</a:t>
            </a:r>
          </a:p>
          <a:p>
            <a:pPr lvl="2"/>
            <a:r>
              <a:rPr lang="en-US" dirty="0"/>
              <a:t>Third level text style </a:t>
            </a:r>
            <a:r>
              <a:rPr lang="en-US" dirty="0" err="1"/>
              <a:t>EYInterstate</a:t>
            </a:r>
            <a:r>
              <a:rPr lang="en-US" dirty="0"/>
              <a:t> Light 14pt</a:t>
            </a:r>
          </a:p>
          <a:p>
            <a:pPr lvl="3"/>
            <a:r>
              <a:rPr lang="en-US" dirty="0"/>
              <a:t>Fourth level text style </a:t>
            </a:r>
            <a:r>
              <a:rPr lang="en-US" dirty="0" err="1"/>
              <a:t>EYInterstate</a:t>
            </a:r>
            <a:r>
              <a:rPr lang="en-US" dirty="0"/>
              <a:t> Light 14pt</a:t>
            </a:r>
          </a:p>
          <a:p>
            <a:pPr lvl="4"/>
            <a:r>
              <a:rPr lang="en-US" dirty="0"/>
              <a:t>Fifth level text style </a:t>
            </a:r>
            <a:r>
              <a:rPr lang="en-US" dirty="0" err="1"/>
              <a:t>EYInterstate</a:t>
            </a:r>
            <a:r>
              <a:rPr lang="en-US" dirty="0"/>
              <a:t> Light 12pt</a:t>
            </a:r>
          </a:p>
          <a:p>
            <a:pPr lvl="5"/>
            <a:r>
              <a:rPr lang="en-US" dirty="0"/>
              <a:t>Sixth level text style </a:t>
            </a:r>
            <a:r>
              <a:rPr lang="en-US" dirty="0" err="1"/>
              <a:t>EYInterstate</a:t>
            </a:r>
            <a:r>
              <a:rPr lang="en-US" dirty="0"/>
              <a:t> Light 12pt</a:t>
            </a:r>
          </a:p>
          <a:p>
            <a:pPr lvl="6"/>
            <a:r>
              <a:rPr lang="en-US" dirty="0"/>
              <a:t>Seventh level text style </a:t>
            </a:r>
            <a:r>
              <a:rPr lang="en-US" dirty="0" err="1"/>
              <a:t>EYInterstate</a:t>
            </a:r>
            <a:r>
              <a:rPr lang="en-US" dirty="0"/>
              <a:t> Light 11pt</a:t>
            </a:r>
          </a:p>
          <a:p>
            <a:pPr lvl="7"/>
            <a:r>
              <a:rPr lang="en-US" dirty="0"/>
              <a:t>Eighth level text style </a:t>
            </a:r>
            <a:r>
              <a:rPr lang="en-US" dirty="0" err="1"/>
              <a:t>EYInterstate</a:t>
            </a:r>
            <a:r>
              <a:rPr lang="en-US" dirty="0"/>
              <a:t> Light 10pt</a:t>
            </a:r>
          </a:p>
          <a:p>
            <a:pPr lvl="8"/>
            <a:r>
              <a:rPr lang="en-US" dirty="0"/>
              <a:t>Nineth level text style </a:t>
            </a:r>
            <a:r>
              <a:rPr lang="en-US" dirty="0" err="1"/>
              <a:t>EYInterstate</a:t>
            </a:r>
            <a:r>
              <a:rPr lang="en-US" dirty="0"/>
              <a:t> Light 20pt for key pull out text</a:t>
            </a:r>
          </a:p>
        </p:txBody>
      </p:sp>
      <p:sp>
        <p:nvSpPr>
          <p:cNvPr id="21" name="Slide Number Placeholder">
            <a:extLst>
              <a:ext uri="{FF2B5EF4-FFF2-40B4-BE49-F238E27FC236}">
                <a16:creationId xmlns:a16="http://schemas.microsoft.com/office/drawing/2014/main" id="{3B540F9A-D485-4BD0-B905-41F8A52593F8}"/>
              </a:ext>
            </a:extLst>
          </p:cNvPr>
          <p:cNvSpPr>
            <a:spLocks noGrp="1"/>
          </p:cNvSpPr>
          <p:nvPr>
            <p:ph type="sldNum" sz="quarter" idx="4"/>
          </p:nvPr>
        </p:nvSpPr>
        <p:spPr>
          <a:xfrm>
            <a:off x="485747" y="6437115"/>
            <a:ext cx="509098" cy="123111"/>
          </a:xfrm>
          <a:prstGeom prst="rect">
            <a:avLst/>
          </a:prstGeom>
        </p:spPr>
        <p:txBody>
          <a:bodyPr vert="horz" lIns="0" tIns="0" rIns="0" bIns="0" rtlCol="0" anchor="t">
            <a:noAutofit/>
          </a:bodyPr>
          <a:lstStyle>
            <a:lvl1pPr marL="0" algn="l" defTabSz="914400" rtl="0" eaLnBrk="1" latinLnBrk="0" hangingPunct="1">
              <a:defRPr lang="en-IN" sz="800" kern="1200" smtClean="0">
                <a:solidFill>
                  <a:schemeClr val="bg1"/>
                </a:solidFill>
                <a:latin typeface="+mn-lt"/>
                <a:ea typeface="+mn-ea"/>
                <a:cs typeface="+mn-cs"/>
              </a:defRPr>
            </a:lvl1pPr>
          </a:lstStyle>
          <a:p>
            <a:fld id="{F1BC30E3-FFE5-4B91-AA19-87A149EBB9EE}" type="slidenum">
              <a:rPr lang="en-GB" smtClean="0"/>
              <a:pPr/>
              <a:t>‹#›</a:t>
            </a:fld>
            <a:endParaRPr lang="en-GB" dirty="0"/>
          </a:p>
        </p:txBody>
      </p:sp>
      <p:sp>
        <p:nvSpPr>
          <p:cNvPr id="19" name="Date Placeholder">
            <a:extLst>
              <a:ext uri="{FF2B5EF4-FFF2-40B4-BE49-F238E27FC236}">
                <a16:creationId xmlns:a16="http://schemas.microsoft.com/office/drawing/2014/main" id="{600772EA-C6B0-4F5D-AA59-01C0858EFADB}"/>
              </a:ext>
            </a:extLst>
          </p:cNvPr>
          <p:cNvSpPr>
            <a:spLocks noGrp="1"/>
          </p:cNvSpPr>
          <p:nvPr>
            <p:ph type="dt" sz="half" idx="2"/>
          </p:nvPr>
        </p:nvSpPr>
        <p:spPr>
          <a:xfrm>
            <a:off x="994845" y="6437115"/>
            <a:ext cx="1275686" cy="123111"/>
          </a:xfrm>
          <a:prstGeom prst="rect">
            <a:avLst/>
          </a:prstGeom>
        </p:spPr>
        <p:txBody>
          <a:bodyPr vert="horz" lIns="0" tIns="0" rIns="0" bIns="0" rtlCol="0" anchor="t">
            <a:noAutofit/>
          </a:bodyPr>
          <a:lstStyle>
            <a:lvl1pPr marL="0" algn="l" defTabSz="914400" rtl="0" eaLnBrk="1" latinLnBrk="0" hangingPunct="1">
              <a:defRPr lang="en-IN" sz="800" kern="1200" smtClean="0">
                <a:solidFill>
                  <a:schemeClr val="bg1"/>
                </a:solidFill>
                <a:latin typeface="+mn-lt"/>
                <a:ea typeface="+mn-ea"/>
                <a:cs typeface="+mn-cs"/>
              </a:defRPr>
            </a:lvl1pPr>
          </a:lstStyle>
          <a:p>
            <a:fld id="{F7515EF9-41B7-440A-A874-011C64F2FBA5}" type="datetime3">
              <a:rPr lang="en-US" smtClean="0"/>
              <a:t>11 July 2026</a:t>
            </a:fld>
            <a:endParaRPr lang="en-US" dirty="0"/>
          </a:p>
        </p:txBody>
      </p:sp>
      <p:sp>
        <p:nvSpPr>
          <p:cNvPr id="20" name="Footer Placeholder">
            <a:extLst>
              <a:ext uri="{FF2B5EF4-FFF2-40B4-BE49-F238E27FC236}">
                <a16:creationId xmlns:a16="http://schemas.microsoft.com/office/drawing/2014/main" id="{AC28FA70-87E4-49F4-AFDE-345AA28E0BE7}"/>
              </a:ext>
            </a:extLst>
          </p:cNvPr>
          <p:cNvSpPr>
            <a:spLocks noGrp="1"/>
          </p:cNvSpPr>
          <p:nvPr>
            <p:ph type="ftr" sz="quarter" idx="3"/>
          </p:nvPr>
        </p:nvSpPr>
        <p:spPr>
          <a:xfrm>
            <a:off x="2270531" y="6437115"/>
            <a:ext cx="3825470" cy="123111"/>
          </a:xfrm>
          <a:prstGeom prst="rect">
            <a:avLst/>
          </a:prstGeom>
        </p:spPr>
        <p:txBody>
          <a:bodyPr vert="horz" lIns="0" tIns="0" rIns="0" bIns="0" rtlCol="0" anchor="t">
            <a:noAutofit/>
          </a:bodyPr>
          <a:lstStyle>
            <a:lvl1pPr marL="0" algn="l" defTabSz="914400" rtl="0" eaLnBrk="1" latinLnBrk="0" hangingPunct="1">
              <a:defRPr lang="en-IN" sz="800" kern="1200" dirty="0">
                <a:solidFill>
                  <a:schemeClr val="bg1"/>
                </a:solidFill>
                <a:latin typeface="+mn-lt"/>
                <a:ea typeface="+mn-ea"/>
                <a:cs typeface="+mn-cs"/>
              </a:defRPr>
            </a:lvl1pPr>
          </a:lstStyle>
          <a:p>
            <a:r>
              <a:rPr lang="en-US"/>
              <a:t>Insert footer text here</a:t>
            </a:r>
          </a:p>
        </p:txBody>
      </p:sp>
      <p:grpSp>
        <p:nvGrpSpPr>
          <p:cNvPr id="6" name="Logo">
            <a:extLst>
              <a:ext uri="{FF2B5EF4-FFF2-40B4-BE49-F238E27FC236}">
                <a16:creationId xmlns:a16="http://schemas.microsoft.com/office/drawing/2014/main" id="{84D8E7BF-2CB9-F661-3559-99D90AE0A4E5}"/>
              </a:ext>
            </a:extLst>
          </p:cNvPr>
          <p:cNvGrpSpPr>
            <a:grpSpLocks noGrp="1" noUngrp="1" noRot="1" noChangeAspect="1" noMove="1" noResize="1"/>
          </p:cNvGrpSpPr>
          <p:nvPr userDrawn="1"/>
        </p:nvGrpSpPr>
        <p:grpSpPr bwMode="black">
          <a:xfrm>
            <a:off x="11623900" y="6276977"/>
            <a:ext cx="346158" cy="355219"/>
            <a:chOff x="7110" y="4004"/>
            <a:chExt cx="191" cy="196"/>
          </a:xfrm>
        </p:grpSpPr>
        <p:sp>
          <p:nvSpPr>
            <p:cNvPr id="7" name="Freeform 5">
              <a:extLst>
                <a:ext uri="{FF2B5EF4-FFF2-40B4-BE49-F238E27FC236}">
                  <a16:creationId xmlns:a16="http://schemas.microsoft.com/office/drawing/2014/main" id="{B6AA6DF4-2FEA-00BD-9BF9-6CDE40EF389F}"/>
                </a:ext>
              </a:extLst>
            </p:cNvPr>
            <p:cNvSpPr>
              <a:spLocks noGrp="1" noRot="1" noMove="1" noResize="1" noEditPoints="1" noAdjustHandles="1" noChangeArrowheads="1" noChangeShapeType="1"/>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tx1"/>
                </a:solidFill>
                <a:latin typeface="+mn-lt"/>
              </a:endParaRPr>
            </a:p>
          </p:txBody>
        </p:sp>
        <p:sp>
          <p:nvSpPr>
            <p:cNvPr id="8" name="Freeform 6">
              <a:extLst>
                <a:ext uri="{FF2B5EF4-FFF2-40B4-BE49-F238E27FC236}">
                  <a16:creationId xmlns:a16="http://schemas.microsoft.com/office/drawing/2014/main" id="{9F5D8B0B-D61C-3D77-A3C6-C71B65E66459}"/>
                </a:ext>
              </a:extLst>
            </p:cNvPr>
            <p:cNvSpPr>
              <a:spLocks noGrp="1" noRot="1" noMove="1" noResize="1" noEditPoints="1" noAdjustHandles="1" noChangeArrowheads="1" noChangeShapeType="1"/>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tx1"/>
                </a:solidFill>
                <a:latin typeface="+mn-lt"/>
              </a:endParaRPr>
            </a:p>
          </p:txBody>
        </p:sp>
        <p:sp>
          <p:nvSpPr>
            <p:cNvPr id="13" name="Freeform 7">
              <a:extLst>
                <a:ext uri="{FF2B5EF4-FFF2-40B4-BE49-F238E27FC236}">
                  <a16:creationId xmlns:a16="http://schemas.microsoft.com/office/drawing/2014/main" id="{66939EE2-541D-2E43-8858-BD44D3A0144C}"/>
                </a:ext>
              </a:extLst>
            </p:cNvPr>
            <p:cNvSpPr>
              <a:spLocks noGrp="1" noRot="1" noMove="1" noResize="1" noEditPoints="1" noAdjustHandles="1" noChangeArrowheads="1" noChangeShapeType="1"/>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tx1"/>
                </a:solidFill>
                <a:latin typeface="+mn-lt"/>
              </a:endParaRPr>
            </a:p>
          </p:txBody>
        </p:sp>
      </p:grpSp>
    </p:spTree>
    <p:extLst>
      <p:ext uri="{BB962C8B-B14F-4D97-AF65-F5344CB8AC3E}">
        <p14:creationId xmlns:p14="http://schemas.microsoft.com/office/powerpoint/2010/main" val="2260442145"/>
      </p:ext>
    </p:extLst>
  </p:cSld>
  <p:clrMap bg1="lt1" tx1="dk1" bg2="lt2" tx2="dk2" accent1="accent1" accent2="accent2" accent3="accent3" accent4="accent4" accent5="accent5" accent6="accent6" hlink="hlink" folHlink="folHlink"/>
  <p:sldLayoutIdLst>
    <p:sldLayoutId id="2147484130" r:id="rId1"/>
    <p:sldLayoutId id="2147484131" r:id="rId2"/>
    <p:sldLayoutId id="2147484132" r:id="rId3"/>
    <p:sldLayoutId id="2147484133" r:id="rId4"/>
    <p:sldLayoutId id="2147484134" r:id="rId5"/>
    <p:sldLayoutId id="2147484135" r:id="rId6"/>
    <p:sldLayoutId id="2147484136" r:id="rId7"/>
    <p:sldLayoutId id="2147484137" r:id="rId8"/>
    <p:sldLayoutId id="2147484138" r:id="rId9"/>
    <p:sldLayoutId id="2147484139" r:id="rId10"/>
    <p:sldLayoutId id="2147484140" r:id="rId11"/>
    <p:sldLayoutId id="2147484141" r:id="rId12"/>
    <p:sldLayoutId id="2147484207" r:id="rId13"/>
    <p:sldLayoutId id="2147484142" r:id="rId14"/>
  </p:sldLayoutIdLst>
  <p:hf hdr="0"/>
  <p:txStyles>
    <p:titleStyle>
      <a:lvl1pPr algn="l" defTabSz="914400" rtl="0" eaLnBrk="1" latinLnBrk="0" hangingPunct="1">
        <a:lnSpc>
          <a:spcPct val="85000"/>
        </a:lnSpc>
        <a:spcBef>
          <a:spcPct val="0"/>
        </a:spcBef>
        <a:buNone/>
        <a:defRPr sz="2400" b="1" i="0" kern="1200">
          <a:solidFill>
            <a:schemeClr val="bg1"/>
          </a:solidFill>
          <a:latin typeface="EYInterstate" panose="02000503020000020004" pitchFamily="2" charset="0"/>
          <a:ea typeface="+mj-ea"/>
          <a:cs typeface="Arial" pitchFamily="34" charset="0"/>
        </a:defRPr>
      </a:lvl1pPr>
    </p:titleStyle>
    <p:body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4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0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0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378" userDrawn="1">
          <p15:clr>
            <a:srgbClr val="F26B43"/>
          </p15:clr>
        </p15:guide>
        <p15:guide id="4" pos="302" userDrawn="1">
          <p15:clr>
            <a:srgbClr val="F26B43"/>
          </p15:clr>
        </p15:guide>
        <p15:guide id="50" orient="horz" pos="232" userDrawn="1">
          <p15:clr>
            <a:srgbClr val="F26B43"/>
          </p15:clr>
        </p15:guide>
        <p15:guide id="51" orient="horz" pos="640" userDrawn="1">
          <p15:clr>
            <a:srgbClr val="F26B43"/>
          </p15:clr>
        </p15:guide>
        <p15:guide id="80" orient="horz" pos="3816" userDrawn="1">
          <p15:clr>
            <a:srgbClr val="F26B43"/>
          </p15:clr>
        </p15:guide>
        <p15:guide id="81" orient="horz" pos="89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5523" y="369888"/>
            <a:ext cx="11224347" cy="470898"/>
          </a:xfrm>
          <a:prstGeom prst="rect">
            <a:avLst/>
          </a:prstGeom>
        </p:spPr>
        <p:txBody>
          <a:bodyPr vert="horz" lIns="0" tIns="0" rIns="0" bIns="0" rtlCol="0" anchor="t" anchorCtr="0">
            <a:noAutofit/>
          </a:bodyPr>
          <a:lstStyle/>
          <a:p>
            <a:r>
              <a:rPr lang="en-GB" dirty="0"/>
              <a:t>Click to edit Master title style</a:t>
            </a:r>
          </a:p>
        </p:txBody>
      </p:sp>
      <p:sp>
        <p:nvSpPr>
          <p:cNvPr id="3" name="Text Placeholder 2"/>
          <p:cNvSpPr>
            <a:spLocks noGrp="1"/>
          </p:cNvSpPr>
          <p:nvPr>
            <p:ph type="body" idx="1"/>
          </p:nvPr>
        </p:nvSpPr>
        <p:spPr>
          <a:xfrm>
            <a:off x="485523" y="1411287"/>
            <a:ext cx="11224347" cy="4638675"/>
          </a:xfrm>
          <a:prstGeom prst="rect">
            <a:avLst/>
          </a:prstGeom>
        </p:spPr>
        <p:txBody>
          <a:bodyPr vert="horz" lIns="0" tIns="0" rIns="0" bIns="0" rtlCol="0" anchor="t" anchorCtr="0">
            <a:noAutofit/>
          </a:bodyPr>
          <a:lstStyle/>
          <a:p>
            <a:r>
              <a:rPr lang="en-US" dirty="0"/>
              <a:t>First level text style </a:t>
            </a:r>
            <a:r>
              <a:rPr lang="en-US" dirty="0" err="1"/>
              <a:t>EYInterstate</a:t>
            </a:r>
            <a:r>
              <a:rPr lang="en-US" dirty="0"/>
              <a:t> Light </a:t>
            </a:r>
            <a:r>
              <a:rPr lang="en-US" dirty="0" err="1"/>
              <a:t>20pt</a:t>
            </a:r>
            <a:endParaRPr lang="en-US" dirty="0"/>
          </a:p>
          <a:p>
            <a:pPr lvl="1"/>
            <a:r>
              <a:rPr lang="en-US" dirty="0"/>
              <a:t>Second level text style </a:t>
            </a:r>
            <a:r>
              <a:rPr lang="en-US" dirty="0" err="1"/>
              <a:t>EYInterstate</a:t>
            </a:r>
            <a:r>
              <a:rPr lang="en-US" dirty="0"/>
              <a:t> Light </a:t>
            </a:r>
            <a:r>
              <a:rPr lang="en-US" dirty="0" err="1"/>
              <a:t>20pt</a:t>
            </a:r>
            <a:endParaRPr lang="en-US" dirty="0"/>
          </a:p>
          <a:p>
            <a:pPr lvl="2"/>
            <a:r>
              <a:rPr lang="en-US" dirty="0"/>
              <a:t>Third level text style </a:t>
            </a:r>
            <a:r>
              <a:rPr lang="en-US" dirty="0" err="1"/>
              <a:t>EYInterstate</a:t>
            </a:r>
            <a:r>
              <a:rPr lang="en-US" dirty="0"/>
              <a:t> Light </a:t>
            </a:r>
            <a:r>
              <a:rPr lang="en-US" dirty="0" err="1"/>
              <a:t>18pt</a:t>
            </a:r>
            <a:endParaRPr lang="en-US" dirty="0"/>
          </a:p>
          <a:p>
            <a:pPr lvl="3"/>
            <a:r>
              <a:rPr lang="en-US" dirty="0"/>
              <a:t>Fourth level text style </a:t>
            </a:r>
            <a:r>
              <a:rPr lang="en-US" dirty="0" err="1"/>
              <a:t>EYInterstate</a:t>
            </a:r>
            <a:r>
              <a:rPr lang="en-US" dirty="0"/>
              <a:t> Light </a:t>
            </a:r>
            <a:r>
              <a:rPr lang="en-US" dirty="0" err="1"/>
              <a:t>16pt</a:t>
            </a:r>
            <a:endParaRPr lang="en-US" dirty="0"/>
          </a:p>
          <a:p>
            <a:pPr lvl="4"/>
            <a:r>
              <a:rPr lang="en-US" dirty="0"/>
              <a:t>Fifth level text style </a:t>
            </a:r>
            <a:r>
              <a:rPr lang="en-US" dirty="0" err="1"/>
              <a:t>EYInterstate</a:t>
            </a:r>
            <a:r>
              <a:rPr lang="en-US" dirty="0"/>
              <a:t> Light </a:t>
            </a:r>
            <a:r>
              <a:rPr lang="en-US" dirty="0" err="1"/>
              <a:t>16pt</a:t>
            </a:r>
            <a:endParaRPr lang="en-US" dirty="0"/>
          </a:p>
          <a:p>
            <a:pPr lvl="5"/>
            <a:r>
              <a:rPr lang="en-US" dirty="0"/>
              <a:t>Sixth level text style </a:t>
            </a:r>
            <a:r>
              <a:rPr lang="en-US" dirty="0" err="1"/>
              <a:t>EYInterstate</a:t>
            </a:r>
            <a:r>
              <a:rPr lang="en-US" dirty="0"/>
              <a:t> Light </a:t>
            </a:r>
            <a:r>
              <a:rPr lang="en-US" dirty="0" err="1"/>
              <a:t>14pt</a:t>
            </a:r>
            <a:endParaRPr lang="en-US" dirty="0"/>
          </a:p>
          <a:p>
            <a:pPr lvl="6"/>
            <a:r>
              <a:rPr lang="en-US" dirty="0"/>
              <a:t>Seventh level text style </a:t>
            </a:r>
            <a:r>
              <a:rPr lang="en-US" dirty="0" err="1"/>
              <a:t>EYInterstate</a:t>
            </a:r>
            <a:r>
              <a:rPr lang="en-US" dirty="0"/>
              <a:t> Light </a:t>
            </a:r>
            <a:r>
              <a:rPr lang="en-US" dirty="0" err="1"/>
              <a:t>14pt</a:t>
            </a:r>
            <a:endParaRPr lang="en-US" dirty="0"/>
          </a:p>
          <a:p>
            <a:pPr lvl="7"/>
            <a:r>
              <a:rPr lang="en-US" dirty="0"/>
              <a:t>Eighth level text style </a:t>
            </a:r>
            <a:r>
              <a:rPr lang="en-US" dirty="0" err="1"/>
              <a:t>EYInterstate</a:t>
            </a:r>
            <a:r>
              <a:rPr lang="en-US" dirty="0"/>
              <a:t> Light </a:t>
            </a:r>
            <a:r>
              <a:rPr lang="en-US" dirty="0" err="1"/>
              <a:t>12pt</a:t>
            </a:r>
            <a:endParaRPr lang="en-US" dirty="0"/>
          </a:p>
          <a:p>
            <a:pPr lvl="8"/>
            <a:r>
              <a:rPr lang="en-US" dirty="0"/>
              <a:t>Nineth level text style </a:t>
            </a:r>
            <a:r>
              <a:rPr lang="en-US" dirty="0" err="1"/>
              <a:t>EYInterstate</a:t>
            </a:r>
            <a:r>
              <a:rPr lang="en-US" dirty="0"/>
              <a:t> Light </a:t>
            </a:r>
            <a:r>
              <a:rPr lang="en-US" dirty="0" err="1"/>
              <a:t>12pt</a:t>
            </a:r>
            <a:endParaRPr lang="en-US" dirty="0"/>
          </a:p>
        </p:txBody>
      </p:sp>
      <p:grpSp>
        <p:nvGrpSpPr>
          <p:cNvPr id="6" name="Group 4">
            <a:extLst>
              <a:ext uri="{FF2B5EF4-FFF2-40B4-BE49-F238E27FC236}">
                <a16:creationId xmlns:a16="http://schemas.microsoft.com/office/drawing/2014/main" id="{84D8E7BF-2CB9-F661-3559-99D90AE0A4E5}"/>
              </a:ext>
            </a:extLst>
          </p:cNvPr>
          <p:cNvGrpSpPr>
            <a:grpSpLocks noChangeAspect="1"/>
          </p:cNvGrpSpPr>
          <p:nvPr userDrawn="1"/>
        </p:nvGrpSpPr>
        <p:grpSpPr bwMode="black">
          <a:xfrm>
            <a:off x="11623900" y="6276977"/>
            <a:ext cx="346158" cy="355219"/>
            <a:chOff x="7110" y="4004"/>
            <a:chExt cx="191" cy="196"/>
          </a:xfrm>
        </p:grpSpPr>
        <p:sp>
          <p:nvSpPr>
            <p:cNvPr id="7" name="Freeform 5">
              <a:extLst>
                <a:ext uri="{FF2B5EF4-FFF2-40B4-BE49-F238E27FC236}">
                  <a16:creationId xmlns:a16="http://schemas.microsoft.com/office/drawing/2014/main" id="{B6AA6DF4-2FEA-00BD-9BF9-6CDE40EF389F}"/>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bg1"/>
                </a:solidFill>
                <a:latin typeface="+mn-lt"/>
              </a:endParaRPr>
            </a:p>
          </p:txBody>
        </p:sp>
        <p:sp>
          <p:nvSpPr>
            <p:cNvPr id="8" name="Freeform 6">
              <a:extLst>
                <a:ext uri="{FF2B5EF4-FFF2-40B4-BE49-F238E27FC236}">
                  <a16:creationId xmlns:a16="http://schemas.microsoft.com/office/drawing/2014/main" id="{9F5D8B0B-D61C-3D77-A3C6-C71B65E66459}"/>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bg1"/>
                </a:solidFill>
                <a:latin typeface="+mn-lt"/>
              </a:endParaRPr>
            </a:p>
          </p:txBody>
        </p:sp>
        <p:sp>
          <p:nvSpPr>
            <p:cNvPr id="13" name="Freeform 7">
              <a:extLst>
                <a:ext uri="{FF2B5EF4-FFF2-40B4-BE49-F238E27FC236}">
                  <a16:creationId xmlns:a16="http://schemas.microsoft.com/office/drawing/2014/main" id="{66939EE2-541D-2E43-8858-BD44D3A0144C}"/>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bg1"/>
                </a:solidFill>
                <a:latin typeface="+mn-lt"/>
              </a:endParaRPr>
            </a:p>
          </p:txBody>
        </p:sp>
      </p:grpSp>
      <p:sp>
        <p:nvSpPr>
          <p:cNvPr id="12" name="Slide Number Placeholder">
            <a:extLst>
              <a:ext uri="{FF2B5EF4-FFF2-40B4-BE49-F238E27FC236}">
                <a16:creationId xmlns:a16="http://schemas.microsoft.com/office/drawing/2014/main" id="{ED74E7B3-73BA-6CBF-F361-5C4836CC1A2A}"/>
              </a:ext>
            </a:extLst>
          </p:cNvPr>
          <p:cNvSpPr>
            <a:spLocks noGrp="1"/>
          </p:cNvSpPr>
          <p:nvPr>
            <p:ph type="sldNum" sz="quarter" idx="4"/>
          </p:nvPr>
        </p:nvSpPr>
        <p:spPr>
          <a:xfrm>
            <a:off x="485747" y="6437115"/>
            <a:ext cx="509098" cy="123111"/>
          </a:xfrm>
          <a:prstGeom prst="rect">
            <a:avLst/>
          </a:prstGeom>
        </p:spPr>
        <p:txBody>
          <a:bodyPr vert="horz" lIns="0" tIns="0" rIns="0" bIns="0" rtlCol="0" anchor="t">
            <a:spAutoFit/>
          </a:bodyPr>
          <a:lstStyle>
            <a:lvl1pPr marL="0" algn="l" defTabSz="914400" rtl="0" eaLnBrk="1" latinLnBrk="0" hangingPunct="1">
              <a:defRPr lang="en-IN" sz="800" kern="1200" smtClean="0">
                <a:solidFill>
                  <a:schemeClr val="bg1"/>
                </a:solidFill>
                <a:latin typeface="+mn-lt"/>
                <a:ea typeface="+mn-ea"/>
                <a:cs typeface="+mn-cs"/>
              </a:defRPr>
            </a:lvl1pPr>
          </a:lstStyle>
          <a:p>
            <a:fld id="{F1BC30E3-FFE5-4B91-AA19-87A149EBB9EE}" type="slidenum">
              <a:rPr lang="en-GB" smtClean="0"/>
              <a:pPr/>
              <a:t>‹#›</a:t>
            </a:fld>
            <a:endParaRPr lang="en-GB" dirty="0"/>
          </a:p>
        </p:txBody>
      </p:sp>
      <p:sp>
        <p:nvSpPr>
          <p:cNvPr id="14" name="Date Placeholder">
            <a:extLst>
              <a:ext uri="{FF2B5EF4-FFF2-40B4-BE49-F238E27FC236}">
                <a16:creationId xmlns:a16="http://schemas.microsoft.com/office/drawing/2014/main" id="{F72B6F9D-B29D-E927-36D7-47D672109207}"/>
              </a:ext>
            </a:extLst>
          </p:cNvPr>
          <p:cNvSpPr>
            <a:spLocks noGrp="1"/>
          </p:cNvSpPr>
          <p:nvPr>
            <p:ph type="dt" sz="half" idx="2"/>
          </p:nvPr>
        </p:nvSpPr>
        <p:spPr>
          <a:xfrm>
            <a:off x="994845" y="6437115"/>
            <a:ext cx="1275686" cy="123111"/>
          </a:xfrm>
          <a:prstGeom prst="rect">
            <a:avLst/>
          </a:prstGeom>
        </p:spPr>
        <p:txBody>
          <a:bodyPr vert="horz" lIns="0" tIns="0" rIns="0" bIns="0" rtlCol="0" anchor="t">
            <a:spAutoFit/>
          </a:bodyPr>
          <a:lstStyle>
            <a:lvl1pPr marL="0" algn="l" defTabSz="914400" rtl="0" eaLnBrk="1" latinLnBrk="0" hangingPunct="1">
              <a:defRPr lang="en-IN" sz="800" kern="1200" smtClean="0">
                <a:solidFill>
                  <a:schemeClr val="bg1"/>
                </a:solidFill>
                <a:latin typeface="+mn-lt"/>
                <a:ea typeface="+mn-ea"/>
                <a:cs typeface="+mn-cs"/>
              </a:defRPr>
            </a:lvl1pPr>
          </a:lstStyle>
          <a:p>
            <a:fld id="{3505209A-9CC7-459A-A7CE-13339705E87D}" type="datetime3">
              <a:rPr lang="en-US" smtClean="0"/>
              <a:t>11 July 2026</a:t>
            </a:fld>
            <a:endParaRPr lang="en-US" dirty="0"/>
          </a:p>
        </p:txBody>
      </p:sp>
      <p:sp>
        <p:nvSpPr>
          <p:cNvPr id="15" name="Footer Placeholder">
            <a:extLst>
              <a:ext uri="{FF2B5EF4-FFF2-40B4-BE49-F238E27FC236}">
                <a16:creationId xmlns:a16="http://schemas.microsoft.com/office/drawing/2014/main" id="{F3C10C79-9BC5-0699-5C8C-F8347F46437D}"/>
              </a:ext>
            </a:extLst>
          </p:cNvPr>
          <p:cNvSpPr>
            <a:spLocks noGrp="1"/>
          </p:cNvSpPr>
          <p:nvPr>
            <p:ph type="ftr" sz="quarter" idx="3"/>
          </p:nvPr>
        </p:nvSpPr>
        <p:spPr>
          <a:xfrm>
            <a:off x="2270531" y="6437115"/>
            <a:ext cx="3825470" cy="123111"/>
          </a:xfrm>
          <a:prstGeom prst="rect">
            <a:avLst/>
          </a:prstGeom>
        </p:spPr>
        <p:txBody>
          <a:bodyPr vert="horz" lIns="0" tIns="0" rIns="0" bIns="0" rtlCol="0" anchor="t">
            <a:spAutoFit/>
          </a:bodyPr>
          <a:lstStyle>
            <a:lvl1pPr marL="0" algn="l" defTabSz="914400" rtl="0" eaLnBrk="1" latinLnBrk="0" hangingPunct="1">
              <a:defRPr lang="en-IN" sz="800" kern="1200" dirty="0">
                <a:solidFill>
                  <a:schemeClr val="bg1"/>
                </a:solidFill>
                <a:latin typeface="+mn-lt"/>
                <a:ea typeface="+mn-ea"/>
                <a:cs typeface="+mn-cs"/>
              </a:defRPr>
            </a:lvl1pPr>
          </a:lstStyle>
          <a:p>
            <a:r>
              <a:rPr lang="en-US"/>
              <a:t>Insert footer text here</a:t>
            </a:r>
          </a:p>
        </p:txBody>
      </p:sp>
    </p:spTree>
    <p:extLst>
      <p:ext uri="{BB962C8B-B14F-4D97-AF65-F5344CB8AC3E}">
        <p14:creationId xmlns:p14="http://schemas.microsoft.com/office/powerpoint/2010/main" val="3990626545"/>
      </p:ext>
    </p:extLst>
  </p:cSld>
  <p:clrMap bg1="lt1" tx1="dk1" bg2="lt2" tx2="dk2" accent1="accent1" accent2="accent2" accent3="accent3" accent4="accent4" accent5="accent5" accent6="accent6" hlink="hlink" folHlink="folHlink"/>
  <p:sldLayoutIdLst>
    <p:sldLayoutId id="2147484075" r:id="rId1"/>
    <p:sldLayoutId id="2147484076" r:id="rId2"/>
    <p:sldLayoutId id="2147484078" r:id="rId3"/>
    <p:sldLayoutId id="2147484153" r:id="rId4"/>
    <p:sldLayoutId id="2147484154" r:id="rId5"/>
    <p:sldLayoutId id="2147484116" r:id="rId6"/>
    <p:sldLayoutId id="2147484117" r:id="rId7"/>
    <p:sldLayoutId id="2147484118" r:id="rId8"/>
    <p:sldLayoutId id="2147484111" r:id="rId9"/>
    <p:sldLayoutId id="2147484112" r:id="rId10"/>
    <p:sldLayoutId id="2147484113" r:id="rId11"/>
    <p:sldLayoutId id="2147484114" r:id="rId12"/>
    <p:sldLayoutId id="2147484079" r:id="rId13"/>
    <p:sldLayoutId id="2147484080" r:id="rId14"/>
    <p:sldLayoutId id="2147484082" r:id="rId15"/>
    <p:sldLayoutId id="2147484083" r:id="rId16"/>
    <p:sldLayoutId id="2147484081" r:id="rId17"/>
    <p:sldLayoutId id="2147484155" r:id="rId18"/>
    <p:sldLayoutId id="2147484004" r:id="rId19"/>
    <p:sldLayoutId id="2147483984" r:id="rId20"/>
    <p:sldLayoutId id="2147484041" r:id="rId21"/>
    <p:sldLayoutId id="2147484084" r:id="rId22"/>
    <p:sldLayoutId id="2147484028" r:id="rId23"/>
    <p:sldLayoutId id="2147484014" r:id="rId24"/>
    <p:sldLayoutId id="2147484019" r:id="rId25"/>
    <p:sldLayoutId id="2147484208" r:id="rId26"/>
    <p:sldLayoutId id="2147484236" r:id="rId27"/>
  </p:sldLayoutIdLst>
  <p:hf hdr="0"/>
  <p:txStyles>
    <p:titleStyle>
      <a:lvl1pPr algn="l" defTabSz="914400" rtl="0" eaLnBrk="1" latinLnBrk="0" hangingPunct="1">
        <a:lnSpc>
          <a:spcPct val="85000"/>
        </a:lnSpc>
        <a:spcBef>
          <a:spcPct val="0"/>
        </a:spcBef>
        <a:buNone/>
        <a:defRPr sz="3600" b="1" i="0" kern="1200">
          <a:solidFill>
            <a:schemeClr val="bg1"/>
          </a:solidFill>
          <a:latin typeface="EYInterstate" panose="02000503020000020004" pitchFamily="2" charset="0"/>
          <a:ea typeface="+mj-ea"/>
          <a:cs typeface="Arial" pitchFamily="34" charset="0"/>
        </a:defRPr>
      </a:lvl1pPr>
    </p:titleStyle>
    <p:body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8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8pPr>
      <a:lvl9pPr marL="2268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48" orient="horz" pos="527" userDrawn="1">
          <p15:clr>
            <a:srgbClr val="F26B43"/>
          </p15:clr>
        </p15:guide>
        <p15:guide id="57" orient="horz" pos="890" userDrawn="1">
          <p15:clr>
            <a:srgbClr val="F26B43"/>
          </p15:clr>
        </p15:guide>
        <p15:guide id="78" orient="horz" pos="3816" userDrawn="1">
          <p15:clr>
            <a:srgbClr val="F26B43"/>
          </p15:clr>
        </p15:guide>
        <p15:guide id="79" orient="horz" pos="232"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5523" y="369888"/>
            <a:ext cx="11224347" cy="470898"/>
          </a:xfrm>
          <a:prstGeom prst="rect">
            <a:avLst/>
          </a:prstGeom>
        </p:spPr>
        <p:txBody>
          <a:bodyPr vert="horz" lIns="0" tIns="0" rIns="0" bIns="0" rtlCol="0" anchor="t" anchorCtr="0">
            <a:noAutofit/>
          </a:bodyPr>
          <a:lstStyle/>
          <a:p>
            <a:r>
              <a:rPr lang="en-GB" dirty="0"/>
              <a:t>Click to edit Master title style</a:t>
            </a:r>
          </a:p>
        </p:txBody>
      </p:sp>
      <p:sp>
        <p:nvSpPr>
          <p:cNvPr id="3" name="Text Placeholder 2"/>
          <p:cNvSpPr>
            <a:spLocks noGrp="1"/>
          </p:cNvSpPr>
          <p:nvPr>
            <p:ph type="body" idx="1"/>
          </p:nvPr>
        </p:nvSpPr>
        <p:spPr>
          <a:xfrm>
            <a:off x="485523" y="1411287"/>
            <a:ext cx="11224347" cy="4638675"/>
          </a:xfrm>
          <a:prstGeom prst="rect">
            <a:avLst/>
          </a:prstGeom>
        </p:spPr>
        <p:txBody>
          <a:bodyPr vert="horz" lIns="0" tIns="0" rIns="0" bIns="0" rtlCol="0" anchor="t" anchorCtr="0">
            <a:noAutofit/>
          </a:bodyPr>
          <a:lstStyle/>
          <a:p>
            <a:r>
              <a:rPr lang="en-US" dirty="0"/>
              <a:t>First level text style </a:t>
            </a:r>
            <a:r>
              <a:rPr lang="en-US" dirty="0" err="1"/>
              <a:t>EYInterstate</a:t>
            </a:r>
            <a:r>
              <a:rPr lang="en-US" dirty="0"/>
              <a:t> Light </a:t>
            </a:r>
            <a:r>
              <a:rPr lang="en-US" dirty="0" err="1"/>
              <a:t>20pt</a:t>
            </a:r>
            <a:endParaRPr lang="en-US" dirty="0"/>
          </a:p>
          <a:p>
            <a:pPr lvl="1"/>
            <a:r>
              <a:rPr lang="en-US" dirty="0"/>
              <a:t>Second level text style </a:t>
            </a:r>
            <a:r>
              <a:rPr lang="en-US" dirty="0" err="1"/>
              <a:t>EYInterstate</a:t>
            </a:r>
            <a:r>
              <a:rPr lang="en-US" dirty="0"/>
              <a:t> Light </a:t>
            </a:r>
            <a:r>
              <a:rPr lang="en-US" dirty="0" err="1"/>
              <a:t>20pt</a:t>
            </a:r>
            <a:endParaRPr lang="en-US" dirty="0"/>
          </a:p>
          <a:p>
            <a:pPr lvl="2"/>
            <a:r>
              <a:rPr lang="en-US" dirty="0"/>
              <a:t>Third level text style </a:t>
            </a:r>
            <a:r>
              <a:rPr lang="en-US" dirty="0" err="1"/>
              <a:t>EYInterstate</a:t>
            </a:r>
            <a:r>
              <a:rPr lang="en-US" dirty="0"/>
              <a:t> Light </a:t>
            </a:r>
            <a:r>
              <a:rPr lang="en-US" dirty="0" err="1"/>
              <a:t>18pt</a:t>
            </a:r>
            <a:endParaRPr lang="en-US" dirty="0"/>
          </a:p>
          <a:p>
            <a:pPr lvl="3"/>
            <a:r>
              <a:rPr lang="en-US" dirty="0"/>
              <a:t>Fourth level text style </a:t>
            </a:r>
            <a:r>
              <a:rPr lang="en-US" dirty="0" err="1"/>
              <a:t>EYInterstate</a:t>
            </a:r>
            <a:r>
              <a:rPr lang="en-US" dirty="0"/>
              <a:t> Light </a:t>
            </a:r>
            <a:r>
              <a:rPr lang="en-US" dirty="0" err="1"/>
              <a:t>16pt</a:t>
            </a:r>
            <a:endParaRPr lang="en-US" dirty="0"/>
          </a:p>
          <a:p>
            <a:pPr lvl="4"/>
            <a:r>
              <a:rPr lang="en-US" dirty="0"/>
              <a:t>Fifth level text style </a:t>
            </a:r>
            <a:r>
              <a:rPr lang="en-US" dirty="0" err="1"/>
              <a:t>EYInterstate</a:t>
            </a:r>
            <a:r>
              <a:rPr lang="en-US" dirty="0"/>
              <a:t> Light </a:t>
            </a:r>
            <a:r>
              <a:rPr lang="en-US" dirty="0" err="1"/>
              <a:t>16pt</a:t>
            </a:r>
            <a:endParaRPr lang="en-US" dirty="0"/>
          </a:p>
          <a:p>
            <a:pPr lvl="5"/>
            <a:r>
              <a:rPr lang="en-US" dirty="0"/>
              <a:t>Sixth level text style </a:t>
            </a:r>
            <a:r>
              <a:rPr lang="en-US" dirty="0" err="1"/>
              <a:t>EYInterstate</a:t>
            </a:r>
            <a:r>
              <a:rPr lang="en-US" dirty="0"/>
              <a:t> Light </a:t>
            </a:r>
            <a:r>
              <a:rPr lang="en-US" dirty="0" err="1"/>
              <a:t>14pt</a:t>
            </a:r>
            <a:endParaRPr lang="en-US" dirty="0"/>
          </a:p>
          <a:p>
            <a:pPr lvl="6"/>
            <a:r>
              <a:rPr lang="en-US" dirty="0"/>
              <a:t>Seventh level text style </a:t>
            </a:r>
            <a:r>
              <a:rPr lang="en-US" dirty="0" err="1"/>
              <a:t>EYInterstate</a:t>
            </a:r>
            <a:r>
              <a:rPr lang="en-US" dirty="0"/>
              <a:t> Light </a:t>
            </a:r>
            <a:r>
              <a:rPr lang="en-US" dirty="0" err="1"/>
              <a:t>14pt</a:t>
            </a:r>
            <a:endParaRPr lang="en-US" dirty="0"/>
          </a:p>
          <a:p>
            <a:pPr lvl="7"/>
            <a:r>
              <a:rPr lang="en-US" dirty="0"/>
              <a:t>Eighth level text style </a:t>
            </a:r>
            <a:r>
              <a:rPr lang="en-US" dirty="0" err="1"/>
              <a:t>EYInterstate</a:t>
            </a:r>
            <a:r>
              <a:rPr lang="en-US" dirty="0"/>
              <a:t> Light </a:t>
            </a:r>
            <a:r>
              <a:rPr lang="en-US" dirty="0" err="1"/>
              <a:t>12pt</a:t>
            </a:r>
            <a:endParaRPr lang="en-US" dirty="0"/>
          </a:p>
          <a:p>
            <a:pPr lvl="8"/>
            <a:r>
              <a:rPr lang="en-US" dirty="0"/>
              <a:t>Nineth level text style </a:t>
            </a:r>
            <a:r>
              <a:rPr lang="en-US" dirty="0" err="1"/>
              <a:t>EYInterstate</a:t>
            </a:r>
            <a:r>
              <a:rPr lang="en-US" dirty="0"/>
              <a:t> Light </a:t>
            </a:r>
            <a:r>
              <a:rPr lang="en-US" dirty="0" err="1"/>
              <a:t>12pt</a:t>
            </a:r>
            <a:endParaRPr lang="en-US" dirty="0"/>
          </a:p>
        </p:txBody>
      </p:sp>
      <p:grpSp>
        <p:nvGrpSpPr>
          <p:cNvPr id="6" name="Group 4">
            <a:extLst>
              <a:ext uri="{FF2B5EF4-FFF2-40B4-BE49-F238E27FC236}">
                <a16:creationId xmlns:a16="http://schemas.microsoft.com/office/drawing/2014/main" id="{84D8E7BF-2CB9-F661-3559-99D90AE0A4E5}"/>
              </a:ext>
            </a:extLst>
          </p:cNvPr>
          <p:cNvGrpSpPr>
            <a:grpSpLocks noChangeAspect="1"/>
          </p:cNvGrpSpPr>
          <p:nvPr userDrawn="1"/>
        </p:nvGrpSpPr>
        <p:grpSpPr bwMode="black">
          <a:xfrm>
            <a:off x="11623900" y="6276977"/>
            <a:ext cx="346158" cy="355219"/>
            <a:chOff x="7110" y="4004"/>
            <a:chExt cx="191" cy="196"/>
          </a:xfrm>
        </p:grpSpPr>
        <p:sp>
          <p:nvSpPr>
            <p:cNvPr id="7" name="Freeform 5">
              <a:extLst>
                <a:ext uri="{FF2B5EF4-FFF2-40B4-BE49-F238E27FC236}">
                  <a16:creationId xmlns:a16="http://schemas.microsoft.com/office/drawing/2014/main" id="{B6AA6DF4-2FEA-00BD-9BF9-6CDE40EF389F}"/>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8" name="Freeform 6">
              <a:extLst>
                <a:ext uri="{FF2B5EF4-FFF2-40B4-BE49-F238E27FC236}">
                  <a16:creationId xmlns:a16="http://schemas.microsoft.com/office/drawing/2014/main" id="{9F5D8B0B-D61C-3D77-A3C6-C71B65E66459}"/>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3" name="Freeform 7">
              <a:extLst>
                <a:ext uri="{FF2B5EF4-FFF2-40B4-BE49-F238E27FC236}">
                  <a16:creationId xmlns:a16="http://schemas.microsoft.com/office/drawing/2014/main" id="{66939EE2-541D-2E43-8858-BD44D3A0144C}"/>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
        <p:nvSpPr>
          <p:cNvPr id="12" name="Slide Number Placeholder">
            <a:extLst>
              <a:ext uri="{FF2B5EF4-FFF2-40B4-BE49-F238E27FC236}">
                <a16:creationId xmlns:a16="http://schemas.microsoft.com/office/drawing/2014/main" id="{ED74E7B3-73BA-6CBF-F361-5C4836CC1A2A}"/>
              </a:ext>
            </a:extLst>
          </p:cNvPr>
          <p:cNvSpPr>
            <a:spLocks noGrp="1"/>
          </p:cNvSpPr>
          <p:nvPr>
            <p:ph type="sldNum" sz="quarter" idx="4"/>
          </p:nvPr>
        </p:nvSpPr>
        <p:spPr>
          <a:xfrm>
            <a:off x="485747" y="6437115"/>
            <a:ext cx="509098" cy="123111"/>
          </a:xfrm>
          <a:prstGeom prst="rect">
            <a:avLst/>
          </a:prstGeom>
        </p:spPr>
        <p:txBody>
          <a:bodyPr vert="horz" lIns="0" tIns="0" rIns="0" bIns="0" rtlCol="0" anchor="t">
            <a:spAutoFit/>
          </a:bodyPr>
          <a:lstStyle>
            <a:lvl1pPr marL="0" algn="l" defTabSz="914400" rtl="0" eaLnBrk="1" latinLnBrk="0" hangingPunct="1">
              <a:defRPr lang="en-IN" sz="800" kern="1200" smtClean="0">
                <a:solidFill>
                  <a:schemeClr val="bg1"/>
                </a:solidFill>
                <a:latin typeface="+mn-lt"/>
                <a:ea typeface="+mn-ea"/>
                <a:cs typeface="+mn-cs"/>
              </a:defRPr>
            </a:lvl1pPr>
          </a:lstStyle>
          <a:p>
            <a:fld id="{F1BC30E3-FFE5-4B91-AA19-87A149EBB9EE}" type="slidenum">
              <a:rPr lang="en-GB" smtClean="0"/>
              <a:pPr/>
              <a:t>‹#›</a:t>
            </a:fld>
            <a:endParaRPr lang="en-GB" dirty="0"/>
          </a:p>
        </p:txBody>
      </p:sp>
      <p:sp>
        <p:nvSpPr>
          <p:cNvPr id="14" name="Date Placeholder">
            <a:extLst>
              <a:ext uri="{FF2B5EF4-FFF2-40B4-BE49-F238E27FC236}">
                <a16:creationId xmlns:a16="http://schemas.microsoft.com/office/drawing/2014/main" id="{F72B6F9D-B29D-E927-36D7-47D672109207}"/>
              </a:ext>
            </a:extLst>
          </p:cNvPr>
          <p:cNvSpPr>
            <a:spLocks noGrp="1"/>
          </p:cNvSpPr>
          <p:nvPr>
            <p:ph type="dt" sz="half" idx="2"/>
          </p:nvPr>
        </p:nvSpPr>
        <p:spPr>
          <a:xfrm>
            <a:off x="994845" y="6437115"/>
            <a:ext cx="1275686" cy="123111"/>
          </a:xfrm>
          <a:prstGeom prst="rect">
            <a:avLst/>
          </a:prstGeom>
        </p:spPr>
        <p:txBody>
          <a:bodyPr vert="horz" lIns="0" tIns="0" rIns="0" bIns="0" rtlCol="0" anchor="t">
            <a:spAutoFit/>
          </a:bodyPr>
          <a:lstStyle>
            <a:lvl1pPr marL="0" algn="l" defTabSz="914400" rtl="0" eaLnBrk="1" latinLnBrk="0" hangingPunct="1">
              <a:defRPr lang="en-IN" sz="800" kern="1200" smtClean="0">
                <a:solidFill>
                  <a:schemeClr val="bg1"/>
                </a:solidFill>
                <a:latin typeface="+mn-lt"/>
                <a:ea typeface="+mn-ea"/>
                <a:cs typeface="+mn-cs"/>
              </a:defRPr>
            </a:lvl1pPr>
          </a:lstStyle>
          <a:p>
            <a:fld id="{56237C16-C15A-4902-A3D7-A5F24B02ABAA}" type="datetime3">
              <a:rPr lang="en-US" smtClean="0"/>
              <a:t>11 July 2026</a:t>
            </a:fld>
            <a:endParaRPr lang="en-US" dirty="0"/>
          </a:p>
        </p:txBody>
      </p:sp>
      <p:sp>
        <p:nvSpPr>
          <p:cNvPr id="15" name="Footer Placeholder">
            <a:extLst>
              <a:ext uri="{FF2B5EF4-FFF2-40B4-BE49-F238E27FC236}">
                <a16:creationId xmlns:a16="http://schemas.microsoft.com/office/drawing/2014/main" id="{F3C10C79-9BC5-0699-5C8C-F8347F46437D}"/>
              </a:ext>
            </a:extLst>
          </p:cNvPr>
          <p:cNvSpPr>
            <a:spLocks noGrp="1"/>
          </p:cNvSpPr>
          <p:nvPr>
            <p:ph type="ftr" sz="quarter" idx="3"/>
          </p:nvPr>
        </p:nvSpPr>
        <p:spPr>
          <a:xfrm>
            <a:off x="2270531" y="6437115"/>
            <a:ext cx="3825470" cy="123111"/>
          </a:xfrm>
          <a:prstGeom prst="rect">
            <a:avLst/>
          </a:prstGeom>
        </p:spPr>
        <p:txBody>
          <a:bodyPr vert="horz" lIns="0" tIns="0" rIns="0" bIns="0" rtlCol="0" anchor="t">
            <a:spAutoFit/>
          </a:bodyPr>
          <a:lstStyle>
            <a:lvl1pPr marL="0" algn="l" defTabSz="914400" rtl="0" eaLnBrk="1" latinLnBrk="0" hangingPunct="1">
              <a:defRPr lang="en-IN" sz="800" kern="1200" dirty="0">
                <a:solidFill>
                  <a:schemeClr val="bg1"/>
                </a:solidFill>
                <a:latin typeface="+mn-lt"/>
                <a:ea typeface="+mn-ea"/>
                <a:cs typeface="+mn-cs"/>
              </a:defRPr>
            </a:lvl1pPr>
          </a:lstStyle>
          <a:p>
            <a:r>
              <a:rPr lang="en-US"/>
              <a:t>Insert footer text here</a:t>
            </a:r>
          </a:p>
        </p:txBody>
      </p:sp>
    </p:spTree>
    <p:extLst>
      <p:ext uri="{BB962C8B-B14F-4D97-AF65-F5344CB8AC3E}">
        <p14:creationId xmlns:p14="http://schemas.microsoft.com/office/powerpoint/2010/main" val="2569974109"/>
      </p:ext>
    </p:extLst>
  </p:cSld>
  <p:clrMap bg1="lt1" tx1="dk1" bg2="lt2" tx2="dk2" accent1="accent1" accent2="accent2" accent3="accent3" accent4="accent4" accent5="accent5" accent6="accent6" hlink="hlink" folHlink="folHlink"/>
  <p:sldLayoutIdLst>
    <p:sldLayoutId id="2147484210" r:id="rId1"/>
    <p:sldLayoutId id="2147484211" r:id="rId2"/>
    <p:sldLayoutId id="2147484212" r:id="rId3"/>
    <p:sldLayoutId id="2147484213" r:id="rId4"/>
    <p:sldLayoutId id="2147484214" r:id="rId5"/>
    <p:sldLayoutId id="2147484215" r:id="rId6"/>
    <p:sldLayoutId id="2147484216" r:id="rId7"/>
    <p:sldLayoutId id="2147484217" r:id="rId8"/>
    <p:sldLayoutId id="2147484218" r:id="rId9"/>
    <p:sldLayoutId id="2147484219" r:id="rId10"/>
    <p:sldLayoutId id="2147484220" r:id="rId11"/>
    <p:sldLayoutId id="2147484221" r:id="rId12"/>
    <p:sldLayoutId id="2147484222" r:id="rId13"/>
    <p:sldLayoutId id="2147484223" r:id="rId14"/>
    <p:sldLayoutId id="2147484224" r:id="rId15"/>
    <p:sldLayoutId id="2147484225" r:id="rId16"/>
    <p:sldLayoutId id="2147484226" r:id="rId17"/>
    <p:sldLayoutId id="2147484227" r:id="rId18"/>
    <p:sldLayoutId id="2147484228" r:id="rId19"/>
    <p:sldLayoutId id="2147484229" r:id="rId20"/>
    <p:sldLayoutId id="2147484230" r:id="rId21"/>
    <p:sldLayoutId id="2147484231" r:id="rId22"/>
    <p:sldLayoutId id="2147484232" r:id="rId23"/>
    <p:sldLayoutId id="2147484233" r:id="rId24"/>
    <p:sldLayoutId id="2147484234" r:id="rId25"/>
    <p:sldLayoutId id="2147484235" r:id="rId26"/>
  </p:sldLayoutIdLst>
  <p:hf hdr="0"/>
  <p:txStyles>
    <p:titleStyle>
      <a:lvl1pPr algn="l" defTabSz="914400" rtl="0" eaLnBrk="1" latinLnBrk="0" hangingPunct="1">
        <a:lnSpc>
          <a:spcPct val="85000"/>
        </a:lnSpc>
        <a:spcBef>
          <a:spcPct val="0"/>
        </a:spcBef>
        <a:buNone/>
        <a:defRPr sz="3600" b="1" i="0" kern="1200">
          <a:solidFill>
            <a:schemeClr val="tx2"/>
          </a:solidFill>
          <a:latin typeface="EYInterstate" panose="02000503020000020004" pitchFamily="2" charset="0"/>
          <a:ea typeface="+mj-ea"/>
          <a:cs typeface="Arial" pitchFamily="34" charset="0"/>
        </a:defRPr>
      </a:lvl1pPr>
    </p:titleStyle>
    <p:body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8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8pPr>
      <a:lvl9pPr marL="2268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9" pos="7378">
          <p15:clr>
            <a:srgbClr val="F26B43"/>
          </p15:clr>
        </p15:guide>
        <p15:guide id="35" pos="302">
          <p15:clr>
            <a:srgbClr val="F26B43"/>
          </p15:clr>
        </p15:guide>
        <p15:guide id="36" orient="horz" pos="210">
          <p15:clr>
            <a:srgbClr val="F26B43"/>
          </p15:clr>
        </p15:guide>
        <p15:guide id="37" orient="horz" pos="527">
          <p15:clr>
            <a:srgbClr val="F26B43"/>
          </p15:clr>
        </p15:guide>
        <p15:guide id="38" orient="horz" pos="890">
          <p15:clr>
            <a:srgbClr val="F26B43"/>
          </p15:clr>
        </p15:guide>
        <p15:guide id="39" orient="horz" pos="383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pPr>
              <a:spcAft>
                <a:spcPts val="600"/>
              </a:spcAft>
            </a:pPr>
            <a:r>
              <a:rPr sz="1600"/>
              <a:t>Point of view for the managing executive, Absa Financial Services</a:t>
            </a:r>
          </a:p>
        </p:txBody>
      </p:sp>
      <p:sp>
        <p:nvSpPr>
          <p:cNvPr id="3" name="Title 2"/>
          <p:cNvSpPr>
            <a:spLocks noGrp="1"/>
          </p:cNvSpPr>
          <p:nvPr>
            <p:ph type="title"/>
          </p:nvPr>
        </p:nvSpPr>
        <p:spPr/>
        <p:txBody>
          <a:bodyPr wrap="square"/>
          <a:lstStyle/>
          <a:p>
            <a:pPr>
              <a:spcAft>
                <a:spcPts val="600"/>
              </a:spcAft>
            </a:pPr>
            <a:r>
              <a:rPr sz="2400"/>
              <a:t>Centralisation at Absa Financial Services: what it is worth, where the money is and what it will cost</a:t>
            </a:r>
          </a:p>
        </p:txBody>
      </p:sp>
      <p:sp>
        <p:nvSpPr>
          <p:cNvPr id="4" name="Text Placeholder 3"/>
          <p:cNvSpPr>
            <a:spLocks noGrp="1"/>
          </p:cNvSpPr>
          <p:nvPr>
            <p:ph type="body" idx="10" sz="quarter"/>
          </p:nvPr>
        </p:nvSpPr>
        <p:spPr/>
        <p:txBody>
          <a:bodyPr wrap="square"/>
          <a:lstStyle/>
          <a:p>
            <a:pPr>
              <a:spcAft>
                <a:spcPts val="600"/>
              </a:spcAft>
            </a:pPr>
            <a:r>
              <a:rPr sz="1200"/>
              <a:t>7 October 2026. Draft, not for distribution.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pPr>
              <a:spcAft>
                <a:spcPts val="600"/>
              </a:spcAft>
            </a:pPr>
            <a:r>
              <a:rPr sz="2400"/>
              <a:t>Centralisation is worth a hypothesis range of R276m to R806m a year, base R505m, about a third of Insurance SA profit before tax. The money is in the non-life book, the head office and the advice business, not in life and not in acquisition. Most of it needs no centralisation: a cost programme on the present structure is worth R254m to R552m, base R396m, in two years; centralisation adds R22m to R254m plus the economic value, at more cost and a year longer. The programme runs in three waves, and the structural wave opens only on that decision.</a:t>
            </a:r>
          </a:p>
        </p:txBody>
      </p:sp>
      <p:sp>
        <p:nvSpPr>
          <p:cNvPr id="12" name="Date Placeholder 11">
            <a:extLst>
              <a:ext uri="{FF2B5EF4-FFF2-40B4-BE49-F238E27FC236}">
                <a16:creationId xmlns:a16="http://schemas.microsoft.com/office/drawing/2014/main" id="{D2006E5E-EB55-C43F-A9B4-8DABEB5C2397}"/>
              </a:ext>
            </a:extLst>
          </p:cNvPr>
          <p:cNvSpPr>
            <a:spLocks noGrp="1"/>
          </p:cNvSpPr>
          <p:nvPr>
            <p:ph type="dt" sz="half" idx="14"/>
          </p:nvPr>
        </p:nvSpPr>
        <p:spPr/>
        <p:txBody>
          <a:bodyPr/>
          <a:lstStyle>
            <a:lvl1pPr>
              <a:defRPr>
                <a:solidFill>
                  <a:schemeClr val="tx1"/>
                </a:solidFill>
              </a:defRPr>
            </a:lvl1pPr>
          </a:lstStyle>
          <a:p>
            <a:r>
              <a:t>7 October 2026</a:t>
            </a:r>
          </a:p>
        </p:txBody>
      </p:sp>
      <p:sp>
        <p:nvSpPr>
          <p:cNvPr id="13" name="Footer Placeholder 12">
            <a:extLst>
              <a:ext uri="{FF2B5EF4-FFF2-40B4-BE49-F238E27FC236}">
                <a16:creationId xmlns:a16="http://schemas.microsoft.com/office/drawing/2014/main" id="{445F7D0D-6905-1D3D-D30A-EBA5E1125CB7}"/>
              </a:ext>
            </a:extLst>
          </p:cNvPr>
          <p:cNvSpPr>
            <a:spLocks noGrp="1"/>
          </p:cNvSpPr>
          <p:nvPr>
            <p:ph type="ftr" sz="quarter" idx="15"/>
          </p:nvPr>
        </p:nvSpPr>
        <p:spPr/>
        <p:txBody>
          <a:bodyPr/>
          <a:lstStyle>
            <a:lvl1pPr>
              <a:defRPr>
                <a:solidFill>
                  <a:schemeClr val="tx1"/>
                </a:solidFill>
              </a:defRPr>
            </a:lvl1pPr>
          </a:lstStyle>
          <a:p>
            <a:r>
              <a:t>Draft, not for distribution</a:t>
            </a:r>
          </a:p>
        </p:txBody>
      </p:sp>
      <p:sp>
        <p:nvSpPr>
          <p:cNvPr id="14" name="Slide Number Placeholder 13">
            <a:extLst>
              <a:ext uri="{FF2B5EF4-FFF2-40B4-BE49-F238E27FC236}">
                <a16:creationId xmlns:a16="http://schemas.microsoft.com/office/drawing/2014/main" id="{97363F73-563F-BF23-4175-916ADF6ADD1B}"/>
              </a:ext>
            </a:extLst>
          </p:cNvPr>
          <p:cNvSpPr>
            <a:spLocks noGrp="1"/>
          </p:cNvSpPr>
          <p:nvPr>
            <p:ph type="sldNum" sz="quarter" idx="16"/>
          </p:nvPr>
        </p:nvSpPr>
        <p:spPr/>
        <p:txBody>
          <a:bodyPr/>
          <a:lstStyle>
            <a:lvl1pPr>
              <a:defRPr>
                <a:solidFill>
                  <a:schemeClr val="tx1"/>
                </a:solidFill>
              </a:defRPr>
            </a:lvl1pPr>
          </a:lstStyle>
          <a:p>
            <a:fld id="{F1BC30E3-FFE5-4B91-AA19-87A149EBB9EE}" type="slidenum">
              <a:rPr lang="en-GB" smtClean="0"/>
              <a:pPr/>
              <a:t>‹#›</a:t>
            </a:fld>
            <a:endParaRPr lang="en-GB"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AFS is: the licence map and three corrections to the client description</a:t>
            </a:r>
          </a:p>
        </p:txBody>
      </p:sp>
      <p:sp>
        <p:nvSpPr>
          <p:cNvPr id="3" name="Content Placeholder 2"/>
          <p:cNvSpPr>
            <a:spLocks noGrp="1"/>
          </p:cNvSpPr>
          <p:nvPr>
            <p:ph idx="16" sz="quarter"/>
          </p:nvPr>
        </p:nvSpPr>
        <p:spPr>
          <a:xfrm>
            <a:ext cx="5074920" cy="0"/>
          </a:xfrm>
        </p:spPr>
        <p:txBody>
          <a:bodyPr wrap="square"/>
          <a:lstStyle/>
          <a:p>
            <a:pPr>
              <a:spcAft>
                <a:spcPts val="1000"/>
              </a:spcAft>
            </a:pPr>
            <a:r>
              <a:rPr b="1" sz="1300"/>
              <a:t>The public record corrects the client description in three places, and each one changes the cost tree.</a:t>
            </a:r>
          </a:p>
          <a:p>
            <a:pPr>
              <a:spcAft>
                <a:spcPts val="600"/>
              </a:spcAft>
            </a:pPr>
            <a:r>
              <a:rPr sz="1100"/>
              <a:t>Rest of Africa still underwrote at December 2025: Absa Life Assurance Kenya and First Assurance Kenya carry solo covers of 1.18 and 1.75, and the Kenyan sale was signed only in August 2026. Kenya is stripped from every South African number here.</a:t>
            </a:r>
          </a:p>
          <a:p>
            <a:pPr>
              <a:spcAft>
                <a:spcPts val="600"/>
              </a:spcAft>
            </a:pPr>
            <a:r>
              <a:rPr sz="1100"/>
              <a:t>The investment licences are narrower than described: the asset manager, multi-manager and unit trust manager went to Sanlam Investment Holdings in 2022 (Absa holds 13 percent) and the market LISP to Glacier in 2023. What remains is a fee and platform business.</a:t>
            </a:r>
          </a:p>
          <a:p>
            <a:pPr>
              <a:spcAft>
                <a:spcPts val="600"/>
              </a:spcAft>
            </a:pPr>
            <a:r>
              <a:rPr sz="1100"/>
              <a:t>There are four South African insurance licences, with one just closed: Absa Risk Transfer Insurance Company was licensed as a cell captive in January 2024 and Absa Insurance Risk Management Services closed in 2025. A R6.4m penalty in October 2025 shows class boundaries between licences are enforced.</a:t>
            </a:r>
          </a:p>
          <a:p>
            <a:pPr>
              <a:spcAft>
                <a:spcPts val="600"/>
              </a:spcAft>
            </a:pPr>
            <a:r>
              <a:rPr sz="1100"/>
              <a:t>The Insurance SA segment perimeter changed three times in three years; no series is read across booklets without the head office adjustment.</a:t>
            </a:r>
          </a:p>
        </p:txBody>
      </p:sp>
      <p:sp>
        <p:nvSpPr>
          <p:cNvPr id="5" name="SmartArt Placeholder 4"/>
          <p:cNvSpPr>
            <a:spLocks noGrp="1"/>
          </p:cNvSpPr>
          <p:nvPr>
            <p:ph type="dgm" idx="17" sz="quarter"/>
          </p:nvPr>
        </p:nvSpPr>
        <p:spPr/>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r>
              <a:t>7 October 2026</a:t>
            </a:r>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t>Draft, not for distribution</a:t>
            </a:r>
          </a:p>
        </p:txBody>
      </p:sp>
      <p:graphicFrame>
        <p:nvGraphicFramePr>
          <p:cNvPr id="7" name="Table 6"/>
          <p:cNvGraphicFramePr>
            <a:graphicFrameLocks noGrp="1"/>
          </p:cNvGraphicFramePr>
          <p:nvPr/>
        </p:nvGraphicFramePr>
        <p:xfrm>
          <a:off x="6353069" y="1411287"/>
          <a:ext cx="5356799" cy="2194560"/>
        </p:xfrm>
        <a:graphic>
          <a:graphicData uri="http://schemas.openxmlformats.org/drawingml/2006/table">
            <a:tbl>
              <a:tblPr firstRow="1" bandRow="1">
                <a:tableStyleId>{5C22544A-7EE6-4342-B048-85BDC9FD1C3A}</a:tableStyleId>
              </a:tblPr>
              <a:tblGrid>
                <a:gridCol w="1709617"/>
                <a:gridCol w="1481668"/>
                <a:gridCol w="1367693"/>
                <a:gridCol w="797821"/>
              </a:tblGrid>
              <a:tr h="274320">
                <a:tc>
                  <a:txBody>
                    <a:bodyPr wrap="square"/>
                    <a:lstStyle/>
                    <a:p>
                      <a:r>
                        <a:rPr sz="900" b="1">
                          <a:solidFill>
                            <a:srgbClr val="FFFFFF"/>
                          </a:solidFill>
                          <a:latin typeface="Arial"/>
                        </a:rPr>
                        <a:t>Entity</a:t>
                      </a:r>
                    </a:p>
                  </a:txBody>
                  <a:tcPr marL="45720" marR="45720" marT="18288" marB="18288">
                    <a:solidFill>
                      <a:srgbClr val="1A1A24"/>
                    </a:solidFill>
                  </a:tcPr>
                </a:tc>
                <a:tc>
                  <a:txBody>
                    <a:bodyPr wrap="square"/>
                    <a:lstStyle/>
                    <a:p>
                      <a:r>
                        <a:rPr sz="900" b="1">
                          <a:solidFill>
                            <a:srgbClr val="FFFFFF"/>
                          </a:solidFill>
                          <a:latin typeface="Arial"/>
                        </a:rPr>
                        <a:t>Role</a:t>
                      </a:r>
                    </a:p>
                  </a:txBody>
                  <a:tcPr marL="45720" marR="45720" marT="18288" marB="18288">
                    <a:solidFill>
                      <a:srgbClr val="1A1A24"/>
                    </a:solidFill>
                  </a:tcPr>
                </a:tc>
                <a:tc>
                  <a:txBody>
                    <a:bodyPr wrap="square"/>
                    <a:lstStyle/>
                    <a:p>
                      <a:r>
                        <a:rPr sz="900" b="1">
                          <a:solidFill>
                            <a:srgbClr val="FFFFFF"/>
                          </a:solidFill>
                          <a:latin typeface="Arial"/>
                        </a:rPr>
                        <a:t>Licence</a:t>
                      </a:r>
                    </a:p>
                  </a:txBody>
                  <a:tcPr marL="45720" marR="45720" marT="18288" marB="18288">
                    <a:solidFill>
                      <a:srgbClr val="1A1A24"/>
                    </a:solidFill>
                  </a:tcPr>
                </a:tc>
                <a:tc>
                  <a:txBody>
                    <a:bodyPr wrap="square"/>
                    <a:lstStyle/>
                    <a:p>
                      <a:r>
                        <a:rPr sz="900" b="1">
                          <a:solidFill>
                            <a:srgbClr val="FFFFFF"/>
                          </a:solidFill>
                          <a:latin typeface="Arial"/>
                        </a:rPr>
                        <a:t>Solo cover Dec 2025</a:t>
                      </a:r>
                    </a:p>
                  </a:txBody>
                  <a:tcPr marL="45720" marR="45720" marT="18288" marB="18288">
                    <a:solidFill>
                      <a:srgbClr val="1A1A24"/>
                    </a:solidFill>
                  </a:tcPr>
                </a:tc>
              </a:tr>
              <a:tr h="274320">
                <a:tc>
                  <a:txBody>
                    <a:bodyPr wrap="square"/>
                    <a:lstStyle/>
                    <a:p>
                      <a:r>
                        <a:rPr sz="900">
                          <a:solidFill>
                            <a:srgbClr val="1A1A24"/>
                          </a:solidFill>
                          <a:latin typeface="Arial"/>
                        </a:rPr>
                        <a:t>Absa Life Limited</a:t>
                      </a:r>
                    </a:p>
                  </a:txBody>
                  <a:tcPr marL="45720" marR="45720" marT="18288" marB="18288">
                    <a:solidFill>
                      <a:srgbClr val="FFFFFF"/>
                    </a:solidFill>
                  </a:tcPr>
                </a:tc>
                <a:tc>
                  <a:txBody>
                    <a:bodyPr wrap="square"/>
                    <a:lstStyle/>
                    <a:p>
                      <a:r>
                        <a:rPr sz="900">
                          <a:solidFill>
                            <a:srgbClr val="1A1A24"/>
                          </a:solidFill>
                          <a:latin typeface="Arial"/>
                        </a:rPr>
                        <a:t>Life underwriter</a:t>
                      </a:r>
                    </a:p>
                  </a:txBody>
                  <a:tcPr marL="45720" marR="45720" marT="18288" marB="18288">
                    <a:solidFill>
                      <a:srgbClr val="FFFFFF"/>
                    </a:solidFill>
                  </a:tcPr>
                </a:tc>
                <a:tc>
                  <a:txBody>
                    <a:bodyPr wrap="square"/>
                    <a:lstStyle/>
                    <a:p>
                      <a:r>
                        <a:rPr sz="900">
                          <a:solidFill>
                            <a:srgbClr val="1A1A24"/>
                          </a:solidFill>
                          <a:latin typeface="Arial"/>
                        </a:rPr>
                        <a:t>I121; FSP 36116</a:t>
                      </a:r>
                    </a:p>
                  </a:txBody>
                  <a:tcPr marL="45720" marR="45720" marT="18288" marB="18288">
                    <a:solidFill>
                      <a:srgbClr val="FFFFFF"/>
                    </a:solidFill>
                  </a:tcPr>
                </a:tc>
                <a:tc>
                  <a:txBody>
                    <a:bodyPr wrap="square"/>
                    <a:lstStyle/>
                    <a:p>
                      <a:r>
                        <a:rPr sz="900">
                          <a:solidFill>
                            <a:srgbClr val="1A1A24"/>
                          </a:solidFill>
                          <a:latin typeface="Arial"/>
                        </a:rPr>
                        <a:t>1.51</a:t>
                      </a:r>
                    </a:p>
                  </a:txBody>
                  <a:tcPr marL="45720" marR="45720" marT="18288" marB="18288">
                    <a:solidFill>
                      <a:srgbClr val="FFFFFF"/>
                    </a:solidFill>
                  </a:tcPr>
                </a:tc>
              </a:tr>
              <a:tr h="274320">
                <a:tc>
                  <a:txBody>
                    <a:bodyPr wrap="square"/>
                    <a:lstStyle/>
                    <a:p>
                      <a:r>
                        <a:rPr sz="900">
                          <a:solidFill>
                            <a:srgbClr val="1A1A24"/>
                          </a:solidFill>
                          <a:latin typeface="Arial"/>
                        </a:rPr>
                        <a:t>Absa Insurance Company</a:t>
                      </a:r>
                    </a:p>
                  </a:txBody>
                  <a:tcPr marL="45720" marR="45720" marT="18288" marB="18288">
                    <a:solidFill>
                      <a:srgbClr val="F6F6FA"/>
                    </a:solidFill>
                  </a:tcPr>
                </a:tc>
                <a:tc>
                  <a:txBody>
                    <a:bodyPr wrap="square"/>
                    <a:lstStyle/>
                    <a:p>
                      <a:r>
                        <a:rPr sz="900">
                          <a:solidFill>
                            <a:srgbClr val="1A1A24"/>
                          </a:solidFill>
                          <a:latin typeface="Arial"/>
                        </a:rPr>
                        <a:t>Non-life underwriter</a:t>
                      </a:r>
                    </a:p>
                  </a:txBody>
                  <a:tcPr marL="45720" marR="45720" marT="18288" marB="18288">
                    <a:solidFill>
                      <a:srgbClr val="F6F6FA"/>
                    </a:solidFill>
                  </a:tcPr>
                </a:tc>
                <a:tc>
                  <a:txBody>
                    <a:bodyPr wrap="square"/>
                    <a:lstStyle/>
                    <a:p>
                      <a:r>
                        <a:rPr sz="900">
                          <a:solidFill>
                            <a:srgbClr val="1A1A24"/>
                          </a:solidFill>
                          <a:latin typeface="Arial"/>
                        </a:rPr>
                        <a:t>Non-life; FSP 8030</a:t>
                      </a:r>
                    </a:p>
                  </a:txBody>
                  <a:tcPr marL="45720" marR="45720" marT="18288" marB="18288">
                    <a:solidFill>
                      <a:srgbClr val="F6F6FA"/>
                    </a:solidFill>
                  </a:tcPr>
                </a:tc>
                <a:tc>
                  <a:txBody>
                    <a:bodyPr wrap="square"/>
                    <a:lstStyle/>
                    <a:p>
                      <a:r>
                        <a:rPr sz="900">
                          <a:solidFill>
                            <a:srgbClr val="1A1A24"/>
                          </a:solidFill>
                          <a:latin typeface="Arial"/>
                        </a:rPr>
                        <a:t>1.81</a:t>
                      </a:r>
                    </a:p>
                  </a:txBody>
                  <a:tcPr marL="45720" marR="45720" marT="18288" marB="18288">
                    <a:solidFill>
                      <a:srgbClr val="F6F6FA"/>
                    </a:solidFill>
                  </a:tcPr>
                </a:tc>
              </a:tr>
              <a:tr h="274320">
                <a:tc>
                  <a:txBody>
                    <a:bodyPr wrap="square"/>
                    <a:lstStyle/>
                    <a:p>
                      <a:r>
                        <a:rPr sz="900">
                          <a:solidFill>
                            <a:srgbClr val="1A1A24"/>
                          </a:solidFill>
                          <a:latin typeface="Arial"/>
                        </a:rPr>
                        <a:t>Absa Risk Transfer Insurance Co</a:t>
                      </a:r>
                    </a:p>
                  </a:txBody>
                  <a:tcPr marL="45720" marR="45720" marT="18288" marB="18288">
                    <a:solidFill>
                      <a:srgbClr val="FFFFFF"/>
                    </a:solidFill>
                  </a:tcPr>
                </a:tc>
                <a:tc>
                  <a:txBody>
                    <a:bodyPr wrap="square"/>
                    <a:lstStyle/>
                    <a:p>
                      <a:r>
                        <a:rPr sz="900">
                          <a:solidFill>
                            <a:srgbClr val="1A1A24"/>
                          </a:solidFill>
                          <a:latin typeface="Arial"/>
                        </a:rPr>
                        <a:t>Non-life cell captive</a:t>
                      </a:r>
                    </a:p>
                  </a:txBody>
                  <a:tcPr marL="45720" marR="45720" marT="18288" marB="18288">
                    <a:solidFill>
                      <a:srgbClr val="FFFFFF"/>
                    </a:solidFill>
                  </a:tcPr>
                </a:tc>
                <a:tc>
                  <a:txBody>
                    <a:bodyPr wrap="square"/>
                    <a:lstStyle/>
                    <a:p>
                      <a:r>
                        <a:rPr sz="900">
                          <a:solidFill>
                            <a:srgbClr val="1A1A24"/>
                          </a:solidFill>
                          <a:latin typeface="Arial"/>
                        </a:rPr>
                        <a:t>Licensed Jan 2024</a:t>
                      </a:r>
                    </a:p>
                  </a:txBody>
                  <a:tcPr marL="45720" marR="45720" marT="18288" marB="18288">
                    <a:solidFill>
                      <a:srgbClr val="FFFFFF"/>
                    </a:solidFill>
                  </a:tcPr>
                </a:tc>
                <a:tc>
                  <a:txBody>
                    <a:bodyPr wrap="square"/>
                    <a:lstStyle/>
                    <a:p>
                      <a:r>
                        <a:rPr sz="900">
                          <a:solidFill>
                            <a:srgbClr val="1A1A24"/>
                          </a:solidFill>
                          <a:latin typeface="Arial"/>
                        </a:rPr>
                        <a:t>2.11</a:t>
                      </a:r>
                    </a:p>
                  </a:txBody>
                  <a:tcPr marL="45720" marR="45720" marT="18288" marB="18288">
                    <a:solidFill>
                      <a:srgbClr val="FFFFFF"/>
                    </a:solidFill>
                  </a:tcPr>
                </a:tc>
              </a:tr>
              <a:tr h="274320">
                <a:tc>
                  <a:txBody>
                    <a:bodyPr wrap="square"/>
                    <a:lstStyle/>
                    <a:p>
                      <a:r>
                        <a:rPr sz="900">
                          <a:solidFill>
                            <a:srgbClr val="1A1A24"/>
                          </a:solidFill>
                          <a:latin typeface="Arial"/>
                        </a:rPr>
                        <a:t>Absa Insurance Risk Mgmt Services</a:t>
                      </a:r>
                    </a:p>
                  </a:txBody>
                  <a:tcPr marL="45720" marR="45720" marT="18288" marB="18288">
                    <a:solidFill>
                      <a:srgbClr val="F6F6FA"/>
                    </a:solidFill>
                  </a:tcPr>
                </a:tc>
                <a:tc>
                  <a:txBody>
                    <a:bodyPr wrap="square"/>
                    <a:lstStyle/>
                    <a:p>
                      <a:r>
                        <a:rPr sz="900">
                          <a:solidFill>
                            <a:srgbClr val="1A1A24"/>
                          </a:solidFill>
                          <a:latin typeface="Arial"/>
                        </a:rPr>
                        <a:t>Former underwriter</a:t>
                      </a:r>
                    </a:p>
                  </a:txBody>
                  <a:tcPr marL="45720" marR="45720" marT="18288" marB="18288">
                    <a:solidFill>
                      <a:srgbClr val="F6F6FA"/>
                    </a:solidFill>
                  </a:tcPr>
                </a:tc>
                <a:tc>
                  <a:txBody>
                    <a:bodyPr wrap="square"/>
                    <a:lstStyle/>
                    <a:p>
                      <a:r>
                        <a:rPr sz="900">
                          <a:solidFill>
                            <a:srgbClr val="1A1A24"/>
                          </a:solidFill>
                          <a:latin typeface="Arial"/>
                        </a:rPr>
                        <a:t>Closed 2025</a:t>
                      </a:r>
                    </a:p>
                  </a:txBody>
                  <a:tcPr marL="45720" marR="45720" marT="18288" marB="18288">
                    <a:solidFill>
                      <a:srgbClr val="F6F6FA"/>
                    </a:solidFill>
                  </a:tcPr>
                </a:tc>
                <a:tc>
                  <a:txBody>
                    <a:bodyPr wrap="square"/>
                    <a:lstStyle/>
                    <a:p>
                      <a:r>
                        <a:rPr sz="900">
                          <a:solidFill>
                            <a:srgbClr val="1A1A24"/>
                          </a:solidFill>
                          <a:latin typeface="Arial"/>
                        </a:rPr>
                        <a:t>n/a</a:t>
                      </a:r>
                    </a:p>
                  </a:txBody>
                  <a:tcPr marL="45720" marR="45720" marT="18288" marB="18288">
                    <a:solidFill>
                      <a:srgbClr val="F6F6FA"/>
                    </a:solidFill>
                  </a:tcPr>
                </a:tc>
              </a:tr>
              <a:tr h="274320">
                <a:tc>
                  <a:txBody>
                    <a:bodyPr wrap="square"/>
                    <a:lstStyle/>
                    <a:p>
                      <a:r>
                        <a:rPr sz="900">
                          <a:solidFill>
                            <a:srgbClr val="1A1A24"/>
                          </a:solidFill>
                          <a:latin typeface="Arial"/>
                        </a:rPr>
                        <a:t>AIFA; Instant Life; AIMS</a:t>
                      </a:r>
                    </a:p>
                  </a:txBody>
                  <a:tcPr marL="45720" marR="45720" marT="18288" marB="18288">
                    <a:solidFill>
                      <a:srgbClr val="FFFFFF"/>
                    </a:solidFill>
                  </a:tcPr>
                </a:tc>
                <a:tc>
                  <a:txBody>
                    <a:bodyPr wrap="square"/>
                    <a:lstStyle/>
                    <a:p>
                      <a:r>
                        <a:rPr sz="900">
                          <a:solidFill>
                            <a:srgbClr val="1A1A24"/>
                          </a:solidFill>
                          <a:latin typeface="Arial"/>
                        </a:rPr>
                        <a:t>Advisers; online life; admin FSP</a:t>
                      </a:r>
                    </a:p>
                  </a:txBody>
                  <a:tcPr marL="45720" marR="45720" marT="18288" marB="18288">
                    <a:solidFill>
                      <a:srgbClr val="FFFFFF"/>
                    </a:solidFill>
                  </a:tcPr>
                </a:tc>
                <a:tc>
                  <a:txBody>
                    <a:bodyPr wrap="square"/>
                    <a:lstStyle/>
                    <a:p>
                      <a:r>
                        <a:rPr sz="900">
                          <a:solidFill>
                            <a:srgbClr val="1A1A24"/>
                          </a:solidFill>
                          <a:latin typeface="Arial"/>
                        </a:rPr>
                        <a:t>FSP 4012; 42569; 524</a:t>
                      </a:r>
                    </a:p>
                  </a:txBody>
                  <a:tcPr marL="45720" marR="45720" marT="18288" marB="18288">
                    <a:solidFill>
                      <a:srgbClr val="FFFFFF"/>
                    </a:solidFill>
                  </a:tcPr>
                </a:tc>
                <a:tc>
                  <a:txBody>
                    <a:bodyPr wrap="square"/>
                    <a:lstStyle/>
                    <a:p>
                      <a:r>
                        <a:rPr sz="900">
                          <a:solidFill>
                            <a:srgbClr val="1A1A24"/>
                          </a:solidFill>
                          <a:latin typeface="Arial"/>
                        </a:rPr>
                        <a:t>n/a</a:t>
                      </a:r>
                    </a:p>
                  </a:txBody>
                  <a:tcPr marL="45720" marR="45720" marT="18288" marB="18288">
                    <a:solidFill>
                      <a:srgbClr val="FFFFFF"/>
                    </a:solidFill>
                  </a:tcPr>
                </a:tc>
              </a:tr>
              <a:tr h="274320">
                <a:tc>
                  <a:txBody>
                    <a:bodyPr wrap="square"/>
                    <a:lstStyle/>
                    <a:p>
                      <a:r>
                        <a:rPr sz="900">
                          <a:solidFill>
                            <a:srgbClr val="1A1A24"/>
                          </a:solidFill>
                          <a:latin typeface="Arial"/>
                        </a:rPr>
                        <a:t>Stockbrokers; Absa Trust</a:t>
                      </a:r>
                    </a:p>
                  </a:txBody>
                  <a:tcPr marL="45720" marR="45720" marT="18288" marB="18288">
                    <a:solidFill>
                      <a:srgbClr val="F6F6FA"/>
                    </a:solidFill>
                  </a:tcPr>
                </a:tc>
                <a:tc>
                  <a:txBody>
                    <a:bodyPr wrap="square"/>
                    <a:lstStyle/>
                    <a:p>
                      <a:r>
                        <a:rPr sz="900">
                          <a:solidFill>
                            <a:srgbClr val="1A1A24"/>
                          </a:solidFill>
                          <a:latin typeface="Arial"/>
                        </a:rPr>
                        <a:t>Trading; fiduciary</a:t>
                      </a:r>
                    </a:p>
                  </a:txBody>
                  <a:tcPr marL="45720" marR="45720" marT="18288" marB="18288">
                    <a:solidFill>
                      <a:srgbClr val="F6F6FA"/>
                    </a:solidFill>
                  </a:tcPr>
                </a:tc>
                <a:tc>
                  <a:txBody>
                    <a:bodyPr wrap="square"/>
                    <a:lstStyle/>
                    <a:p>
                      <a:r>
                        <a:rPr sz="900">
                          <a:solidFill>
                            <a:srgbClr val="1A1A24"/>
                          </a:solidFill>
                          <a:latin typeface="Arial"/>
                        </a:rPr>
                        <a:t>JSE member; trust co</a:t>
                      </a:r>
                    </a:p>
                  </a:txBody>
                  <a:tcPr marL="45720" marR="45720" marT="18288" marB="18288">
                    <a:solidFill>
                      <a:srgbClr val="F6F6FA"/>
                    </a:solidFill>
                  </a:tcPr>
                </a:tc>
                <a:tc>
                  <a:txBody>
                    <a:bodyPr wrap="square"/>
                    <a:lstStyle/>
                    <a:p>
                      <a:r>
                        <a:rPr sz="900">
                          <a:solidFill>
                            <a:srgbClr val="1A1A24"/>
                          </a:solidFill>
                          <a:latin typeface="Arial"/>
                        </a:rPr>
                        <a:t>n/a</a:t>
                      </a:r>
                    </a:p>
                  </a:txBody>
                  <a:tcPr marL="45720" marR="45720" marT="18288" marB="18288">
                    <a:solidFill>
                      <a:srgbClr val="F6F6FA"/>
                    </a:solidFill>
                  </a:tcPr>
                </a:tc>
              </a:tr>
              <a:tr h="274320">
                <a:tc>
                  <a:txBody>
                    <a:bodyPr wrap="square"/>
                    <a:lstStyle/>
                    <a:p>
                      <a:r>
                        <a:rPr sz="900">
                          <a:solidFill>
                            <a:srgbClr val="1A1A24"/>
                          </a:solidFill>
                          <a:latin typeface="Arial"/>
                        </a:rPr>
                        <a:t>AFS insurance group</a:t>
                      </a:r>
                    </a:p>
                  </a:txBody>
                  <a:tcPr marL="45720" marR="45720" marT="18288" marB="18288">
                    <a:solidFill>
                      <a:srgbClr val="FFFFFF"/>
                    </a:solidFill>
                  </a:tcPr>
                </a:tc>
                <a:tc>
                  <a:txBody>
                    <a:bodyPr wrap="square"/>
                    <a:lstStyle/>
                    <a:p>
                      <a:r>
                        <a:rPr sz="900">
                          <a:solidFill>
                            <a:srgbClr val="1A1A24"/>
                          </a:solidFill>
                          <a:latin typeface="Arial"/>
                        </a:rPr>
                        <a:t>Designated 30 Jan 2019</a:t>
                      </a:r>
                    </a:p>
                  </a:txBody>
                  <a:tcPr marL="45720" marR="45720" marT="18288" marB="18288">
                    <a:solidFill>
                      <a:srgbClr val="FFFFFF"/>
                    </a:solidFill>
                  </a:tcPr>
                </a:tc>
                <a:tc>
                  <a:txBody>
                    <a:bodyPr wrap="square"/>
                    <a:lstStyle/>
                    <a:p>
                      <a:r>
                        <a:rPr sz="900">
                          <a:solidFill>
                            <a:srgbClr val="1A1A24"/>
                          </a:solidFill>
                          <a:latin typeface="Arial"/>
                        </a:rPr>
                        <a:t>Insurance Act</a:t>
                      </a:r>
                    </a:p>
                  </a:txBody>
                  <a:tcPr marL="45720" marR="45720" marT="18288" marB="18288">
                    <a:solidFill>
                      <a:srgbClr val="FFFFFF"/>
                    </a:solidFill>
                  </a:tcPr>
                </a:tc>
                <a:tc>
                  <a:txBody>
                    <a:bodyPr wrap="square"/>
                    <a:lstStyle/>
                    <a:p>
                      <a:r>
                        <a:rPr sz="900">
                          <a:solidFill>
                            <a:srgbClr val="1A1A24"/>
                          </a:solidFill>
                          <a:latin typeface="Arial"/>
                        </a:rPr>
                        <a:t>1.49</a:t>
                      </a:r>
                    </a:p>
                  </a:txBody>
                  <a:tcPr marL="45720" marR="45720" marT="18288" marB="18288">
                    <a:solidFill>
                      <a:srgbClr val="FFFFFF"/>
                    </a:solidFill>
                  </a:tcPr>
                </a:tc>
              </a:tr>
            </a:tbl>
          </a:graphicData>
        </a:graphic>
      </p:graphicFrame>
      <p:sp>
        <p:nvSpPr>
          <p:cNvPr id="8" name="TextBox 7"/>
          <p:cNvSpPr txBox="1"/>
          <p:nvPr/>
        </p:nvSpPr>
        <p:spPr>
          <a:xfrm>
            <a:off x="484632" y="6053328"/>
            <a:ext cx="11228832" cy="274320"/>
          </a:xfrm>
          <a:prstGeom prst="rect">
            <a:avLst/>
          </a:prstGeom>
          <a:noFill/>
        </p:spPr>
        <p:txBody>
          <a:bodyPr wrap="square">
            <a:spAutoFit/>
          </a:bodyPr>
          <a:lstStyle/>
          <a:p>
            <a:r>
              <a:rPr sz="800">
                <a:solidFill>
                  <a:srgbClr val="747480"/>
                </a:solidFill>
              </a:rPr>
              <a:t>Source: Absa Group annual financial statements FY2025 notes 45.4 and 57.7 (AFS-449, AFS-460, AFS-461, AFS-466, AFS-467, AFS-468); Prudential Authority notices; 01_framework.md section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cost base: Insurance SA FY2025 from insurance revenue to profit before tax</a:t>
            </a:r>
          </a:p>
        </p:txBody>
      </p:sp>
      <p:sp>
        <p:nvSpPr>
          <p:cNvPr id="3" name="Content Placeholder 2"/>
          <p:cNvSpPr>
            <a:spLocks noGrp="1"/>
          </p:cNvSpPr>
          <p:nvPr>
            <p:ph idx="16" sz="quarter"/>
          </p:nvPr>
        </p:nvSpPr>
        <p:spPr>
          <a:xfrm>
            <a:ext cx="5074920" cy="0"/>
          </a:xfrm>
        </p:spPr>
        <p:txBody>
          <a:bodyPr wrap="square"/>
          <a:lstStyle/>
          <a:p>
            <a:pPr>
              <a:spcAft>
                <a:spcPts val="1000"/>
              </a:spcAft>
            </a:pPr>
            <a:r>
              <a:rPr b="1" sz="1300"/>
              <a:t>Insurance SA earned R9 079m of revenue and spent R7 225m inside insurance service expenses and R1 042m of overhead to make R1 448m before tax.</a:t>
            </a:r>
          </a:p>
          <a:p>
            <a:pPr>
              <a:spcAft>
                <a:spcPts val="600"/>
              </a:spcAft>
            </a:pPr>
            <a:r>
              <a:rPr sz="1100"/>
              <a:t>Insurance service expenses hold the claims, the amortised acquisition cost, onerous losses and an undisclosed block of attributable expense bracketed at R363m to R999m, base R726m.</a:t>
            </a:r>
          </a:p>
          <a:p>
            <a:pPr>
              <a:spcAft>
                <a:spcPts val="600"/>
              </a:spcAft>
            </a:pPr>
            <a:r>
              <a:rPr sz="1100"/>
              <a:t>Overhead of R1 042m splits Life R212m, Non-Life R504m and the head office R326m; the head office grew 18 percent in a year and lost R288m before tax.</a:t>
            </a:r>
          </a:p>
          <a:p>
            <a:pPr>
              <a:spcAft>
                <a:spcPts val="600"/>
              </a:spcAft>
            </a:pPr>
            <a:r>
              <a:rPr sz="1100"/>
              <a:t>The advice and investment businesses sit outside this segment and last reported R1 724m of cost against R1 104m of income in FY2023.</a:t>
            </a:r>
          </a:p>
          <a:p>
            <a:pPr>
              <a:spcAft>
                <a:spcPts val="600"/>
              </a:spcAft>
            </a:pPr>
            <a:r>
              <a:rPr sz="1100"/>
              <a:t>The reported 40 percent cost-to-income ratio divides overhead by income after claims; it is a bank metric and is not compared with any peer expense ratio.</a:t>
            </a:r>
          </a:p>
        </p:txBody>
      </p:sp>
      <p:sp>
        <p:nvSpPr>
          <p:cNvPr id="5" name="SmartArt Placeholder 4"/>
          <p:cNvSpPr>
            <a:spLocks noGrp="1"/>
          </p:cNvSpPr>
          <p:nvPr>
            <p:ph type="dgm" idx="17" sz="quarter"/>
          </p:nvPr>
        </p:nvSpPr>
        <p:spPr/>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r>
              <a:t>7 October 2026</a:t>
            </a:r>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t>Draft, not for distribution</a:t>
            </a:r>
          </a:p>
        </p:txBody>
      </p:sp>
      <p:sp>
        <p:nvSpPr>
          <p:cNvPr id="7" name="TextBox 6"/>
          <p:cNvSpPr txBox="1"/>
          <p:nvPr/>
        </p:nvSpPr>
        <p:spPr>
          <a:xfrm>
            <a:off x="5766269" y="1411287"/>
            <a:ext cx="5943600" cy="411480"/>
          </a:xfrm>
          <a:prstGeom prst="rect">
            <a:avLst/>
          </a:prstGeom>
          <a:noFill/>
        </p:spPr>
        <p:txBody>
          <a:bodyPr wrap="square">
            <a:spAutoFit/>
          </a:bodyPr>
          <a:lstStyle/>
          <a:p>
            <a:r>
              <a:rPr sz="1000" b="1">
                <a:solidFill>
                  <a:srgbClr val="1A1A24"/>
                </a:solidFill>
              </a:rPr>
              <a:t>Insurance SA FY2025, Rm: from insurance revenue to profit before tax</a:t>
            </a:r>
          </a:p>
        </p:txBody>
      </p:sp>
      <p:sp>
        <p:nvSpPr>
          <p:cNvPr id="8" name="TextBox 7"/>
          <p:cNvSpPr txBox="1"/>
          <p:nvPr/>
        </p:nvSpPr>
        <p:spPr>
          <a:xfrm>
            <a:off x="5766269" y="5775642"/>
            <a:ext cx="5943600" cy="274320"/>
          </a:xfrm>
          <a:prstGeom prst="rect">
            <a:avLst/>
          </a:prstGeom>
          <a:noFill/>
        </p:spPr>
        <p:txBody>
          <a:bodyPr wrap="square">
            <a:spAutoFit/>
          </a:bodyPr>
          <a:lstStyle/>
          <a:p>
            <a:r>
              <a:rPr sz="700">
                <a:solidFill>
                  <a:srgbClr val="747480"/>
                </a:solidFill>
              </a:rPr>
              <a:t>Source: afs_cost_benchmark.xlsx, AFS cost base tab section A; FY2025 booklet basis (AFS-163 to AFS-176).</a:t>
            </a:r>
          </a:p>
        </p:txBody>
      </p:sp>
      <p:graphicFrame>
        <p:nvGraphicFramePr>
          <p:cNvPr id="9" name="Chart 8"/>
          <p:cNvGraphicFramePr>
            <a:graphicFrameLocks noGrp="1"/>
          </p:cNvGraphicFramePr>
          <p:nvPr/>
        </p:nvGraphicFramePr>
        <p:xfrm>
          <a:off x="5766269" y="1822767"/>
          <a:ext cx="5943600" cy="3907155"/>
        </p:xfrm>
        <a:graphic>
          <a:graphicData uri="http://schemas.openxmlformats.org/drawingml/2006/chart">
            <c:chart xmlns:c="http://schemas.openxmlformats.org/drawingml/2006/chart" r:id="rId2"/>
          </a:graphicData>
        </a:graphic>
      </p:graphicFrame>
      <p:sp>
        <p:nvSpPr>
          <p:cNvPr id="10" name="TextBox 9"/>
          <p:cNvSpPr txBox="1"/>
          <p:nvPr/>
        </p:nvSpPr>
        <p:spPr>
          <a:xfrm>
            <a:off x="484632" y="6053328"/>
            <a:ext cx="11228832" cy="274320"/>
          </a:xfrm>
          <a:prstGeom prst="rect">
            <a:avLst/>
          </a:prstGeom>
          <a:noFill/>
        </p:spPr>
        <p:txBody>
          <a:bodyPr wrap="square">
            <a:spAutoFit/>
          </a:bodyPr>
          <a:lstStyle/>
          <a:p>
            <a:r>
              <a:rPr sz="800">
                <a:solidFill>
                  <a:srgbClr val="747480"/>
                </a:solidFill>
              </a:rPr>
              <a:t>Source: afs_cost_benchmark.xlsx, AFS cost base tab section A (AFS-163, AFS-164, AFS-176, AFS-006) and section B (AFS-070, AFS-106, AFS-140); FY2025 booklet basis.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overhead is in the non-life book and the head office, not in life</a:t>
            </a:r>
          </a:p>
        </p:txBody>
      </p:sp>
      <p:sp>
        <p:nvSpPr>
          <p:cNvPr id="3" name="Content Placeholder 2"/>
          <p:cNvSpPr>
            <a:spLocks noGrp="1"/>
          </p:cNvSpPr>
          <p:nvPr>
            <p:ph idx="16" sz="quarter"/>
          </p:nvPr>
        </p:nvSpPr>
        <p:spPr>
          <a:xfrm>
            <a:ext cx="5074920" cy="0"/>
          </a:xfrm>
        </p:spPr>
        <p:txBody>
          <a:bodyPr wrap="square"/>
          <a:lstStyle/>
          <a:p>
            <a:pPr>
              <a:spcAft>
                <a:spcPts val="1000"/>
              </a:spcAft>
            </a:pPr>
            <a:r>
              <a:rPr b="1" sz="1300"/>
              <a:t>Non-Life SA carries overhead of 12.3% of revenue against a non-life peer median of 3.8%, while Life SA at 4.0% sits below its peers at 13.8%.</a:t>
            </a:r>
          </a:p>
          <a:p>
            <a:pPr>
              <a:spcAft>
                <a:spcPts val="600"/>
              </a:spcAft>
            </a:pPr>
            <a:r>
              <a:rPr sz="1100"/>
              <a:t>Insurance SA as a whole reports 11.5% against a composite median of 6.8% (n=9); the whole of the gap is non-life and head office.</a:t>
            </a:r>
          </a:p>
          <a:p>
            <a:pPr>
              <a:spcAft>
                <a:spcPts val="600"/>
              </a:spcAft>
            </a:pPr>
            <a:r>
              <a:rPr sz="1100"/>
              <a:t>The non-life gap to median is worth R349m a year on FY2025 revenue and R381m to top quartile; it maps to pool 3 in policy administration and claims.</a:t>
            </a:r>
          </a:p>
          <a:p>
            <a:pPr>
              <a:spcAft>
                <a:spcPts val="600"/>
              </a:spcAft>
            </a:pPr>
            <a:r>
              <a:rPr sz="1100"/>
              <a:t>The levers are a single policy administration and claims platform across Absa Life, Instant Life and AIC (directly enabled by centralisation) and contact centre and claims productivity (adjacent).</a:t>
            </a:r>
          </a:p>
          <a:p>
            <a:pPr>
              <a:spcAft>
                <a:spcPts val="600"/>
              </a:spcAft>
            </a:pPr>
            <a:r>
              <a:rPr sz="1100"/>
              <a:t>As-reported overhead depends on how each insurer allocates cost between attributable and non-attributable lines, so the comparable measure on the next slide is the check.</a:t>
            </a:r>
          </a:p>
        </p:txBody>
      </p:sp>
      <p:sp>
        <p:nvSpPr>
          <p:cNvPr id="5" name="SmartArt Placeholder 4"/>
          <p:cNvSpPr>
            <a:spLocks noGrp="1"/>
          </p:cNvSpPr>
          <p:nvPr>
            <p:ph type="dgm" idx="17" sz="quarter"/>
          </p:nvPr>
        </p:nvSpPr>
        <p:spPr/>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r>
              <a:t>7 October 2026</a:t>
            </a:r>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t>Draft, not for distribution</a:t>
            </a:r>
          </a:p>
        </p:txBody>
      </p:sp>
      <p:sp>
        <p:nvSpPr>
          <p:cNvPr id="7" name="TextBox 6"/>
          <p:cNvSpPr txBox="1"/>
          <p:nvPr/>
        </p:nvSpPr>
        <p:spPr>
          <a:xfrm>
            <a:off x="5766269" y="1411287"/>
            <a:ext cx="5943600" cy="411480"/>
          </a:xfrm>
          <a:prstGeom prst="rect">
            <a:avLst/>
          </a:prstGeom>
          <a:noFill/>
        </p:spPr>
        <p:txBody>
          <a:bodyPr wrap="square">
            <a:spAutoFit/>
          </a:bodyPr>
          <a:lstStyle/>
          <a:p>
            <a:r>
              <a:rPr sz="1000" b="1">
                <a:solidFill>
                  <a:srgbClr val="1A1A24"/>
                </a:solidFill>
              </a:rPr>
              <a:t>Non-attributable operating expenses as a share of insurance revenue, as reported: AFS FY2025 against peer medians and top quartiles</a:t>
            </a:r>
          </a:p>
        </p:txBody>
      </p:sp>
      <p:sp>
        <p:nvSpPr>
          <p:cNvPr id="8" name="TextBox 7"/>
          <p:cNvSpPr txBox="1"/>
          <p:nvPr/>
        </p:nvSpPr>
        <p:spPr>
          <a:xfrm>
            <a:off x="5766269" y="5775642"/>
            <a:ext cx="5943600" cy="274320"/>
          </a:xfrm>
          <a:prstGeom prst="rect">
            <a:avLst/>
          </a:prstGeom>
          <a:noFill/>
        </p:spPr>
        <p:txBody>
          <a:bodyPr wrap="square">
            <a:spAutoFit/>
          </a:bodyPr>
          <a:lstStyle/>
          <a:p>
            <a:r>
              <a:rPr sz="700">
                <a:solidFill>
                  <a:srgbClr val="747480"/>
                </a:solidFill>
              </a:rPr>
              <a:t>Source: afs_cost_benchmark.xlsx, Benchmark tab summary rows M1; IFRS 17; latest full year per peer.</a:t>
            </a:r>
          </a:p>
        </p:txBody>
      </p:sp>
      <p:graphicFrame>
        <p:nvGraphicFramePr>
          <p:cNvPr id="9" name="Chart 8"/>
          <p:cNvGraphicFramePr>
            <a:graphicFrameLocks noGrp="1"/>
          </p:cNvGraphicFramePr>
          <p:nvPr/>
        </p:nvGraphicFramePr>
        <p:xfrm>
          <a:off x="5766269" y="1822767"/>
          <a:ext cx="5943600" cy="3907155"/>
        </p:xfrm>
        <a:graphic>
          <a:graphicData uri="http://schemas.openxmlformats.org/drawingml/2006/chart">
            <c:chart xmlns:c="http://schemas.openxmlformats.org/drawingml/2006/chart" r:id="rId2"/>
          </a:graphicData>
        </a:graphic>
      </p:graphicFrame>
      <p:sp>
        <p:nvSpPr>
          <p:cNvPr id="10" name="TextBox 9"/>
          <p:cNvSpPr txBox="1"/>
          <p:nvPr/>
        </p:nvSpPr>
        <p:spPr>
          <a:xfrm>
            <a:off x="484632" y="6053328"/>
            <a:ext cx="11228832" cy="274320"/>
          </a:xfrm>
          <a:prstGeom prst="rect">
            <a:avLst/>
          </a:prstGeom>
          <a:noFill/>
        </p:spPr>
        <p:txBody>
          <a:bodyPr wrap="square">
            <a:spAutoFit/>
          </a:bodyPr>
          <a:lstStyle/>
          <a:p>
            <a:r>
              <a:rPr sz="800">
                <a:solidFill>
                  <a:srgbClr val="747480"/>
                </a:solidFill>
              </a:rPr>
              <a:t>Source: afs_cost_benchmark.xlsx, Benchmark tab summary M1 and Gap sizing tab; IFRS 17; latest full year per peer.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underwriting is good and the overhead spends the advantage</a:t>
            </a:r>
          </a:p>
        </p:txBody>
      </p:sp>
      <p:sp>
        <p:nvSpPr>
          <p:cNvPr id="3" name="Content Placeholder 2"/>
          <p:cNvSpPr>
            <a:spLocks noGrp="1"/>
          </p:cNvSpPr>
          <p:nvPr>
            <p:ph idx="16" sz="quarter"/>
          </p:nvPr>
        </p:nvSpPr>
        <p:spPr>
          <a:xfrm>
            <a:ext cx="5074920" cy="0"/>
          </a:xfrm>
        </p:spPr>
        <p:txBody>
          <a:bodyPr wrap="square"/>
          <a:lstStyle/>
          <a:p>
            <a:pPr>
              <a:spcAft>
                <a:spcPts val="1000"/>
              </a:spcAft>
            </a:pPr>
            <a:r>
              <a:rPr b="1" sz="1300"/>
              <a:t>Before overhead Non-Life SA runs a combined ratio of 81.5%, best of the South African set whose median is 89.5%; after overhead it is 93.8% against 93.0%.</a:t>
            </a:r>
          </a:p>
          <a:p>
            <a:pPr>
              <a:spcAft>
                <a:spcPts val="600"/>
              </a:spcAft>
            </a:pPr>
            <a:r>
              <a:rPr sz="1100"/>
              <a:t>Twelve points of overhead sit between a best-in-set underwriter and a mid-pack insurer.</a:t>
            </a:r>
          </a:p>
          <a:p>
            <a:pPr>
              <a:spcAft>
                <a:spcPts val="600"/>
              </a:spcAft>
            </a:pPr>
            <a:r>
              <a:rPr sz="1100"/>
              <a:t>The gap to top quartile after overhead is R127m a year; it belongs to pools 1 and 3 in claims.</a:t>
            </a:r>
          </a:p>
          <a:p>
            <a:pPr>
              <a:spcAft>
                <a:spcPts val="600"/>
              </a:spcAft>
            </a:pPr>
            <a:r>
              <a:rPr sz="1100"/>
              <a:t>Claims leakage at 1 to 3 percent of net claims is worth R55m to R183m and does not depend on centralisation; group-wide reinsurance placement is worth R10m to R30m and does.</a:t>
            </a:r>
          </a:p>
          <a:p>
            <a:pPr>
              <a:spcAft>
                <a:spcPts val="600"/>
              </a:spcAft>
            </a:pPr>
            <a:r>
              <a:rPr sz="1100"/>
              <a:t>The comparable expense ratio across 15 IFRS 17 entities puts AFS at 19.5 percent against a median of 22.1 percent and a top quartile of 13.3 percent, on an assumed 8 percent attributable share.</a:t>
            </a:r>
          </a:p>
        </p:txBody>
      </p:sp>
      <p:sp>
        <p:nvSpPr>
          <p:cNvPr id="5" name="SmartArt Placeholder 4"/>
          <p:cNvSpPr>
            <a:spLocks noGrp="1"/>
          </p:cNvSpPr>
          <p:nvPr>
            <p:ph type="dgm" idx="17" sz="quarter"/>
          </p:nvPr>
        </p:nvSpPr>
        <p:spPr/>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r>
              <a:t>7 October 2026</a:t>
            </a:r>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t>Draft, not for distribution</a:t>
            </a:r>
          </a:p>
        </p:txBody>
      </p:sp>
      <p:sp>
        <p:nvSpPr>
          <p:cNvPr id="7" name="TextBox 6"/>
          <p:cNvSpPr txBox="1"/>
          <p:nvPr/>
        </p:nvSpPr>
        <p:spPr>
          <a:xfrm>
            <a:off x="5766269" y="1411287"/>
            <a:ext cx="5943600" cy="411480"/>
          </a:xfrm>
          <a:prstGeom prst="rect">
            <a:avLst/>
          </a:prstGeom>
          <a:noFill/>
        </p:spPr>
        <p:txBody>
          <a:bodyPr wrap="square">
            <a:spAutoFit/>
          </a:bodyPr>
          <a:lstStyle/>
          <a:p>
            <a:r>
              <a:rPr sz="1000" b="1">
                <a:solidFill>
                  <a:srgbClr val="1A1A24"/>
                </a:solidFill>
              </a:rPr>
              <a:t>Non-life combined ratio, IFRS 17 proxy: before and after non-attributable expenses. AFS in yellow</a:t>
            </a:r>
          </a:p>
        </p:txBody>
      </p:sp>
      <p:sp>
        <p:nvSpPr>
          <p:cNvPr id="8" name="TextBox 7"/>
          <p:cNvSpPr txBox="1"/>
          <p:nvPr/>
        </p:nvSpPr>
        <p:spPr>
          <a:xfrm>
            <a:off x="5766269" y="5775642"/>
            <a:ext cx="5943600" cy="274320"/>
          </a:xfrm>
          <a:prstGeom prst="rect">
            <a:avLst/>
          </a:prstGeom>
          <a:noFill/>
        </p:spPr>
        <p:txBody>
          <a:bodyPr wrap="square">
            <a:spAutoFit/>
          </a:bodyPr>
          <a:lstStyle/>
          <a:p>
            <a:r>
              <a:rPr sz="700">
                <a:solidFill>
                  <a:srgbClr val="747480"/>
                </a:solidFill>
              </a:rPr>
              <a:t>Source: afs_cost_benchmark.xlsx, Benchmark tab M5 and M5b; IFRS 17; latest full year per peer.</a:t>
            </a:r>
          </a:p>
        </p:txBody>
      </p:sp>
      <p:graphicFrame>
        <p:nvGraphicFramePr>
          <p:cNvPr id="9" name="Chart 8"/>
          <p:cNvGraphicFramePr>
            <a:graphicFrameLocks noGrp="1"/>
          </p:cNvGraphicFramePr>
          <p:nvPr/>
        </p:nvGraphicFramePr>
        <p:xfrm>
          <a:off x="5766269" y="1822767"/>
          <a:ext cx="5943600" cy="3907155"/>
        </p:xfrm>
        <a:graphic>
          <a:graphicData uri="http://schemas.openxmlformats.org/drawingml/2006/chart">
            <c:chart xmlns:c="http://schemas.openxmlformats.org/drawingml/2006/chart" r:id="rId2"/>
          </a:graphicData>
        </a:graphic>
      </p:graphicFrame>
      <p:sp>
        <p:nvSpPr>
          <p:cNvPr id="10" name="TextBox 9"/>
          <p:cNvSpPr txBox="1"/>
          <p:nvPr/>
        </p:nvSpPr>
        <p:spPr>
          <a:xfrm>
            <a:off x="484632" y="6053328"/>
            <a:ext cx="11228832" cy="274320"/>
          </a:xfrm>
          <a:prstGeom prst="rect">
            <a:avLst/>
          </a:prstGeom>
          <a:noFill/>
        </p:spPr>
        <p:txBody>
          <a:bodyPr wrap="square">
            <a:spAutoFit/>
          </a:bodyPr>
          <a:lstStyle/>
          <a:p>
            <a:r>
              <a:rPr sz="800">
                <a:solidFill>
                  <a:srgbClr val="747480"/>
                </a:solidFill>
              </a:rPr>
              <a:t>Source: afs_cost_benchmark.xlsx, Benchmark tab M5, M5b and M2 summaries; Gap sizing tab; Normalisation assumptions for leakage and reinsurance.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Acquisition cost is a transfer price, not a saving</a:t>
            </a:r>
          </a:p>
        </p:txBody>
      </p:sp>
      <p:sp>
        <p:nvSpPr>
          <p:cNvPr id="3" name="Content Placeholder 2"/>
          <p:cNvSpPr>
            <a:spLocks noGrp="1"/>
          </p:cNvSpPr>
          <p:nvPr>
            <p:ph idx="16" sz="quarter"/>
          </p:nvPr>
        </p:nvSpPr>
        <p:spPr>
          <a:xfrm>
            <a:ext cx="5074920" cy="0"/>
          </a:xfrm>
        </p:spPr>
        <p:txBody>
          <a:bodyPr wrap="square"/>
          <a:lstStyle/>
          <a:p>
            <a:pPr>
              <a:spcAft>
                <a:spcPts val="1000"/>
              </a:spcAft>
            </a:pPr>
            <a:r>
              <a:rPr b="1" sz="1300"/>
              <a:t>Absa Bank received R774m of insurance commission in FY2025, 56 percent of the acquisition cash flows allocated to South Africa; without it AFS acquires at 6.7% of revenue, at the composite top quartile of 6.5%.</a:t>
            </a:r>
          </a:p>
          <a:p>
            <a:pPr>
              <a:spcAft>
                <a:spcPts val="600"/>
              </a:spcAft>
            </a:pPr>
            <a:r>
              <a:rPr sz="1100"/>
              <a:t>Including the fee, the cash acquisition ratio is 15.3% against a composite median of 10.6%.</a:t>
            </a:r>
          </a:p>
          <a:p>
            <a:pPr>
              <a:spcAft>
                <a:spcPts val="600"/>
              </a:spcAft>
            </a:pPr>
            <a:r>
              <a:rPr sz="1100"/>
              <a:t>The fee eliminates on consolidation. Renegotiating it moves profit between Absa Bank and AFS and changes the AFS return on equity of 18.2 percent without creating value for the Group.</a:t>
            </a:r>
          </a:p>
          <a:p>
            <a:pPr>
              <a:spcAft>
                <a:spcPts val="600"/>
              </a:spcAft>
            </a:pPr>
            <a:r>
              <a:rPr sz="1100"/>
              <a:t>The point of view must say where the economics of centralisation land, in AFS or in the bank, before it sizes anything in pool 2.</a:t>
            </a:r>
          </a:p>
          <a:p>
            <a:pPr>
              <a:spcAft>
                <a:spcPts val="600"/>
              </a:spcAft>
            </a:pPr>
            <a:r>
              <a:rPr sz="1100"/>
              <a:t>Binder and commission regulations cap what can be paid to an associate, so the price lever here is adjacent, not direct.</a:t>
            </a:r>
          </a:p>
        </p:txBody>
      </p:sp>
      <p:sp>
        <p:nvSpPr>
          <p:cNvPr id="5" name="SmartArt Placeholder 4"/>
          <p:cNvSpPr>
            <a:spLocks noGrp="1"/>
          </p:cNvSpPr>
          <p:nvPr>
            <p:ph type="dgm" idx="17" sz="quarter"/>
          </p:nvPr>
        </p:nvSpPr>
        <p:spPr/>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r>
              <a:t>7 October 2026</a:t>
            </a:r>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t>Draft, not for distribution</a:t>
            </a:r>
          </a:p>
        </p:txBody>
      </p:sp>
      <p:sp>
        <p:nvSpPr>
          <p:cNvPr id="7" name="TextBox 6"/>
          <p:cNvSpPr txBox="1"/>
          <p:nvPr/>
        </p:nvSpPr>
        <p:spPr>
          <a:xfrm>
            <a:off x="5766269" y="1411287"/>
            <a:ext cx="5943600" cy="411480"/>
          </a:xfrm>
          <a:prstGeom prst="rect">
            <a:avLst/>
          </a:prstGeom>
          <a:noFill/>
        </p:spPr>
        <p:txBody>
          <a:bodyPr wrap="square">
            <a:spAutoFit/>
          </a:bodyPr>
          <a:lstStyle/>
          <a:p>
            <a:r>
              <a:rPr sz="1000" b="1">
                <a:solidFill>
                  <a:srgbClr val="1A1A24"/>
                </a:solidFill>
              </a:rPr>
              <a:t>Acquisition cost as a share of insurance revenue, composite peers and the three AFS views. Composite median 10.6 percent, top quartile 6.5 percent</a:t>
            </a:r>
          </a:p>
        </p:txBody>
      </p:sp>
      <p:sp>
        <p:nvSpPr>
          <p:cNvPr id="8" name="TextBox 7"/>
          <p:cNvSpPr txBox="1"/>
          <p:nvPr/>
        </p:nvSpPr>
        <p:spPr>
          <a:xfrm>
            <a:off x="5766269" y="5775642"/>
            <a:ext cx="5943600" cy="274320"/>
          </a:xfrm>
          <a:prstGeom prst="rect">
            <a:avLst/>
          </a:prstGeom>
          <a:noFill/>
        </p:spPr>
        <p:txBody>
          <a:bodyPr wrap="square">
            <a:spAutoFit/>
          </a:bodyPr>
          <a:lstStyle/>
          <a:p>
            <a:r>
              <a:rPr sz="700">
                <a:solidFill>
                  <a:srgbClr val="747480"/>
                </a:solidFill>
              </a:rPr>
              <a:t>Source: afs_cost_benchmark.xlsx, Benchmark tab M3 and AFS cost base tab section D; savings-heavy European books excluded.</a:t>
            </a:r>
          </a:p>
        </p:txBody>
      </p:sp>
      <p:graphicFrame>
        <p:nvGraphicFramePr>
          <p:cNvPr id="9" name="Chart 8"/>
          <p:cNvGraphicFramePr>
            <a:graphicFrameLocks noGrp="1"/>
          </p:cNvGraphicFramePr>
          <p:nvPr/>
        </p:nvGraphicFramePr>
        <p:xfrm>
          <a:off x="5766269" y="1822767"/>
          <a:ext cx="5943600" cy="3907155"/>
        </p:xfrm>
        <a:graphic>
          <a:graphicData uri="http://schemas.openxmlformats.org/drawingml/2006/chart">
            <c:chart xmlns:c="http://schemas.openxmlformats.org/drawingml/2006/chart" r:id="rId2"/>
          </a:graphicData>
        </a:graphic>
      </p:graphicFrame>
      <p:sp>
        <p:nvSpPr>
          <p:cNvPr id="10" name="TextBox 9"/>
          <p:cNvSpPr txBox="1"/>
          <p:nvPr/>
        </p:nvSpPr>
        <p:spPr>
          <a:xfrm>
            <a:off x="484632" y="6053328"/>
            <a:ext cx="11228832" cy="274320"/>
          </a:xfrm>
          <a:prstGeom prst="rect">
            <a:avLst/>
          </a:prstGeom>
          <a:noFill/>
        </p:spPr>
        <p:txBody>
          <a:bodyPr wrap="square">
            <a:spAutoFit/>
          </a:bodyPr>
          <a:lstStyle/>
          <a:p>
            <a:r>
              <a:rPr sz="800">
                <a:solidFill>
                  <a:srgbClr val="747480"/>
                </a:solidFill>
              </a:rPr>
              <a:t>Source: afs_cost_benchmark.xlsx, AFS cost base tab section D (AFS-1267) and Benchmark tab M3; savings-heavy European books excluded from the median.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advice and investment businesses are the bigger cost problem</a:t>
            </a:r>
          </a:p>
        </p:txBody>
      </p:sp>
      <p:sp>
        <p:nvSpPr>
          <p:cNvPr id="3" name="Content Placeholder 2"/>
          <p:cNvSpPr>
            <a:spLocks noGrp="1"/>
          </p:cNvSpPr>
          <p:nvPr>
            <p:ph idx="16" sz="quarter"/>
          </p:nvPr>
        </p:nvSpPr>
        <p:spPr>
          <a:xfrm>
            <a:ext cx="5074920" cy="0"/>
          </a:xfrm>
        </p:spPr>
        <p:txBody>
          <a:bodyPr wrap="square"/>
          <a:lstStyle/>
          <a:p>
            <a:pPr>
              <a:spcAft>
                <a:spcPts val="1000"/>
              </a:spcAft>
            </a:pPr>
            <a:r>
              <a:rPr b="1" sz="1300"/>
              <a:t>The advice and investment businesses last reported R1 724m of cost against R1 104m of income and a R389m headline loss, more than the underwriters’ entire reported overhead.</a:t>
            </a:r>
          </a:p>
          <a:p>
            <a:pPr>
              <a:spcAft>
                <a:spcPts val="600"/>
              </a:spcAft>
            </a:pPr>
            <a:r>
              <a:rPr sz="1100"/>
              <a:t>The FY2023 Non-Banking Financial Services segment housed AIFA, AIMS, Absa Trust and the stockbroker; in FY2024 it was merged with a head office and lost R515m, and from FY2025 it is no longer visible.</a:t>
            </a:r>
          </a:p>
          <a:p>
            <a:pPr>
              <a:spcAft>
                <a:spcPts val="600"/>
              </a:spcAft>
            </a:pPr>
            <a:r>
              <a:rPr sz="1100"/>
              <a:t>A captive broker reference, BB Corretora in Brazil, runs at 5.6 percent operating cost to brokerage revenue. The models differ; the direction does not.</a:t>
            </a:r>
          </a:p>
          <a:p>
            <a:pPr>
              <a:spcAft>
                <a:spcPts val="600"/>
              </a:spcAft>
            </a:pPr>
            <a:r>
              <a:rPr sz="1100"/>
              <a:t>The block is carried in the addressable base at R1 500m to R1 900m, an assumption anchored on the FY2023 fact, where the precedent range is worth R90m to R247m.</a:t>
            </a:r>
          </a:p>
          <a:p>
            <a:pPr>
              <a:spcAft>
                <a:spcPts val="600"/>
              </a:spcAft>
            </a:pPr>
            <a:r>
              <a:rPr sz="1100"/>
              <a:t>The first management information request is the FY2025 income statement of this block, with adviser headcount and premium per adviser.</a:t>
            </a:r>
          </a:p>
        </p:txBody>
      </p:sp>
      <p:sp>
        <p:nvSpPr>
          <p:cNvPr id="5" name="SmartArt Placeholder 4"/>
          <p:cNvSpPr>
            <a:spLocks noGrp="1"/>
          </p:cNvSpPr>
          <p:nvPr>
            <p:ph type="dgm" idx="17" sz="quarter"/>
          </p:nvPr>
        </p:nvSpPr>
        <p:spPr/>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r>
              <a:t>7 October 2026</a:t>
            </a:r>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t>Draft, not for distribution</a:t>
            </a:r>
          </a:p>
        </p:txBody>
      </p:sp>
      <p:sp>
        <p:nvSpPr>
          <p:cNvPr id="7" name="TextBox 6"/>
          <p:cNvSpPr txBox="1"/>
          <p:nvPr/>
        </p:nvSpPr>
        <p:spPr>
          <a:xfrm>
            <a:off x="5766269" y="1411287"/>
            <a:ext cx="5943600" cy="411480"/>
          </a:xfrm>
          <a:prstGeom prst="rect">
            <a:avLst/>
          </a:prstGeom>
          <a:noFill/>
        </p:spPr>
        <p:txBody>
          <a:bodyPr wrap="square">
            <a:spAutoFit/>
          </a:bodyPr>
          <a:lstStyle/>
          <a:p>
            <a:r>
              <a:rPr sz="1000" b="1">
                <a:solidFill>
                  <a:srgbClr val="1A1A24"/>
                </a:solidFill>
              </a:rPr>
              <a:t>Advice and investment businesses (Non-Banking Financial Services segment), FY2023, Rm</a:t>
            </a:r>
          </a:p>
        </p:txBody>
      </p:sp>
      <p:sp>
        <p:nvSpPr>
          <p:cNvPr id="8" name="TextBox 7"/>
          <p:cNvSpPr txBox="1"/>
          <p:nvPr/>
        </p:nvSpPr>
        <p:spPr>
          <a:xfrm>
            <a:off x="5766269" y="5775642"/>
            <a:ext cx="5943600" cy="274320"/>
          </a:xfrm>
          <a:prstGeom prst="rect">
            <a:avLst/>
          </a:prstGeom>
          <a:noFill/>
        </p:spPr>
        <p:txBody>
          <a:bodyPr wrap="square">
            <a:spAutoFit/>
          </a:bodyPr>
          <a:lstStyle/>
          <a:p>
            <a:r>
              <a:rPr sz="700">
                <a:solidFill>
                  <a:srgbClr val="747480"/>
                </a:solidFill>
              </a:rPr>
              <a:t>Source: afs_cost_benchmark.xlsx, AFS cost base tab section D (AFS-676, AFS-677); headline loss R389m (AFS-683).</a:t>
            </a:r>
          </a:p>
        </p:txBody>
      </p:sp>
      <p:graphicFrame>
        <p:nvGraphicFramePr>
          <p:cNvPr id="9" name="Chart 8"/>
          <p:cNvGraphicFramePr>
            <a:graphicFrameLocks noGrp="1"/>
          </p:cNvGraphicFramePr>
          <p:nvPr/>
        </p:nvGraphicFramePr>
        <p:xfrm>
          <a:off x="5766269" y="1822767"/>
          <a:ext cx="5943600" cy="2930366.25"/>
        </p:xfrm>
        <a:graphic>
          <a:graphicData uri="http://schemas.openxmlformats.org/drawingml/2006/chart">
            <c:chart xmlns:c="http://schemas.openxmlformats.org/drawingml/2006/chart" r:id="rId2"/>
          </a:graphicData>
        </a:graphic>
      </p:graphicFrame>
      <p:sp>
        <p:nvSpPr>
          <p:cNvPr id="10" name="TextBox 9"/>
          <p:cNvSpPr txBox="1"/>
          <p:nvPr/>
        </p:nvSpPr>
        <p:spPr>
          <a:xfrm>
            <a:off x="484632" y="6053328"/>
            <a:ext cx="11228832" cy="274320"/>
          </a:xfrm>
          <a:prstGeom prst="rect">
            <a:avLst/>
          </a:prstGeom>
          <a:noFill/>
        </p:spPr>
        <p:txBody>
          <a:bodyPr wrap="square">
            <a:spAutoFit/>
          </a:bodyPr>
          <a:lstStyle/>
          <a:p>
            <a:r>
              <a:rPr sz="800">
                <a:solidFill>
                  <a:srgbClr val="747480"/>
                </a:solidFill>
              </a:rPr>
              <a:t>Source: afs_cost_benchmark.xlsx, AFS cost base tab section D (AFS-676, AFS-677, AFS-683); Benchmark tab M11 (EM-337).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cost tree: structure and levers of cost in a bancassurer</a:t>
            </a:r>
          </a:p>
        </p:txBody>
      </p:sp>
      <p:sp>
        <p:nvSpPr>
          <p:cNvPr id="3" name="SmartArt Placeholder 2"/>
          <p:cNvSpPr>
            <a:spLocks noGrp="1"/>
          </p:cNvSpPr>
          <p:nvPr>
            <p:ph type="dgm" idx="15" sz="quarter"/>
          </p:nvPr>
        </p:nvSpPr>
        <p:spPr/>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r>
              <a:t>7 October 2026</a:t>
            </a:r>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t>Draft, not for distribution</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6" name="TextBox 5"/>
          <p:cNvSpPr txBox="1"/>
          <p:nvPr/>
        </p:nvSpPr>
        <p:spPr>
          <a:xfrm>
            <a:off x="484632" y="1280160"/>
            <a:ext cx="1325880" cy="365760"/>
          </a:xfrm>
          <a:prstGeom prst="rect">
            <a:avLst/>
          </a:prstGeom>
          <a:noFill/>
        </p:spPr>
        <p:txBody>
          <a:bodyPr wrap="square">
            <a:spAutoFit/>
          </a:bodyPr>
          <a:lstStyle/>
          <a:p>
            <a:r>
              <a:rPr sz="850" b="1">
                <a:solidFill>
                  <a:srgbClr val="1A1A24"/>
                </a:solidFill>
              </a:rPr>
              <a:t>The identity</a:t>
            </a:r>
          </a:p>
        </p:txBody>
      </p:sp>
      <p:sp>
        <p:nvSpPr>
          <p:cNvPr id="7" name="TextBox 6"/>
          <p:cNvSpPr txBox="1"/>
          <p:nvPr/>
        </p:nvSpPr>
        <p:spPr>
          <a:xfrm>
            <a:off x="2057400" y="1280160"/>
            <a:ext cx="2103120" cy="365760"/>
          </a:xfrm>
          <a:prstGeom prst="rect">
            <a:avLst/>
          </a:prstGeom>
          <a:noFill/>
        </p:spPr>
        <p:txBody>
          <a:bodyPr wrap="square">
            <a:spAutoFit/>
          </a:bodyPr>
          <a:lstStyle/>
          <a:p>
            <a:r>
              <a:rPr sz="850" b="1">
                <a:solidFill>
                  <a:srgbClr val="1A1A24"/>
                </a:solidFill>
              </a:rPr>
              <a:t>Level 1: nature of cost, one pool per IFRS 17 line</a:t>
            </a:r>
          </a:p>
        </p:txBody>
      </p:sp>
      <p:sp>
        <p:nvSpPr>
          <p:cNvPr id="8" name="TextBox 7"/>
          <p:cNvSpPr txBox="1"/>
          <p:nvPr/>
        </p:nvSpPr>
        <p:spPr>
          <a:xfrm>
            <a:off x="4434840" y="1280160"/>
            <a:ext cx="2103120" cy="365760"/>
          </a:xfrm>
          <a:prstGeom prst="rect">
            <a:avLst/>
          </a:prstGeom>
          <a:noFill/>
        </p:spPr>
        <p:txBody>
          <a:bodyPr wrap="square">
            <a:spAutoFit/>
          </a:bodyPr>
          <a:lstStyle/>
          <a:p>
            <a:r>
              <a:rPr sz="850" b="1">
                <a:solidFill>
                  <a:srgbClr val="1A1A24"/>
                </a:solidFill>
              </a:rPr>
              <a:t>Level 2: function, where the operating model acts (pools present)</a:t>
            </a:r>
          </a:p>
        </p:txBody>
      </p:sp>
      <p:sp>
        <p:nvSpPr>
          <p:cNvPr id="9" name="TextBox 8"/>
          <p:cNvSpPr txBox="1"/>
          <p:nvPr/>
        </p:nvSpPr>
        <p:spPr>
          <a:xfrm>
            <a:off x="6812280" y="1280160"/>
            <a:ext cx="4901183" cy="365760"/>
          </a:xfrm>
          <a:prstGeom prst="rect">
            <a:avLst/>
          </a:prstGeom>
          <a:noFill/>
        </p:spPr>
        <p:txBody>
          <a:bodyPr wrap="square">
            <a:spAutoFit/>
          </a:bodyPr>
          <a:lstStyle/>
          <a:p>
            <a:r>
              <a:rPr sz="850" b="1">
                <a:solidFill>
                  <a:srgbClr val="1A1A24"/>
                </a:solidFill>
              </a:rPr>
              <a:t>Level 3: mechanism, six levers from cost = volume x unit cost (cells: direct, adjacent, independent)</a:t>
            </a:r>
          </a:p>
        </p:txBody>
      </p:sp>
      <p:sp>
        <p:nvSpPr>
          <p:cNvPr id="10" name="Rectangle 9"/>
          <p:cNvSpPr/>
          <p:nvPr/>
        </p:nvSpPr>
        <p:spPr>
          <a:xfrm>
            <a:off x="484632" y="2880360"/>
            <a:ext cx="1325880" cy="1600200"/>
          </a:xfrm>
          <a:prstGeom prst="rect">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00" b="1">
                <a:solidFill>
                  <a:srgbClr val="FFFFFF"/>
                </a:solidFill>
              </a:rPr>
              <a:t>Bancassurer cost base</a:t>
            </a:r>
          </a:p>
          <a:p>
            <a:pPr algn="l"/>
            <a:r>
              <a:rPr sz="750">
                <a:solidFill>
                  <a:srgbClr val="FFFFFF"/>
                </a:solidFill>
              </a:rPr>
              <a:t>Cost = volume x unit cost. Three independent axes: nature, function, mechanism. Perimeter: the South African AFS entities; Kenya and the entities sold in 2025 are out.</a:t>
            </a:r>
          </a:p>
        </p:txBody>
      </p:sp>
      <p:sp>
        <p:nvSpPr>
          <p:cNvPr id="11" name="Rectangle 10"/>
          <p:cNvSpPr/>
          <p:nvPr/>
        </p:nvSpPr>
        <p:spPr>
          <a:xfrm>
            <a:off x="2057400" y="1691640"/>
            <a:ext cx="2103120" cy="685800"/>
          </a:xfrm>
          <a:prstGeom prst="rect">
            <a:avLst/>
          </a:prstGeom>
          <a:solidFill>
            <a:srgbClr val="7474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850" b="1">
                <a:solidFill>
                  <a:srgbClr val="FFFFFF"/>
                </a:solidFill>
              </a:rPr>
              <a:t>1. Claims and benefits</a:t>
            </a:r>
          </a:p>
          <a:p>
            <a:pPr algn="l"/>
            <a:r>
              <a:rPr sz="700">
                <a:solidFill>
                  <a:srgbClr val="FFFFFF"/>
                </a:solidFill>
              </a:rPr>
              <a:t>Incurred claims, onerous losses, net reinsurance cost. Inside insurance service expenses</a:t>
            </a:r>
          </a:p>
        </p:txBody>
      </p:sp>
      <p:cxnSp>
        <p:nvCxnSpPr>
          <p:cNvPr id="12" name="Connector 11"/>
          <p:cNvCxnSpPr>
            <a:stCxn id="10" idx="3"/>
            <a:endCxn id="11" idx="1"/>
          </p:cNvCxnSpPr>
          <p:nvPr/>
        </p:nvCxnSpPr>
        <p:spPr>
          <a:xfrm flipV="1">
            <a:off x="1810512" y="2034540"/>
            <a:ext cx="246888" cy="1645920"/>
          </a:xfrm>
          <a:prstGeom prst="bentConnector3">
            <a:avLst/>
          </a:prstGeom>
          <a:ln w="12700">
            <a:solidFill>
              <a:srgbClr val="C4C4CD"/>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057400" y="2514599"/>
            <a:ext cx="2103120" cy="685800"/>
          </a:xfrm>
          <a:prstGeom prst="rect">
            <a:avLst/>
          </a:prstGeom>
          <a:solidFill>
            <a:srgbClr val="7474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850" b="1">
                <a:solidFill>
                  <a:srgbClr val="FFFFFF"/>
                </a:solidFill>
              </a:rPr>
              <a:t>2. Acquisition cost</a:t>
            </a:r>
          </a:p>
          <a:p>
            <a:pPr algn="l"/>
            <a:r>
              <a:rPr sz="700">
                <a:solidFill>
                  <a:srgbClr val="FFFFFF"/>
                </a:solidFill>
              </a:rPr>
              <a:t>Commission, adviser remuneration, the bank fee (intra-group). Amortised acquisition cash flows</a:t>
            </a:r>
          </a:p>
        </p:txBody>
      </p:sp>
      <p:cxnSp>
        <p:nvCxnSpPr>
          <p:cNvPr id="14" name="Connector 13"/>
          <p:cNvCxnSpPr>
            <a:stCxn id="10" idx="3"/>
            <a:endCxn id="13" idx="1"/>
          </p:cNvCxnSpPr>
          <p:nvPr/>
        </p:nvCxnSpPr>
        <p:spPr>
          <a:xfrm flipV="1">
            <a:off x="1810512" y="2857499"/>
            <a:ext cx="246888" cy="822961"/>
          </a:xfrm>
          <a:prstGeom prst="bentConnector3">
            <a:avLst/>
          </a:prstGeom>
          <a:ln w="12700">
            <a:solidFill>
              <a:srgbClr val="C4C4CD"/>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2057400" y="3337559"/>
            <a:ext cx="2103120" cy="685800"/>
          </a:xfrm>
          <a:prstGeom prst="rect">
            <a:avLst/>
          </a:prstGeom>
          <a:solidFill>
            <a:srgbClr val="7474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850" b="1">
                <a:solidFill>
                  <a:srgbClr val="FFFFFF"/>
                </a:solidFill>
              </a:rPr>
              <a:t>3. Operating expense</a:t>
            </a:r>
          </a:p>
          <a:p>
            <a:pPr algn="l"/>
            <a:r>
              <a:rPr sz="700">
                <a:solidFill>
                  <a:srgbClr val="FFFFFF"/>
                </a:solidFill>
              </a:rPr>
              <a:t>Staff, IT, premises, professional fees, recharges. Attributable inside insurance service expenses; the rest in operating expenses</a:t>
            </a:r>
          </a:p>
        </p:txBody>
      </p:sp>
      <p:cxnSp>
        <p:nvCxnSpPr>
          <p:cNvPr id="16" name="Connector 15"/>
          <p:cNvCxnSpPr>
            <a:stCxn id="10" idx="3"/>
            <a:endCxn id="15" idx="1"/>
          </p:cNvCxnSpPr>
          <p:nvPr/>
        </p:nvCxnSpPr>
        <p:spPr>
          <a:xfrm flipV="1">
            <a:off x="1810512" y="3680459"/>
            <a:ext cx="246888" cy="1"/>
          </a:xfrm>
          <a:prstGeom prst="bentConnector3">
            <a:avLst/>
          </a:prstGeom>
          <a:ln w="12700">
            <a:solidFill>
              <a:srgbClr val="C4C4CD"/>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057400" y="4160519"/>
            <a:ext cx="2103120" cy="685800"/>
          </a:xfrm>
          <a:prstGeom prst="rect">
            <a:avLst/>
          </a:prstGeom>
          <a:solidFill>
            <a:srgbClr val="7474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850" b="1">
                <a:solidFill>
                  <a:srgbClr val="FFFFFF"/>
                </a:solidFill>
              </a:rPr>
              <a:t>4. Investment management cost</a:t>
            </a:r>
          </a:p>
          <a:p>
            <a:pPr algn="l"/>
            <a:r>
              <a:rPr sz="700">
                <a:solidFill>
                  <a:srgbClr val="FFFFFF"/>
                </a:solidFill>
              </a:rPr>
              <a:t>Shareholder-borne fees and custody. Policyholder-borne fees are out</a:t>
            </a:r>
          </a:p>
        </p:txBody>
      </p:sp>
      <p:cxnSp>
        <p:nvCxnSpPr>
          <p:cNvPr id="18" name="Connector 17"/>
          <p:cNvCxnSpPr>
            <a:stCxn id="10" idx="3"/>
            <a:endCxn id="17" idx="1"/>
          </p:cNvCxnSpPr>
          <p:nvPr/>
        </p:nvCxnSpPr>
        <p:spPr>
          <a:xfrm>
            <a:off x="1810512" y="3680460"/>
            <a:ext cx="246888" cy="822959"/>
          </a:xfrm>
          <a:prstGeom prst="bentConnector3">
            <a:avLst/>
          </a:prstGeom>
          <a:ln w="12700">
            <a:solidFill>
              <a:srgbClr val="C4C4CD"/>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2057400" y="4983479"/>
            <a:ext cx="2103120" cy="685800"/>
          </a:xfrm>
          <a:prstGeom prst="rect">
            <a:avLst/>
          </a:prstGeom>
          <a:solidFill>
            <a:srgbClr val="7474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850" b="1">
                <a:solidFill>
                  <a:srgbClr val="FFFFFF"/>
                </a:solidFill>
              </a:rPr>
              <a:t>5. Capital and structural leakage</a:t>
            </a:r>
          </a:p>
          <a:p>
            <a:pPr algn="l"/>
            <a:r>
              <a:rPr sz="700">
                <a:solidFill>
                  <a:srgbClr val="FFFFFF"/>
                </a:solidFill>
              </a:rPr>
              <a:t>Cost of equity above target cover, licence costs, irrecoverable VAT. Economic, never added to the accounting base</a:t>
            </a:r>
          </a:p>
        </p:txBody>
      </p:sp>
      <p:cxnSp>
        <p:nvCxnSpPr>
          <p:cNvPr id="20" name="Connector 19"/>
          <p:cNvCxnSpPr>
            <a:stCxn id="10" idx="3"/>
            <a:endCxn id="19" idx="1"/>
          </p:cNvCxnSpPr>
          <p:nvPr/>
        </p:nvCxnSpPr>
        <p:spPr>
          <a:xfrm>
            <a:off x="1810512" y="3680460"/>
            <a:ext cx="246888" cy="1645919"/>
          </a:xfrm>
          <a:prstGeom prst="bentConnector3">
            <a:avLst/>
          </a:prstGeom>
          <a:ln w="12700">
            <a:solidFill>
              <a:srgbClr val="C4C4CD"/>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434840" y="1691640"/>
            <a:ext cx="2103120" cy="365760"/>
          </a:xfrm>
          <a:prstGeom prst="rect">
            <a:avLst/>
          </a:prstGeom>
          <a:solidFill>
            <a:srgbClr val="F6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800" b="1">
                <a:solidFill>
                  <a:srgbClr val="1A1A24"/>
                </a:solidFill>
              </a:rPr>
              <a:t>Product and pricing</a:t>
            </a:r>
            <a:r>
              <a:rPr sz="700" b="0">
                <a:solidFill>
                  <a:srgbClr val="747480"/>
                </a:solidFill>
              </a:rPr>
              <a:t>   pools 3</a:t>
            </a:r>
          </a:p>
        </p:txBody>
      </p:sp>
      <p:sp>
        <p:nvSpPr>
          <p:cNvPr id="22" name="Rectangle 21"/>
          <p:cNvSpPr/>
          <p:nvPr/>
        </p:nvSpPr>
        <p:spPr>
          <a:xfrm>
            <a:off x="4434840" y="2143124"/>
            <a:ext cx="2103120" cy="365760"/>
          </a:xfrm>
          <a:prstGeom prst="rect">
            <a:avLst/>
          </a:prstGeom>
          <a:solidFill>
            <a:srgbClr val="F6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800" b="1">
                <a:solidFill>
                  <a:srgbClr val="1A1A24"/>
                </a:solidFill>
              </a:rPr>
              <a:t>Distribution</a:t>
            </a:r>
            <a:r>
              <a:rPr sz="700" b="0">
                <a:solidFill>
                  <a:srgbClr val="747480"/>
                </a:solidFill>
              </a:rPr>
              <a:t>   pools 2, 3</a:t>
            </a:r>
          </a:p>
        </p:txBody>
      </p:sp>
      <p:sp>
        <p:nvSpPr>
          <p:cNvPr id="23" name="Rectangle 22"/>
          <p:cNvSpPr/>
          <p:nvPr/>
        </p:nvSpPr>
        <p:spPr>
          <a:xfrm>
            <a:off x="4434840" y="2594609"/>
            <a:ext cx="2103120" cy="365760"/>
          </a:xfrm>
          <a:prstGeom prst="rect">
            <a:avLst/>
          </a:prstGeom>
          <a:solidFill>
            <a:srgbClr val="F6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800" b="1">
                <a:solidFill>
                  <a:srgbClr val="1A1A24"/>
                </a:solidFill>
              </a:rPr>
              <a:t>Underwriting and onboarding</a:t>
            </a:r>
            <a:r>
              <a:rPr sz="700" b="0">
                <a:solidFill>
                  <a:srgbClr val="747480"/>
                </a:solidFill>
              </a:rPr>
              <a:t>   pools 3</a:t>
            </a:r>
          </a:p>
        </p:txBody>
      </p:sp>
      <p:sp>
        <p:nvSpPr>
          <p:cNvPr id="24" name="Rectangle 23"/>
          <p:cNvSpPr/>
          <p:nvPr/>
        </p:nvSpPr>
        <p:spPr>
          <a:xfrm>
            <a:off x="4434840" y="3046094"/>
            <a:ext cx="2103120" cy="365760"/>
          </a:xfrm>
          <a:prstGeom prst="rect">
            <a:avLst/>
          </a:prstGeom>
          <a:solidFill>
            <a:srgbClr val="F6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800" b="1">
                <a:solidFill>
                  <a:srgbClr val="1A1A24"/>
                </a:solidFill>
              </a:rPr>
              <a:t>Policy administration and servicing</a:t>
            </a:r>
            <a:r>
              <a:rPr sz="700" b="0">
                <a:solidFill>
                  <a:srgbClr val="747480"/>
                </a:solidFill>
              </a:rPr>
              <a:t>   pools 3</a:t>
            </a:r>
          </a:p>
        </p:txBody>
      </p:sp>
      <p:sp>
        <p:nvSpPr>
          <p:cNvPr id="25" name="Rectangle 24"/>
          <p:cNvSpPr/>
          <p:nvPr/>
        </p:nvSpPr>
        <p:spPr>
          <a:xfrm>
            <a:off x="4434840" y="3497579"/>
            <a:ext cx="2103120" cy="365760"/>
          </a:xfrm>
          <a:prstGeom prst="rect">
            <a:avLst/>
          </a:prstGeom>
          <a:solidFill>
            <a:srgbClr val="F6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800" b="1">
                <a:solidFill>
                  <a:srgbClr val="1A1A24"/>
                </a:solidFill>
              </a:rPr>
              <a:t>Claims</a:t>
            </a:r>
            <a:r>
              <a:rPr sz="700" b="0">
                <a:solidFill>
                  <a:srgbClr val="747480"/>
                </a:solidFill>
              </a:rPr>
              <a:t>   pools 1, 3</a:t>
            </a:r>
          </a:p>
        </p:txBody>
      </p:sp>
      <p:sp>
        <p:nvSpPr>
          <p:cNvPr id="26" name="Rectangle 25"/>
          <p:cNvSpPr/>
          <p:nvPr/>
        </p:nvSpPr>
        <p:spPr>
          <a:xfrm>
            <a:off x="4434840" y="3949064"/>
            <a:ext cx="2103120" cy="365760"/>
          </a:xfrm>
          <a:prstGeom prst="rect">
            <a:avLst/>
          </a:prstGeom>
          <a:solidFill>
            <a:srgbClr val="F6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800" b="1">
                <a:solidFill>
                  <a:srgbClr val="1A1A24"/>
                </a:solidFill>
              </a:rPr>
              <a:t>Investments</a:t>
            </a:r>
            <a:r>
              <a:rPr sz="700" b="0">
                <a:solidFill>
                  <a:srgbClr val="747480"/>
                </a:solidFill>
              </a:rPr>
              <a:t>   pools 3, 4</a:t>
            </a:r>
          </a:p>
        </p:txBody>
      </p:sp>
      <p:sp>
        <p:nvSpPr>
          <p:cNvPr id="27" name="Rectangle 26"/>
          <p:cNvSpPr/>
          <p:nvPr/>
        </p:nvSpPr>
        <p:spPr>
          <a:xfrm>
            <a:off x="4434840" y="4400549"/>
            <a:ext cx="2103120" cy="365760"/>
          </a:xfrm>
          <a:prstGeom prst="rect">
            <a:avLst/>
          </a:prstGeom>
          <a:solidFill>
            <a:srgbClr val="F6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800" b="1">
                <a:solidFill>
                  <a:srgbClr val="1A1A24"/>
                </a:solidFill>
              </a:rPr>
              <a:t>Technology</a:t>
            </a:r>
            <a:r>
              <a:rPr sz="700" b="0">
                <a:solidFill>
                  <a:srgbClr val="747480"/>
                </a:solidFill>
              </a:rPr>
              <a:t>   pools 3</a:t>
            </a:r>
          </a:p>
        </p:txBody>
      </p:sp>
      <p:sp>
        <p:nvSpPr>
          <p:cNvPr id="28" name="Rectangle 27"/>
          <p:cNvSpPr/>
          <p:nvPr/>
        </p:nvSpPr>
        <p:spPr>
          <a:xfrm>
            <a:off x="4434840" y="4852034"/>
            <a:ext cx="2103120" cy="365760"/>
          </a:xfrm>
          <a:prstGeom prst="rect">
            <a:avLst/>
          </a:prstGeom>
          <a:solidFill>
            <a:srgbClr val="F6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800" b="1">
                <a:solidFill>
                  <a:srgbClr val="1A1A24"/>
                </a:solidFill>
              </a:rPr>
              <a:t>Finance, actuarial, risk and compliance</a:t>
            </a:r>
            <a:r>
              <a:rPr sz="700" b="0">
                <a:solidFill>
                  <a:srgbClr val="747480"/>
                </a:solidFill>
              </a:rPr>
              <a:t>   pools 3, 5</a:t>
            </a:r>
          </a:p>
        </p:txBody>
      </p:sp>
      <p:sp>
        <p:nvSpPr>
          <p:cNvPr id="29" name="Rectangle 28"/>
          <p:cNvSpPr/>
          <p:nvPr/>
        </p:nvSpPr>
        <p:spPr>
          <a:xfrm>
            <a:off x="4434840" y="5303519"/>
            <a:ext cx="2103120" cy="365760"/>
          </a:xfrm>
          <a:prstGeom prst="rect">
            <a:avLst/>
          </a:prstGeom>
          <a:solidFill>
            <a:srgbClr val="F6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800" b="1">
                <a:solidFill>
                  <a:srgbClr val="1A1A24"/>
                </a:solidFill>
              </a:rPr>
              <a:t>Governance and corporate</a:t>
            </a:r>
            <a:r>
              <a:rPr sz="700" b="0">
                <a:solidFill>
                  <a:srgbClr val="747480"/>
                </a:solidFill>
              </a:rPr>
              <a:t>   pools 3, 5</a:t>
            </a:r>
          </a:p>
        </p:txBody>
      </p:sp>
      <p:sp>
        <p:nvSpPr>
          <p:cNvPr id="30" name="Right Arrow 29"/>
          <p:cNvSpPr/>
          <p:nvPr/>
        </p:nvSpPr>
        <p:spPr>
          <a:xfrm>
            <a:off x="4197096" y="3570731"/>
            <a:ext cx="201168" cy="219456"/>
          </a:xfrm>
          <a:prstGeom prst="rightArrow">
            <a:avLst/>
          </a:prstGeom>
          <a:solidFill>
            <a:srgbClr val="C4C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ight Arrow 30"/>
          <p:cNvSpPr/>
          <p:nvPr/>
        </p:nvSpPr>
        <p:spPr>
          <a:xfrm>
            <a:off x="6574536" y="3570731"/>
            <a:ext cx="201168" cy="219456"/>
          </a:xfrm>
          <a:prstGeom prst="rightArrow">
            <a:avLst/>
          </a:prstGeom>
          <a:solidFill>
            <a:srgbClr val="C4C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01000" y="1691640"/>
            <a:ext cx="3712463" cy="566928"/>
          </a:xfrm>
          <a:prstGeom prst="rect">
            <a:avLst/>
          </a:prstGeom>
          <a:solidFill>
            <a:srgbClr val="FFFFFF"/>
          </a:solidFill>
          <a:ln w="9525">
            <a:solidFill>
              <a:srgbClr val="74748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850" b="1">
                <a:solidFill>
                  <a:srgbClr val="1A1A24"/>
                </a:solidFill>
              </a:rPr>
              <a:t>Demand</a:t>
            </a:r>
            <a:r>
              <a:rPr sz="700" b="0">
                <a:solidFill>
                  <a:srgbClr val="747480"/>
                </a:solidFill>
              </a:rPr>
              <a:t>   1 D, 8 A, 0 I</a:t>
            </a:r>
          </a:p>
          <a:p>
            <a:pPr algn="l"/>
            <a:r>
              <a:rPr sz="700">
                <a:solidFill>
                  <a:srgbClr val="1A1A24"/>
                </a:solidFill>
              </a:rPr>
              <a:t>Volume of work that is needed: product versions, failure demand, reports and returns. Metric: share of avoidable contacts</a:t>
            </a:r>
          </a:p>
        </p:txBody>
      </p:sp>
      <p:sp>
        <p:nvSpPr>
          <p:cNvPr id="33" name="Rectangle 32"/>
          <p:cNvSpPr/>
          <p:nvPr/>
        </p:nvSpPr>
        <p:spPr>
          <a:xfrm>
            <a:off x="8001000" y="2373782"/>
            <a:ext cx="3712463" cy="566928"/>
          </a:xfrm>
          <a:prstGeom prst="rect">
            <a:avLst/>
          </a:prstGeom>
          <a:solidFill>
            <a:srgbClr val="FFFFFF"/>
          </a:solidFill>
          <a:ln w="9525">
            <a:solidFill>
              <a:srgbClr val="74748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850" b="1">
                <a:solidFill>
                  <a:srgbClr val="1A1A24"/>
                </a:solidFill>
              </a:rPr>
              <a:t>Leakage</a:t>
            </a:r>
            <a:r>
              <a:rPr sz="700" b="0">
                <a:solidFill>
                  <a:srgbClr val="747480"/>
                </a:solidFill>
              </a:rPr>
              <a:t>   2 D, 0 A, 7 I</a:t>
            </a:r>
          </a:p>
          <a:p>
            <a:pPr algn="l"/>
            <a:r>
              <a:rPr sz="700">
                <a:solidFill>
                  <a:srgbClr val="1A1A24"/>
                </a:solidFill>
              </a:rPr>
              <a:t>Spend that should never have been incurred: claims overpayment, failed collections, unused licences, VAT. Metric: leakage as a share of claims paid</a:t>
            </a:r>
          </a:p>
        </p:txBody>
      </p:sp>
      <p:sp>
        <p:nvSpPr>
          <p:cNvPr id="34" name="Rectangle 33"/>
          <p:cNvSpPr/>
          <p:nvPr/>
        </p:nvSpPr>
        <p:spPr>
          <a:xfrm>
            <a:off x="8001000" y="3055924"/>
            <a:ext cx="3712463" cy="566928"/>
          </a:xfrm>
          <a:prstGeom prst="rect">
            <a:avLst/>
          </a:prstGeom>
          <a:solidFill>
            <a:srgbClr val="FFFFFF"/>
          </a:solidFill>
          <a:ln w="9525">
            <a:solidFill>
              <a:srgbClr val="74748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850" b="1">
                <a:solidFill>
                  <a:srgbClr val="1A1A24"/>
                </a:solidFill>
              </a:rPr>
              <a:t>Productivity</a:t>
            </a:r>
            <a:r>
              <a:rPr sz="700" b="0">
                <a:solidFill>
                  <a:srgbClr val="747480"/>
                </a:solidFill>
              </a:rPr>
              <a:t>   0 D, 9 A, 0 I</a:t>
            </a:r>
          </a:p>
          <a:p>
            <a:pPr algn="l"/>
            <a:r>
              <a:rPr sz="700">
                <a:solidFill>
                  <a:srgbClr val="1A1A24"/>
                </a:solidFill>
              </a:rPr>
              <a:t>Internal cost of doing the work: straight-through processing, automation, spans and layers. Metric: straight-through rate, cost per transaction</a:t>
            </a:r>
          </a:p>
        </p:txBody>
      </p:sp>
      <p:sp>
        <p:nvSpPr>
          <p:cNvPr id="35" name="Rectangle 34"/>
          <p:cNvSpPr/>
          <p:nvPr/>
        </p:nvSpPr>
        <p:spPr>
          <a:xfrm>
            <a:off x="8001000" y="3738066"/>
            <a:ext cx="3712463" cy="566928"/>
          </a:xfrm>
          <a:prstGeom prst="rect">
            <a:avLst/>
          </a:prstGeom>
          <a:solidFill>
            <a:srgbClr val="FFFFFF"/>
          </a:solidFill>
          <a:ln w="9525">
            <a:solidFill>
              <a:srgbClr val="74748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850" b="1">
                <a:solidFill>
                  <a:srgbClr val="1A1A24"/>
                </a:solidFill>
              </a:rPr>
              <a:t>Price</a:t>
            </a:r>
            <a:r>
              <a:rPr sz="700" b="0">
                <a:solidFill>
                  <a:srgbClr val="747480"/>
                </a:solidFill>
              </a:rPr>
              <a:t>   1 D, 7 A, 1 I</a:t>
            </a:r>
          </a:p>
          <a:p>
            <a:pPr algn="l"/>
            <a:r>
              <a:rPr sz="700">
                <a:solidFill>
                  <a:srgbClr val="1A1A24"/>
                </a:solidFill>
              </a:rPr>
              <a:t>External price paid: reinsurance, repairers, vendors, licences, binder terms. Metric: net reinsurance cost as a share of revenue</a:t>
            </a:r>
          </a:p>
        </p:txBody>
      </p:sp>
      <p:sp>
        <p:nvSpPr>
          <p:cNvPr id="36" name="Rectangle 35"/>
          <p:cNvSpPr/>
          <p:nvPr/>
        </p:nvSpPr>
        <p:spPr>
          <a:xfrm>
            <a:off x="8001000" y="4420208"/>
            <a:ext cx="3712463" cy="566928"/>
          </a:xfrm>
          <a:prstGeom prst="rect">
            <a:avLst/>
          </a:prstGeom>
          <a:solidFill>
            <a:srgbClr val="FFFFFF"/>
          </a:solidFill>
          <a:ln w="9525">
            <a:solidFill>
              <a:srgbClr val="74748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850" b="1">
                <a:solidFill>
                  <a:srgbClr val="1A1A24"/>
                </a:solidFill>
              </a:rPr>
              <a:t>Consolidation</a:t>
            </a:r>
            <a:r>
              <a:rPr sz="700" b="0">
                <a:solidFill>
                  <a:srgbClr val="747480"/>
                </a:solidFill>
              </a:rPr>
              <a:t>   9 D, 0 A, 0 I</a:t>
            </a:r>
          </a:p>
          <a:p>
            <a:pPr algn="l"/>
            <a:r>
              <a:rPr sz="700">
                <a:solidFill>
                  <a:srgbClr val="1A1A24"/>
                </a:solidFill>
              </a:rPr>
              <a:t>Fixed cost duplicated across entities that management can remove: platforms, teams, vendors. Metric: cost per in-force policy</a:t>
            </a:r>
          </a:p>
        </p:txBody>
      </p:sp>
      <p:sp>
        <p:nvSpPr>
          <p:cNvPr id="37" name="Rectangle 36"/>
          <p:cNvSpPr/>
          <p:nvPr/>
        </p:nvSpPr>
        <p:spPr>
          <a:xfrm>
            <a:off x="8001000" y="5102351"/>
            <a:ext cx="3712463" cy="566928"/>
          </a:xfrm>
          <a:prstGeom prst="rect">
            <a:avLst/>
          </a:prstGeom>
          <a:solidFill>
            <a:srgbClr val="FFFFFF"/>
          </a:solidFill>
          <a:ln w="9525">
            <a:solidFill>
              <a:srgbClr val="74748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850" b="1">
                <a:solidFill>
                  <a:srgbClr val="1A1A24"/>
                </a:solidFill>
              </a:rPr>
              <a:t>Structural</a:t>
            </a:r>
            <a:r>
              <a:rPr sz="700" b="0">
                <a:solidFill>
                  <a:srgbClr val="747480"/>
                </a:solidFill>
              </a:rPr>
              <a:t>   5 D, 1 A, 3 I</a:t>
            </a:r>
          </a:p>
          <a:p>
            <a:pPr algn="l"/>
            <a:r>
              <a:rPr sz="700">
                <a:solidFill>
                  <a:srgbClr val="1A1A24"/>
                </a:solidFill>
              </a:rPr>
              <a:t>Fixed cost the licence and legal structure imposes: boards, heads of actuarial function, audits, FSPs, trapped capital. Metric: cost per licence</a:t>
            </a:r>
          </a:p>
        </p:txBody>
      </p:sp>
      <p:sp>
        <p:nvSpPr>
          <p:cNvPr id="38" name="Rectangle 37"/>
          <p:cNvSpPr/>
          <p:nvPr/>
        </p:nvSpPr>
        <p:spPr>
          <a:xfrm>
            <a:off x="6812280" y="1691640"/>
            <a:ext cx="1005840" cy="1249070"/>
          </a:xfrm>
          <a:prstGeom prst="rect">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900" b="1">
                <a:solidFill>
                  <a:srgbClr val="FFFFFF"/>
                </a:solidFill>
              </a:rPr>
              <a:t>Volume</a:t>
            </a:r>
          </a:p>
          <a:p>
            <a:pPr algn="l"/>
            <a:r>
              <a:rPr sz="700">
                <a:solidFill>
                  <a:srgbClr val="FFFFFF"/>
                </a:solidFill>
              </a:rPr>
              <a:t>work needed plus spend that should not have happened</a:t>
            </a:r>
          </a:p>
        </p:txBody>
      </p:sp>
      <p:sp>
        <p:nvSpPr>
          <p:cNvPr id="39" name="Rectangle 38"/>
          <p:cNvSpPr/>
          <p:nvPr/>
        </p:nvSpPr>
        <p:spPr>
          <a:xfrm>
            <a:off x="6812280" y="3055924"/>
            <a:ext cx="1005840" cy="2613354"/>
          </a:xfrm>
          <a:prstGeom prst="rect">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900" b="1">
                <a:solidFill>
                  <a:srgbClr val="FFFFFF"/>
                </a:solidFill>
              </a:rPr>
              <a:t>Unit cost</a:t>
            </a:r>
          </a:p>
          <a:p>
            <a:pPr algn="l"/>
            <a:r>
              <a:rPr sz="700">
                <a:solidFill>
                  <a:srgbClr val="FFFFFF"/>
                </a:solidFill>
              </a:rPr>
              <a:t>internal cost, external price, duplicated fixed cost, structural fixed cost</a:t>
            </a:r>
          </a:p>
        </p:txBody>
      </p:sp>
      <p:cxnSp>
        <p:nvCxnSpPr>
          <p:cNvPr id="40" name="Connector 39"/>
          <p:cNvCxnSpPr>
            <a:stCxn id="38" idx="3"/>
            <a:endCxn id="32" idx="1"/>
          </p:cNvCxnSpPr>
          <p:nvPr/>
        </p:nvCxnSpPr>
        <p:spPr>
          <a:xfrm flipV="1">
            <a:off x="7818120" y="1975104"/>
            <a:ext cx="182880" cy="341071"/>
          </a:xfrm>
          <a:prstGeom prst="bentConnector3">
            <a:avLst/>
          </a:prstGeom>
          <a:ln w="12700">
            <a:solidFill>
              <a:srgbClr val="C4C4C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a:stCxn id="38" idx="3"/>
            <a:endCxn id="33" idx="1"/>
          </p:cNvCxnSpPr>
          <p:nvPr/>
        </p:nvCxnSpPr>
        <p:spPr>
          <a:xfrm>
            <a:off x="7818120" y="2316175"/>
            <a:ext cx="182880" cy="341071"/>
          </a:xfrm>
          <a:prstGeom prst="bentConnector3">
            <a:avLst/>
          </a:prstGeom>
          <a:ln w="12700">
            <a:solidFill>
              <a:srgbClr val="C4C4C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a:stCxn id="39" idx="3"/>
            <a:endCxn id="34" idx="1"/>
          </p:cNvCxnSpPr>
          <p:nvPr/>
        </p:nvCxnSpPr>
        <p:spPr>
          <a:xfrm flipV="1">
            <a:off x="7818120" y="3339388"/>
            <a:ext cx="182880" cy="1023213"/>
          </a:xfrm>
          <a:prstGeom prst="bentConnector3">
            <a:avLst/>
          </a:prstGeom>
          <a:ln w="12700">
            <a:solidFill>
              <a:srgbClr val="C4C4C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a:stCxn id="39" idx="3"/>
            <a:endCxn id="35" idx="1"/>
          </p:cNvCxnSpPr>
          <p:nvPr/>
        </p:nvCxnSpPr>
        <p:spPr>
          <a:xfrm flipV="1">
            <a:off x="7818120" y="4021530"/>
            <a:ext cx="182880" cy="341071"/>
          </a:xfrm>
          <a:prstGeom prst="bentConnector3">
            <a:avLst/>
          </a:prstGeom>
          <a:ln w="12700">
            <a:solidFill>
              <a:srgbClr val="C4C4C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a:stCxn id="39" idx="3"/>
            <a:endCxn id="36" idx="1"/>
          </p:cNvCxnSpPr>
          <p:nvPr/>
        </p:nvCxnSpPr>
        <p:spPr>
          <a:xfrm>
            <a:off x="7818120" y="4362601"/>
            <a:ext cx="182880" cy="341071"/>
          </a:xfrm>
          <a:prstGeom prst="bentConnector3">
            <a:avLst/>
          </a:prstGeom>
          <a:ln w="12700">
            <a:solidFill>
              <a:srgbClr val="C4C4C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a:stCxn id="39" idx="3"/>
            <a:endCxn id="37" idx="1"/>
          </p:cNvCxnSpPr>
          <p:nvPr/>
        </p:nvCxnSpPr>
        <p:spPr>
          <a:xfrm>
            <a:off x="7818120" y="4362601"/>
            <a:ext cx="182880" cy="1023214"/>
          </a:xfrm>
          <a:prstGeom prst="bentConnector3">
            <a:avLst/>
          </a:prstGeom>
          <a:ln w="12700">
            <a:solidFill>
              <a:srgbClr val="C4C4CD"/>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484632" y="5724143"/>
            <a:ext cx="11228832" cy="365760"/>
          </a:xfrm>
          <a:prstGeom prst="rect">
            <a:avLst/>
          </a:prstGeom>
          <a:noFill/>
        </p:spPr>
        <p:txBody>
          <a:bodyPr wrap="square">
            <a:spAutoFit/>
          </a:bodyPr>
          <a:lstStyle/>
          <a:p>
            <a:r>
              <a:rPr sz="750">
                <a:solidFill>
                  <a:srgbClr val="747480"/>
                </a:solidFill>
              </a:rPr>
              <a:t>Cells: each function crossed with each lever gives 54 cells, 18 directly enabled by centralisation (D), 25 adjacent (A), 11 independent of the operating model (I). Boundary rule: a duplicated cost is structural if removing it needs a licence, entity, board or statutory control-function change, and consolidation if management can remove it alone. The intermediary reads the tree without pool 1 and with price as a revenue lever.</a:t>
            </a:r>
          </a:p>
        </p:txBody>
      </p:sp>
      <p:sp>
        <p:nvSpPr>
          <p:cNvPr id="47" name="TextBox 46"/>
          <p:cNvSpPr txBox="1"/>
          <p:nvPr/>
        </p:nvSpPr>
        <p:spPr>
          <a:xfrm>
            <a:off x="484632" y="6053328"/>
            <a:ext cx="11228832" cy="274320"/>
          </a:xfrm>
          <a:prstGeom prst="rect">
            <a:avLst/>
          </a:prstGeom>
          <a:noFill/>
        </p:spPr>
        <p:txBody>
          <a:bodyPr wrap="square">
            <a:spAutoFit/>
          </a:bodyPr>
          <a:lstStyle/>
          <a:p>
            <a:r>
              <a:rPr sz="800">
                <a:solidFill>
                  <a:srgbClr val="747480"/>
                </a:solidFill>
              </a:rPr>
              <a:t>Source: 01_framework.md sections 2 to 6 and 8 (cut chosen, pools, value chain, levers with classification, worked examples); workbook afs_cost_benchmark.xlsx for the figures behind each pool.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centralisation touches: 18 of 54 lever cells are directly enabled, 25 adjacent and 11 independent</a:t>
            </a:r>
          </a:p>
        </p:txBody>
      </p:sp>
      <p:sp>
        <p:nvSpPr>
          <p:cNvPr id="3" name="SmartArt Placeholder 2"/>
          <p:cNvSpPr>
            <a:spLocks noGrp="1"/>
          </p:cNvSpPr>
          <p:nvPr>
            <p:ph type="dgm" idx="15" sz="quarter"/>
          </p:nvPr>
        </p:nvSpPr>
        <p:spPr/>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r>
              <a:t>7 October 2026</a:t>
            </a:r>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t>Draft, not for distribution</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graphicFrame>
        <p:nvGraphicFramePr>
          <p:cNvPr id="6" name="Table 5"/>
          <p:cNvGraphicFramePr>
            <a:graphicFrameLocks noGrp="1"/>
          </p:cNvGraphicFramePr>
          <p:nvPr/>
        </p:nvGraphicFramePr>
        <p:xfrm>
          <a:off x="484632" y="1371600"/>
          <a:ext cx="11228827" cy="4480560"/>
        </p:xfrm>
        <a:graphic>
          <a:graphicData uri="http://schemas.openxmlformats.org/drawingml/2006/table">
            <a:tbl>
              <a:tblPr firstRow="1" bandRow="1">
                <a:tableStyleId>{5C22544A-7EE6-4342-B048-85BDC9FD1C3A}</a:tableStyleId>
              </a:tblPr>
              <a:tblGrid>
                <a:gridCol w="1535566"/>
                <a:gridCol w="1823485"/>
                <a:gridCol w="1919458"/>
                <a:gridCol w="1535566"/>
                <a:gridCol w="1439593"/>
                <a:gridCol w="1535566"/>
                <a:gridCol w="1439593"/>
              </a:tblGrid>
              <a:tr h="448056">
                <a:tc>
                  <a:txBody>
                    <a:bodyPr wrap="square"/>
                    <a:lstStyle/>
                    <a:p>
                      <a:r>
                        <a:rPr sz="800" b="1">
                          <a:solidFill>
                            <a:srgbClr val="FFFFFF"/>
                          </a:solidFill>
                          <a:latin typeface="Arial"/>
                        </a:rPr>
                        <a:t>Function</a:t>
                      </a:r>
                    </a:p>
                  </a:txBody>
                  <a:tcPr marL="45720" marR="45720" marT="18288" marB="18288">
                    <a:solidFill>
                      <a:srgbClr val="1A1A24"/>
                    </a:solidFill>
                  </a:tcPr>
                </a:tc>
                <a:tc>
                  <a:txBody>
                    <a:bodyPr wrap="square"/>
                    <a:lstStyle/>
                    <a:p>
                      <a:r>
                        <a:rPr sz="800" b="1">
                          <a:solidFill>
                            <a:srgbClr val="FFFFFF"/>
                          </a:solidFill>
                          <a:latin typeface="Arial"/>
                        </a:rPr>
                        <a:t>Structural</a:t>
                      </a:r>
                    </a:p>
                  </a:txBody>
                  <a:tcPr marL="45720" marR="45720" marT="18288" marB="18288">
                    <a:solidFill>
                      <a:srgbClr val="1A1A24"/>
                    </a:solidFill>
                  </a:tcPr>
                </a:tc>
                <a:tc>
                  <a:txBody>
                    <a:bodyPr wrap="square"/>
                    <a:lstStyle/>
                    <a:p>
                      <a:r>
                        <a:rPr sz="800" b="1">
                          <a:solidFill>
                            <a:srgbClr val="FFFFFF"/>
                          </a:solidFill>
                          <a:latin typeface="Arial"/>
                        </a:rPr>
                        <a:t>Consolidation</a:t>
                      </a:r>
                    </a:p>
                  </a:txBody>
                  <a:tcPr marL="45720" marR="45720" marT="18288" marB="18288">
                    <a:solidFill>
                      <a:srgbClr val="1A1A24"/>
                    </a:solidFill>
                  </a:tcPr>
                </a:tc>
                <a:tc>
                  <a:txBody>
                    <a:bodyPr wrap="square"/>
                    <a:lstStyle/>
                    <a:p>
                      <a:r>
                        <a:rPr sz="800" b="1">
                          <a:solidFill>
                            <a:srgbClr val="FFFFFF"/>
                          </a:solidFill>
                          <a:latin typeface="Arial"/>
                        </a:rPr>
                        <a:t>Productivity</a:t>
                      </a:r>
                    </a:p>
                  </a:txBody>
                  <a:tcPr marL="45720" marR="45720" marT="18288" marB="18288">
                    <a:solidFill>
                      <a:srgbClr val="1A1A24"/>
                    </a:solidFill>
                  </a:tcPr>
                </a:tc>
                <a:tc>
                  <a:txBody>
                    <a:bodyPr wrap="square"/>
                    <a:lstStyle/>
                    <a:p>
                      <a:r>
                        <a:rPr sz="800" b="1">
                          <a:solidFill>
                            <a:srgbClr val="FFFFFF"/>
                          </a:solidFill>
                          <a:latin typeface="Arial"/>
                        </a:rPr>
                        <a:t>Demand</a:t>
                      </a:r>
                    </a:p>
                  </a:txBody>
                  <a:tcPr marL="45720" marR="45720" marT="18288" marB="18288">
                    <a:solidFill>
                      <a:srgbClr val="1A1A24"/>
                    </a:solidFill>
                  </a:tcPr>
                </a:tc>
                <a:tc>
                  <a:txBody>
                    <a:bodyPr wrap="square"/>
                    <a:lstStyle/>
                    <a:p>
                      <a:r>
                        <a:rPr sz="800" b="1">
                          <a:solidFill>
                            <a:srgbClr val="FFFFFF"/>
                          </a:solidFill>
                          <a:latin typeface="Arial"/>
                        </a:rPr>
                        <a:t>Price</a:t>
                      </a:r>
                    </a:p>
                  </a:txBody>
                  <a:tcPr marL="45720" marR="45720" marT="18288" marB="18288">
                    <a:solidFill>
                      <a:srgbClr val="1A1A24"/>
                    </a:solidFill>
                  </a:tcPr>
                </a:tc>
                <a:tc>
                  <a:txBody>
                    <a:bodyPr wrap="square"/>
                    <a:lstStyle/>
                    <a:p>
                      <a:r>
                        <a:rPr sz="800" b="1">
                          <a:solidFill>
                            <a:srgbClr val="FFFFFF"/>
                          </a:solidFill>
                          <a:latin typeface="Arial"/>
                        </a:rPr>
                        <a:t>Leakage</a:t>
                      </a:r>
                    </a:p>
                  </a:txBody>
                  <a:tcPr marL="45720" marR="45720" marT="18288" marB="18288">
                    <a:solidFill>
                      <a:srgbClr val="1A1A24"/>
                    </a:solidFill>
                  </a:tcPr>
                </a:tc>
              </a:tr>
              <a:tr h="448056">
                <a:tc>
                  <a:txBody>
                    <a:bodyPr wrap="square"/>
                    <a:lstStyle/>
                    <a:p>
                      <a:r>
                        <a:rPr sz="800">
                          <a:solidFill>
                            <a:srgbClr val="1A1A24"/>
                          </a:solidFill>
                          <a:latin typeface="Arial"/>
                        </a:rPr>
                        <a:t>Product and pricing</a:t>
                      </a:r>
                    </a:p>
                  </a:txBody>
                  <a:tcPr marL="45720" marR="45720" marT="18288" marB="18288">
                    <a:solidFill>
                      <a:srgbClr val="F6F6FA"/>
                    </a:solidFill>
                  </a:tcPr>
                </a:tc>
                <a:tc>
                  <a:txBody>
                    <a:bodyPr wrap="square"/>
                    <a:lstStyle/>
                    <a:p>
                      <a:r>
                        <a:rPr sz="800">
                          <a:solidFill>
                            <a:srgbClr val="1A1A24"/>
                          </a:solidFill>
                          <a:latin typeface="Arial"/>
                        </a:rPr>
                        <a:t>One product forum [A]</a:t>
                      </a:r>
                    </a:p>
                  </a:txBody>
                  <a:tcPr marL="45720" marR="45720" marT="18288" marB="18288">
                    <a:solidFill>
                      <a:srgbClr val="F6F6FA"/>
                    </a:solidFill>
                  </a:tcPr>
                </a:tc>
                <a:tc>
                  <a:txBody>
                    <a:bodyPr wrap="square"/>
                    <a:lstStyle/>
                    <a:p>
                      <a:r>
                        <a:rPr sz="800">
                          <a:solidFill>
                            <a:srgbClr val="1A1A24"/>
                          </a:solidFill>
                          <a:latin typeface="Arial"/>
                        </a:rPr>
                        <a:t>One pricing team and data [D]</a:t>
                      </a:r>
                    </a:p>
                  </a:txBody>
                  <a:tcPr marL="45720" marR="45720" marT="18288" marB="18288">
                    <a:solidFill>
                      <a:srgbClr val="FFE600"/>
                    </a:solidFill>
                  </a:tcPr>
                </a:tc>
                <a:tc>
                  <a:txBody>
                    <a:bodyPr wrap="square"/>
                    <a:lstStyle/>
                    <a:p>
                      <a:r>
                        <a:rPr sz="800">
                          <a:solidFill>
                            <a:srgbClr val="1A1A24"/>
                          </a:solidFill>
                          <a:latin typeface="Arial"/>
                        </a:rPr>
                        <a:t>Model automation [A]</a:t>
                      </a:r>
                    </a:p>
                  </a:txBody>
                  <a:tcPr marL="45720" marR="45720" marT="18288" marB="18288">
                    <a:solidFill>
                      <a:srgbClr val="F6F6FA"/>
                    </a:solidFill>
                  </a:tcPr>
                </a:tc>
                <a:tc>
                  <a:txBody>
                    <a:bodyPr wrap="square"/>
                    <a:lstStyle/>
                    <a:p>
                      <a:r>
                        <a:rPr sz="800">
                          <a:solidFill>
                            <a:srgbClr val="1A1A24"/>
                          </a:solidFill>
                          <a:latin typeface="Arial"/>
                        </a:rPr>
                        <a:t>Retire legacy versions [A]</a:t>
                      </a:r>
                    </a:p>
                  </a:txBody>
                  <a:tcPr marL="45720" marR="45720" marT="18288" marB="18288">
                    <a:solidFill>
                      <a:srgbClr val="F6F6FA"/>
                    </a:solidFill>
                  </a:tcPr>
                </a:tc>
                <a:tc>
                  <a:txBody>
                    <a:bodyPr wrap="square"/>
                    <a:lstStyle/>
                    <a:p>
                      <a:r>
                        <a:rPr sz="800">
                          <a:solidFill>
                            <a:srgbClr val="1A1A24"/>
                          </a:solidFill>
                          <a:latin typeface="Arial"/>
                        </a:rPr>
                        <a:t>Data vendors [I]</a:t>
                      </a:r>
                    </a:p>
                  </a:txBody>
                  <a:tcPr marL="45720" marR="45720" marT="18288" marB="18288">
                    <a:solidFill>
                      <a:srgbClr val="FFFFFF"/>
                    </a:solidFill>
                  </a:tcPr>
                </a:tc>
                <a:tc>
                  <a:txBody>
                    <a:bodyPr wrap="square"/>
                    <a:lstStyle/>
                    <a:p>
                      <a:r>
                        <a:rPr sz="800">
                          <a:solidFill>
                            <a:srgbClr val="1A1A24"/>
                          </a:solidFill>
                          <a:latin typeface="Arial"/>
                        </a:rPr>
                        <a:t>Rating errors [I]</a:t>
                      </a:r>
                    </a:p>
                  </a:txBody>
                  <a:tcPr marL="45720" marR="45720" marT="18288" marB="18288">
                    <a:solidFill>
                      <a:srgbClr val="FFFFFF"/>
                    </a:solidFill>
                  </a:tcPr>
                </a:tc>
              </a:tr>
              <a:tr h="448056">
                <a:tc>
                  <a:txBody>
                    <a:bodyPr wrap="square"/>
                    <a:lstStyle/>
                    <a:p>
                      <a:r>
                        <a:rPr sz="800">
                          <a:solidFill>
                            <a:srgbClr val="1A1A24"/>
                          </a:solidFill>
                          <a:latin typeface="Arial"/>
                        </a:rPr>
                        <a:t>Distribution</a:t>
                      </a:r>
                    </a:p>
                  </a:txBody>
                  <a:tcPr marL="45720" marR="45720" marT="18288" marB="18288">
                    <a:solidFill>
                      <a:srgbClr val="F6F6FA"/>
                    </a:solidFill>
                  </a:tcPr>
                </a:tc>
                <a:tc>
                  <a:txBody>
                    <a:bodyPr wrap="square"/>
                    <a:lstStyle/>
                    <a:p>
                      <a:r>
                        <a:rPr sz="800">
                          <a:solidFill>
                            <a:srgbClr val="1A1A24"/>
                          </a:solidFill>
                          <a:latin typeface="Arial"/>
                        </a:rPr>
                        <a:t>Fewer FSP licences [D]</a:t>
                      </a:r>
                    </a:p>
                  </a:txBody>
                  <a:tcPr marL="45720" marR="45720" marT="18288" marB="18288">
                    <a:solidFill>
                      <a:srgbClr val="FFE600"/>
                    </a:solidFill>
                  </a:tcPr>
                </a:tc>
                <a:tc>
                  <a:txBody>
                    <a:bodyPr wrap="square"/>
                    <a:lstStyle/>
                    <a:p>
                      <a:r>
                        <a:rPr sz="800">
                          <a:solidFill>
                            <a:srgbClr val="1A1A24"/>
                          </a:solidFill>
                          <a:latin typeface="Arial"/>
                        </a:rPr>
                        <a:t>One sales and lead platform [D]</a:t>
                      </a:r>
                    </a:p>
                  </a:txBody>
                  <a:tcPr marL="45720" marR="45720" marT="18288" marB="18288">
                    <a:solidFill>
                      <a:srgbClr val="FFE600"/>
                    </a:solidFill>
                  </a:tcPr>
                </a:tc>
                <a:tc>
                  <a:txBody>
                    <a:bodyPr wrap="square"/>
                    <a:lstStyle/>
                    <a:p>
                      <a:r>
                        <a:rPr sz="800">
                          <a:solidFill>
                            <a:srgbClr val="1A1A24"/>
                          </a:solidFill>
                          <a:latin typeface="Arial"/>
                        </a:rPr>
                        <a:t>Digital advice, STP [A]</a:t>
                      </a:r>
                    </a:p>
                  </a:txBody>
                  <a:tcPr marL="45720" marR="45720" marT="18288" marB="18288">
                    <a:solidFill>
                      <a:srgbClr val="F6F6FA"/>
                    </a:solidFill>
                  </a:tcPr>
                </a:tc>
                <a:tc>
                  <a:txBody>
                    <a:bodyPr wrap="square"/>
                    <a:lstStyle/>
                    <a:p>
                      <a:r>
                        <a:rPr sz="800">
                          <a:solidFill>
                            <a:srgbClr val="1A1A24"/>
                          </a:solidFill>
                          <a:latin typeface="Arial"/>
                        </a:rPr>
                        <a:t>Cut not-taken-up rework [A]</a:t>
                      </a:r>
                    </a:p>
                  </a:txBody>
                  <a:tcPr marL="45720" marR="45720" marT="18288" marB="18288">
                    <a:solidFill>
                      <a:srgbClr val="F6F6FA"/>
                    </a:solidFill>
                  </a:tcPr>
                </a:tc>
                <a:tc>
                  <a:txBody>
                    <a:bodyPr wrap="square"/>
                    <a:lstStyle/>
                    <a:p>
                      <a:r>
                        <a:rPr sz="800">
                          <a:solidFill>
                            <a:srgbClr val="1A1A24"/>
                          </a:solidFill>
                          <a:latin typeface="Arial"/>
                        </a:rPr>
                        <a:t>Bank fee and binder terms [A]</a:t>
                      </a:r>
                    </a:p>
                  </a:txBody>
                  <a:tcPr marL="45720" marR="45720" marT="18288" marB="18288">
                    <a:solidFill>
                      <a:srgbClr val="F6F6FA"/>
                    </a:solidFill>
                  </a:tcPr>
                </a:tc>
                <a:tc>
                  <a:txBody>
                    <a:bodyPr wrap="square"/>
                    <a:lstStyle/>
                    <a:p>
                      <a:r>
                        <a:rPr sz="800">
                          <a:solidFill>
                            <a:srgbClr val="1A1A24"/>
                          </a:solidFill>
                          <a:latin typeface="Arial"/>
                        </a:rPr>
                        <a:t>Commission clawback [I]</a:t>
                      </a:r>
                    </a:p>
                  </a:txBody>
                  <a:tcPr marL="45720" marR="45720" marT="18288" marB="18288">
                    <a:solidFill>
                      <a:srgbClr val="FFFFFF"/>
                    </a:solidFill>
                  </a:tcPr>
                </a:tc>
              </a:tr>
              <a:tr h="448056">
                <a:tc>
                  <a:txBody>
                    <a:bodyPr wrap="square"/>
                    <a:lstStyle/>
                    <a:p>
                      <a:r>
                        <a:rPr sz="800">
                          <a:solidFill>
                            <a:srgbClr val="1A1A24"/>
                          </a:solidFill>
                          <a:latin typeface="Arial"/>
                        </a:rPr>
                        <a:t>Underwriting and onboarding</a:t>
                      </a:r>
                    </a:p>
                  </a:txBody>
                  <a:tcPr marL="45720" marR="45720" marT="18288" marB="18288">
                    <a:solidFill>
                      <a:srgbClr val="F6F6FA"/>
                    </a:solidFill>
                  </a:tcPr>
                </a:tc>
                <a:tc>
                  <a:txBody>
                    <a:bodyPr wrap="square"/>
                    <a:lstStyle/>
                    <a:p>
                      <a:r>
                        <a:rPr sz="800">
                          <a:solidFill>
                            <a:srgbClr val="1A1A24"/>
                          </a:solidFill>
                          <a:latin typeface="Arial"/>
                        </a:rPr>
                        <a:t>None [I]</a:t>
                      </a:r>
                    </a:p>
                  </a:txBody>
                  <a:tcPr marL="45720" marR="45720" marT="18288" marB="18288">
                    <a:solidFill>
                      <a:srgbClr val="FFFFFF"/>
                    </a:solidFill>
                  </a:tcPr>
                </a:tc>
                <a:tc>
                  <a:txBody>
                    <a:bodyPr wrap="square"/>
                    <a:lstStyle/>
                    <a:p>
                      <a:r>
                        <a:rPr sz="800">
                          <a:solidFill>
                            <a:srgbClr val="1A1A24"/>
                          </a:solidFill>
                          <a:latin typeface="Arial"/>
                        </a:rPr>
                        <a:t>Shared KYC and onboarding [D]</a:t>
                      </a:r>
                    </a:p>
                  </a:txBody>
                  <a:tcPr marL="45720" marR="45720" marT="18288" marB="18288">
                    <a:solidFill>
                      <a:srgbClr val="FFE600"/>
                    </a:solidFill>
                  </a:tcPr>
                </a:tc>
                <a:tc>
                  <a:txBody>
                    <a:bodyPr wrap="square"/>
                    <a:lstStyle/>
                    <a:p>
                      <a:r>
                        <a:rPr sz="800">
                          <a:solidFill>
                            <a:srgbClr val="1A1A24"/>
                          </a:solidFill>
                          <a:latin typeface="Arial"/>
                        </a:rPr>
                        <a:t>Automated rules [A]</a:t>
                      </a:r>
                    </a:p>
                  </a:txBody>
                  <a:tcPr marL="45720" marR="45720" marT="18288" marB="18288">
                    <a:solidFill>
                      <a:srgbClr val="F6F6FA"/>
                    </a:solidFill>
                  </a:tcPr>
                </a:tc>
                <a:tc>
                  <a:txBody>
                    <a:bodyPr wrap="square"/>
                    <a:lstStyle/>
                    <a:p>
                      <a:r>
                        <a:rPr sz="800">
                          <a:solidFill>
                            <a:srgbClr val="1A1A24"/>
                          </a:solidFill>
                          <a:latin typeface="Arial"/>
                        </a:rPr>
                        <a:t>Fewer questions and exceptions [A]</a:t>
                      </a:r>
                    </a:p>
                  </a:txBody>
                  <a:tcPr marL="45720" marR="45720" marT="18288" marB="18288">
                    <a:solidFill>
                      <a:srgbClr val="F6F6FA"/>
                    </a:solidFill>
                  </a:tcPr>
                </a:tc>
                <a:tc>
                  <a:txBody>
                    <a:bodyPr wrap="square"/>
                    <a:lstStyle/>
                    <a:p>
                      <a:r>
                        <a:rPr sz="800">
                          <a:solidFill>
                            <a:srgbClr val="1A1A24"/>
                          </a:solidFill>
                          <a:latin typeface="Arial"/>
                        </a:rPr>
                        <a:t>Evidence vendors [A]</a:t>
                      </a:r>
                    </a:p>
                  </a:txBody>
                  <a:tcPr marL="45720" marR="45720" marT="18288" marB="18288">
                    <a:solidFill>
                      <a:srgbClr val="F6F6FA"/>
                    </a:solidFill>
                  </a:tcPr>
                </a:tc>
                <a:tc>
                  <a:txBody>
                    <a:bodyPr wrap="square"/>
                    <a:lstStyle/>
                    <a:p>
                      <a:r>
                        <a:rPr sz="800">
                          <a:solidFill>
                            <a:srgbClr val="1A1A24"/>
                          </a:solidFill>
                          <a:latin typeface="Arial"/>
                        </a:rPr>
                        <a:t>Anti-selection [I]</a:t>
                      </a:r>
                    </a:p>
                  </a:txBody>
                  <a:tcPr marL="45720" marR="45720" marT="18288" marB="18288">
                    <a:solidFill>
                      <a:srgbClr val="FFFFFF"/>
                    </a:solidFill>
                  </a:tcPr>
                </a:tc>
              </a:tr>
              <a:tr h="448056">
                <a:tc>
                  <a:txBody>
                    <a:bodyPr wrap="square"/>
                    <a:lstStyle/>
                    <a:p>
                      <a:r>
                        <a:rPr sz="800">
                          <a:solidFill>
                            <a:srgbClr val="1A1A24"/>
                          </a:solidFill>
                          <a:latin typeface="Arial"/>
                        </a:rPr>
                        <a:t>Policy administration</a:t>
                      </a:r>
                    </a:p>
                  </a:txBody>
                  <a:tcPr marL="45720" marR="45720" marT="18288" marB="18288">
                    <a:solidFill>
                      <a:srgbClr val="F6F6FA"/>
                    </a:solidFill>
                  </a:tcPr>
                </a:tc>
                <a:tc>
                  <a:txBody>
                    <a:bodyPr wrap="square"/>
                    <a:lstStyle/>
                    <a:p>
                      <a:r>
                        <a:rPr sz="800">
                          <a:solidFill>
                            <a:srgbClr val="1A1A24"/>
                          </a:solidFill>
                          <a:latin typeface="Arial"/>
                        </a:rPr>
                        <a:t>None [I]</a:t>
                      </a:r>
                    </a:p>
                  </a:txBody>
                  <a:tcPr marL="45720" marR="45720" marT="18288" marB="18288">
                    <a:solidFill>
                      <a:srgbClr val="FFFFFF"/>
                    </a:solidFill>
                  </a:tcPr>
                </a:tc>
                <a:tc>
                  <a:txBody>
                    <a:bodyPr wrap="square"/>
                    <a:lstStyle/>
                    <a:p>
                      <a:r>
                        <a:rPr sz="800">
                          <a:solidFill>
                            <a:srgbClr val="1A1A24"/>
                          </a:solidFill>
                          <a:latin typeface="Arial"/>
                        </a:rPr>
                        <a:t>One admin platform, one contact centre [D]</a:t>
                      </a:r>
                    </a:p>
                  </a:txBody>
                  <a:tcPr marL="45720" marR="45720" marT="18288" marB="18288">
                    <a:solidFill>
                      <a:srgbClr val="FFE600"/>
                    </a:solidFill>
                  </a:tcPr>
                </a:tc>
                <a:tc>
                  <a:txBody>
                    <a:bodyPr wrap="square"/>
                    <a:lstStyle/>
                    <a:p>
                      <a:r>
                        <a:rPr sz="800">
                          <a:solidFill>
                            <a:srgbClr val="1A1A24"/>
                          </a:solidFill>
                          <a:latin typeface="Arial"/>
                        </a:rPr>
                        <a:t>Self-service, robotics, spans [A]</a:t>
                      </a:r>
                    </a:p>
                  </a:txBody>
                  <a:tcPr marL="45720" marR="45720" marT="18288" marB="18288">
                    <a:solidFill>
                      <a:srgbClr val="F6F6FA"/>
                    </a:solidFill>
                  </a:tcPr>
                </a:tc>
                <a:tc>
                  <a:txBody>
                    <a:bodyPr wrap="square"/>
                    <a:lstStyle/>
                    <a:p>
                      <a:r>
                        <a:rPr sz="800">
                          <a:solidFill>
                            <a:srgbClr val="1A1A24"/>
                          </a:solidFill>
                          <a:latin typeface="Arial"/>
                        </a:rPr>
                        <a:t>Failure demand [A]</a:t>
                      </a:r>
                    </a:p>
                  </a:txBody>
                  <a:tcPr marL="45720" marR="45720" marT="18288" marB="18288">
                    <a:solidFill>
                      <a:srgbClr val="F6F6FA"/>
                    </a:solidFill>
                  </a:tcPr>
                </a:tc>
                <a:tc>
                  <a:txBody>
                    <a:bodyPr wrap="square"/>
                    <a:lstStyle/>
                    <a:p>
                      <a:r>
                        <a:rPr sz="800">
                          <a:solidFill>
                            <a:srgbClr val="1A1A24"/>
                          </a:solidFill>
                          <a:latin typeface="Arial"/>
                        </a:rPr>
                        <a:t>TPA and call centre fees [A]</a:t>
                      </a:r>
                    </a:p>
                  </a:txBody>
                  <a:tcPr marL="45720" marR="45720" marT="18288" marB="18288">
                    <a:solidFill>
                      <a:srgbClr val="F6F6FA"/>
                    </a:solidFill>
                  </a:tcPr>
                </a:tc>
                <a:tc>
                  <a:txBody>
                    <a:bodyPr wrap="square"/>
                    <a:lstStyle/>
                    <a:p>
                      <a:r>
                        <a:rPr sz="800">
                          <a:solidFill>
                            <a:srgbClr val="1A1A24"/>
                          </a:solidFill>
                          <a:latin typeface="Arial"/>
                        </a:rPr>
                        <a:t>Premium collection [I]</a:t>
                      </a:r>
                    </a:p>
                  </a:txBody>
                  <a:tcPr marL="45720" marR="45720" marT="18288" marB="18288">
                    <a:solidFill>
                      <a:srgbClr val="FFFFFF"/>
                    </a:solidFill>
                  </a:tcPr>
                </a:tc>
              </a:tr>
              <a:tr h="448056">
                <a:tc>
                  <a:txBody>
                    <a:bodyPr wrap="square"/>
                    <a:lstStyle/>
                    <a:p>
                      <a:r>
                        <a:rPr sz="800">
                          <a:solidFill>
                            <a:srgbClr val="1A1A24"/>
                          </a:solidFill>
                          <a:latin typeface="Arial"/>
                        </a:rPr>
                        <a:t>Claims</a:t>
                      </a:r>
                    </a:p>
                  </a:txBody>
                  <a:tcPr marL="45720" marR="45720" marT="18288" marB="18288">
                    <a:solidFill>
                      <a:srgbClr val="F6F6FA"/>
                    </a:solidFill>
                  </a:tcPr>
                </a:tc>
                <a:tc>
                  <a:txBody>
                    <a:bodyPr wrap="square"/>
                    <a:lstStyle/>
                    <a:p>
                      <a:r>
                        <a:rPr sz="800">
                          <a:solidFill>
                            <a:srgbClr val="1A1A24"/>
                          </a:solidFill>
                          <a:latin typeface="Arial"/>
                        </a:rPr>
                        <a:t>Group reinsurance placement [D]</a:t>
                      </a:r>
                    </a:p>
                  </a:txBody>
                  <a:tcPr marL="45720" marR="45720" marT="18288" marB="18288">
                    <a:solidFill>
                      <a:srgbClr val="FFE600"/>
                    </a:solidFill>
                  </a:tcPr>
                </a:tc>
                <a:tc>
                  <a:txBody>
                    <a:bodyPr wrap="square"/>
                    <a:lstStyle/>
                    <a:p>
                      <a:r>
                        <a:rPr sz="800">
                          <a:solidFill>
                            <a:srgbClr val="1A1A24"/>
                          </a:solidFill>
                          <a:latin typeface="Arial"/>
                        </a:rPr>
                        <a:t>One claims platform and fraud analytics [D]</a:t>
                      </a:r>
                    </a:p>
                  </a:txBody>
                  <a:tcPr marL="45720" marR="45720" marT="18288" marB="18288">
                    <a:solidFill>
                      <a:srgbClr val="FFE600"/>
                    </a:solidFill>
                  </a:tcPr>
                </a:tc>
                <a:tc>
                  <a:txBody>
                    <a:bodyPr wrap="square"/>
                    <a:lstStyle/>
                    <a:p>
                      <a:r>
                        <a:rPr sz="800">
                          <a:solidFill>
                            <a:srgbClr val="1A1A24"/>
                          </a:solidFill>
                          <a:latin typeface="Arial"/>
                        </a:rPr>
                        <a:t>Straight-through adjudication [A]</a:t>
                      </a:r>
                    </a:p>
                  </a:txBody>
                  <a:tcPr marL="45720" marR="45720" marT="18288" marB="18288">
                    <a:solidFill>
                      <a:srgbClr val="F6F6FA"/>
                    </a:solidFill>
                  </a:tcPr>
                </a:tc>
                <a:tc>
                  <a:txBody>
                    <a:bodyPr wrap="square"/>
                    <a:lstStyle/>
                    <a:p>
                      <a:r>
                        <a:rPr sz="800">
                          <a:solidFill>
                            <a:srgbClr val="1A1A24"/>
                          </a:solidFill>
                          <a:latin typeface="Arial"/>
                        </a:rPr>
                        <a:t>Fewer reopens [A]</a:t>
                      </a:r>
                    </a:p>
                  </a:txBody>
                  <a:tcPr marL="45720" marR="45720" marT="18288" marB="18288">
                    <a:solidFill>
                      <a:srgbClr val="F6F6FA"/>
                    </a:solidFill>
                  </a:tcPr>
                </a:tc>
                <a:tc>
                  <a:txBody>
                    <a:bodyPr wrap="square"/>
                    <a:lstStyle/>
                    <a:p>
                      <a:r>
                        <a:rPr sz="800">
                          <a:solidFill>
                            <a:srgbClr val="1A1A24"/>
                          </a:solidFill>
                          <a:latin typeface="Arial"/>
                        </a:rPr>
                        <a:t>Repairer and reinsurance pricing [A]</a:t>
                      </a:r>
                    </a:p>
                  </a:txBody>
                  <a:tcPr marL="45720" marR="45720" marT="18288" marB="18288">
                    <a:solidFill>
                      <a:srgbClr val="F6F6FA"/>
                    </a:solidFill>
                  </a:tcPr>
                </a:tc>
                <a:tc>
                  <a:txBody>
                    <a:bodyPr wrap="square"/>
                    <a:lstStyle/>
                    <a:p>
                      <a:r>
                        <a:rPr sz="800">
                          <a:solidFill>
                            <a:srgbClr val="1A1A24"/>
                          </a:solidFill>
                          <a:latin typeface="Arial"/>
                        </a:rPr>
                        <a:t>Claims leakage [I]</a:t>
                      </a:r>
                    </a:p>
                  </a:txBody>
                  <a:tcPr marL="45720" marR="45720" marT="18288" marB="18288">
                    <a:solidFill>
                      <a:srgbClr val="FFFFFF"/>
                    </a:solidFill>
                  </a:tcPr>
                </a:tc>
              </a:tr>
              <a:tr h="448056">
                <a:tc>
                  <a:txBody>
                    <a:bodyPr wrap="square"/>
                    <a:lstStyle/>
                    <a:p>
                      <a:r>
                        <a:rPr sz="800">
                          <a:solidFill>
                            <a:srgbClr val="1A1A24"/>
                          </a:solidFill>
                          <a:latin typeface="Arial"/>
                        </a:rPr>
                        <a:t>Investments</a:t>
                      </a:r>
                    </a:p>
                  </a:txBody>
                  <a:tcPr marL="45720" marR="45720" marT="18288" marB="18288">
                    <a:solidFill>
                      <a:srgbClr val="F6F6FA"/>
                    </a:solidFill>
                  </a:tcPr>
                </a:tc>
                <a:tc>
                  <a:txBody>
                    <a:bodyPr wrap="square"/>
                    <a:lstStyle/>
                    <a:p>
                      <a:r>
                        <a:rPr sz="800">
                          <a:solidFill>
                            <a:srgbClr val="1A1A24"/>
                          </a:solidFill>
                          <a:latin typeface="Arial"/>
                        </a:rPr>
                        <a:t>One wealth FSP [D]</a:t>
                      </a:r>
                    </a:p>
                  </a:txBody>
                  <a:tcPr marL="45720" marR="45720" marT="18288" marB="18288">
                    <a:solidFill>
                      <a:srgbClr val="FFE600"/>
                    </a:solidFill>
                  </a:tcPr>
                </a:tc>
                <a:tc>
                  <a:txBody>
                    <a:bodyPr wrap="square"/>
                    <a:lstStyle/>
                    <a:p>
                      <a:r>
                        <a:rPr sz="800">
                          <a:solidFill>
                            <a:srgbClr val="1A1A24"/>
                          </a:solidFill>
                          <a:latin typeface="Arial"/>
                        </a:rPr>
                        <a:t>One mandate structure [D]</a:t>
                      </a:r>
                    </a:p>
                  </a:txBody>
                  <a:tcPr marL="45720" marR="45720" marT="18288" marB="18288">
                    <a:solidFill>
                      <a:srgbClr val="FFE600"/>
                    </a:solidFill>
                  </a:tcPr>
                </a:tc>
                <a:tc>
                  <a:txBody>
                    <a:bodyPr wrap="square"/>
                    <a:lstStyle/>
                    <a:p>
                      <a:r>
                        <a:rPr sz="800">
                          <a:solidFill>
                            <a:srgbClr val="1A1A24"/>
                          </a:solidFill>
                          <a:latin typeface="Arial"/>
                        </a:rPr>
                        <a:t>Automated investment accounting [A]</a:t>
                      </a:r>
                    </a:p>
                  </a:txBody>
                  <a:tcPr marL="45720" marR="45720" marT="18288" marB="18288">
                    <a:solidFill>
                      <a:srgbClr val="F6F6FA"/>
                    </a:solidFill>
                  </a:tcPr>
                </a:tc>
                <a:tc>
                  <a:txBody>
                    <a:bodyPr wrap="square"/>
                    <a:lstStyle/>
                    <a:p>
                      <a:r>
                        <a:rPr sz="800">
                          <a:solidFill>
                            <a:srgbClr val="1A1A24"/>
                          </a:solidFill>
                          <a:latin typeface="Arial"/>
                        </a:rPr>
                        <a:t>Fewer mandates [A]</a:t>
                      </a:r>
                    </a:p>
                  </a:txBody>
                  <a:tcPr marL="45720" marR="45720" marT="18288" marB="18288">
                    <a:solidFill>
                      <a:srgbClr val="F6F6FA"/>
                    </a:solidFill>
                  </a:tcPr>
                </a:tc>
                <a:tc>
                  <a:txBody>
                    <a:bodyPr wrap="square"/>
                    <a:lstStyle/>
                    <a:p>
                      <a:r>
                        <a:rPr sz="800">
                          <a:solidFill>
                            <a:srgbClr val="1A1A24"/>
                          </a:solidFill>
                          <a:latin typeface="Arial"/>
                        </a:rPr>
                        <a:t>Fee basis points on combined assets [D]</a:t>
                      </a:r>
                    </a:p>
                  </a:txBody>
                  <a:tcPr marL="45720" marR="45720" marT="18288" marB="18288">
                    <a:solidFill>
                      <a:srgbClr val="FFE600"/>
                    </a:solidFill>
                  </a:tcPr>
                </a:tc>
                <a:tc>
                  <a:txBody>
                    <a:bodyPr wrap="square"/>
                    <a:lstStyle/>
                    <a:p>
                      <a:r>
                        <a:rPr sz="800">
                          <a:solidFill>
                            <a:srgbClr val="1A1A24"/>
                          </a:solidFill>
                          <a:latin typeface="Arial"/>
                        </a:rPr>
                        <a:t>Cash and custody slippage [I]</a:t>
                      </a:r>
                    </a:p>
                  </a:txBody>
                  <a:tcPr marL="45720" marR="45720" marT="18288" marB="18288">
                    <a:solidFill>
                      <a:srgbClr val="FFFFFF"/>
                    </a:solidFill>
                  </a:tcPr>
                </a:tc>
              </a:tr>
              <a:tr h="448056">
                <a:tc>
                  <a:txBody>
                    <a:bodyPr wrap="square"/>
                    <a:lstStyle/>
                    <a:p>
                      <a:r>
                        <a:rPr sz="800">
                          <a:solidFill>
                            <a:srgbClr val="1A1A24"/>
                          </a:solidFill>
                          <a:latin typeface="Arial"/>
                        </a:rPr>
                        <a:t>Technology</a:t>
                      </a:r>
                    </a:p>
                  </a:txBody>
                  <a:tcPr marL="45720" marR="45720" marT="18288" marB="18288">
                    <a:solidFill>
                      <a:srgbClr val="F6F6FA"/>
                    </a:solidFill>
                  </a:tcPr>
                </a:tc>
                <a:tc>
                  <a:txBody>
                    <a:bodyPr wrap="square"/>
                    <a:lstStyle/>
                    <a:p>
                      <a:r>
                        <a:rPr sz="800">
                          <a:solidFill>
                            <a:srgbClr val="1A1A24"/>
                          </a:solidFill>
                          <a:latin typeface="Arial"/>
                        </a:rPr>
                        <a:t>None [I]</a:t>
                      </a:r>
                    </a:p>
                  </a:txBody>
                  <a:tcPr marL="45720" marR="45720" marT="18288" marB="18288">
                    <a:solidFill>
                      <a:srgbClr val="FFFFFF"/>
                    </a:solidFill>
                  </a:tcPr>
                </a:tc>
                <a:tc>
                  <a:txBody>
                    <a:bodyPr wrap="square"/>
                    <a:lstStyle/>
                    <a:p>
                      <a:r>
                        <a:rPr sz="800">
                          <a:solidFill>
                            <a:srgbClr val="1A1A24"/>
                          </a:solidFill>
                          <a:latin typeface="Arial"/>
                        </a:rPr>
                        <a:t>Platform and vendor rationalisation [D]</a:t>
                      </a:r>
                    </a:p>
                  </a:txBody>
                  <a:tcPr marL="45720" marR="45720" marT="18288" marB="18288">
                    <a:solidFill>
                      <a:srgbClr val="FFE600"/>
                    </a:solidFill>
                  </a:tcPr>
                </a:tc>
                <a:tc>
                  <a:txBody>
                    <a:bodyPr wrap="square"/>
                    <a:lstStyle/>
                    <a:p>
                      <a:r>
                        <a:rPr sz="800">
                          <a:solidFill>
                            <a:srgbClr val="1A1A24"/>
                          </a:solidFill>
                          <a:latin typeface="Arial"/>
                        </a:rPr>
                        <a:t>Cloud, decommissioning [A]</a:t>
                      </a:r>
                    </a:p>
                  </a:txBody>
                  <a:tcPr marL="45720" marR="45720" marT="18288" marB="18288">
                    <a:solidFill>
                      <a:srgbClr val="F6F6FA"/>
                    </a:solidFill>
                  </a:tcPr>
                </a:tc>
                <a:tc>
                  <a:txBody>
                    <a:bodyPr wrap="square"/>
                    <a:lstStyle/>
                    <a:p>
                      <a:r>
                        <a:rPr sz="800">
                          <a:solidFill>
                            <a:srgbClr val="1A1A24"/>
                          </a:solidFill>
                          <a:latin typeface="Arial"/>
                        </a:rPr>
                        <a:t>Less change demand [A]</a:t>
                      </a:r>
                    </a:p>
                  </a:txBody>
                  <a:tcPr marL="45720" marR="45720" marT="18288" marB="18288">
                    <a:solidFill>
                      <a:srgbClr val="F6F6FA"/>
                    </a:solidFill>
                  </a:tcPr>
                </a:tc>
                <a:tc>
                  <a:txBody>
                    <a:bodyPr wrap="square"/>
                    <a:lstStyle/>
                    <a:p>
                      <a:r>
                        <a:rPr sz="800">
                          <a:solidFill>
                            <a:srgbClr val="1A1A24"/>
                          </a:solidFill>
                          <a:latin typeface="Arial"/>
                        </a:rPr>
                        <a:t>Licence renegotiation [A]</a:t>
                      </a:r>
                    </a:p>
                  </a:txBody>
                  <a:tcPr marL="45720" marR="45720" marT="18288" marB="18288">
                    <a:solidFill>
                      <a:srgbClr val="F6F6FA"/>
                    </a:solidFill>
                  </a:tcPr>
                </a:tc>
                <a:tc>
                  <a:txBody>
                    <a:bodyPr wrap="square"/>
                    <a:lstStyle/>
                    <a:p>
                      <a:r>
                        <a:rPr sz="800">
                          <a:solidFill>
                            <a:srgbClr val="1A1A24"/>
                          </a:solidFill>
                          <a:latin typeface="Arial"/>
                        </a:rPr>
                        <a:t>Unused licences [I]</a:t>
                      </a:r>
                    </a:p>
                  </a:txBody>
                  <a:tcPr marL="45720" marR="45720" marT="18288" marB="18288">
                    <a:solidFill>
                      <a:srgbClr val="FFFFFF"/>
                    </a:solidFill>
                  </a:tcPr>
                </a:tc>
              </a:tr>
              <a:tr h="448056">
                <a:tc>
                  <a:txBody>
                    <a:bodyPr wrap="square"/>
                    <a:lstStyle/>
                    <a:p>
                      <a:r>
                        <a:rPr sz="800">
                          <a:solidFill>
                            <a:srgbClr val="1A1A24"/>
                          </a:solidFill>
                          <a:latin typeface="Arial"/>
                        </a:rPr>
                        <a:t>Finance, actuarial, risk</a:t>
                      </a:r>
                    </a:p>
                  </a:txBody>
                  <a:tcPr marL="45720" marR="45720" marT="18288" marB="18288">
                    <a:solidFill>
                      <a:srgbClr val="F6F6FA"/>
                    </a:solidFill>
                  </a:tcPr>
                </a:tc>
                <a:tc>
                  <a:txBody>
                    <a:bodyPr wrap="square"/>
                    <a:lstStyle/>
                    <a:p>
                      <a:r>
                        <a:rPr sz="800">
                          <a:solidFill>
                            <a:srgbClr val="1A1A24"/>
                          </a:solidFill>
                          <a:latin typeface="Arial"/>
                        </a:rPr>
                        <a:t>Shared control functions, one audit, group ORSA [D]</a:t>
                      </a:r>
                    </a:p>
                  </a:txBody>
                  <a:tcPr marL="45720" marR="45720" marT="18288" marB="18288">
                    <a:solidFill>
                      <a:srgbClr val="FFE600"/>
                    </a:solidFill>
                  </a:tcPr>
                </a:tc>
                <a:tc>
                  <a:txBody>
                    <a:bodyPr wrap="square"/>
                    <a:lstStyle/>
                    <a:p>
                      <a:r>
                        <a:rPr sz="800">
                          <a:solidFill>
                            <a:srgbClr val="1A1A24"/>
                          </a:solidFill>
                          <a:latin typeface="Arial"/>
                        </a:rPr>
                        <a:t>One IFRS 17 engine and reporting stack [D]</a:t>
                      </a:r>
                    </a:p>
                  </a:txBody>
                  <a:tcPr marL="45720" marR="45720" marT="18288" marB="18288">
                    <a:solidFill>
                      <a:srgbClr val="FFE600"/>
                    </a:solidFill>
                  </a:tcPr>
                </a:tc>
                <a:tc>
                  <a:txBody>
                    <a:bodyPr wrap="square"/>
                    <a:lstStyle/>
                    <a:p>
                      <a:r>
                        <a:rPr sz="800">
                          <a:solidFill>
                            <a:srgbClr val="1A1A24"/>
                          </a:solidFill>
                          <a:latin typeface="Arial"/>
                        </a:rPr>
                        <a:t>Close and model automation [A]</a:t>
                      </a:r>
                    </a:p>
                  </a:txBody>
                  <a:tcPr marL="45720" marR="45720" marT="18288" marB="18288">
                    <a:solidFill>
                      <a:srgbClr val="F6F6FA"/>
                    </a:solidFill>
                  </a:tcPr>
                </a:tc>
                <a:tc>
                  <a:txBody>
                    <a:bodyPr wrap="square"/>
                    <a:lstStyle/>
                    <a:p>
                      <a:r>
                        <a:rPr sz="800">
                          <a:solidFill>
                            <a:srgbClr val="1A1A24"/>
                          </a:solidFill>
                          <a:latin typeface="Arial"/>
                        </a:rPr>
                        <a:t>Fewer entity returns [D]</a:t>
                      </a:r>
                    </a:p>
                  </a:txBody>
                  <a:tcPr marL="45720" marR="45720" marT="18288" marB="18288">
                    <a:solidFill>
                      <a:srgbClr val="FFE600"/>
                    </a:solidFill>
                  </a:tcPr>
                </a:tc>
                <a:tc>
                  <a:txBody>
                    <a:bodyPr wrap="square"/>
                    <a:lstStyle/>
                    <a:p>
                      <a:r>
                        <a:rPr sz="800">
                          <a:solidFill>
                            <a:srgbClr val="1A1A24"/>
                          </a:solidFill>
                          <a:latin typeface="Arial"/>
                        </a:rPr>
                        <a:t>Audit and consulting fees [A]</a:t>
                      </a:r>
                    </a:p>
                  </a:txBody>
                  <a:tcPr marL="45720" marR="45720" marT="18288" marB="18288">
                    <a:solidFill>
                      <a:srgbClr val="F6F6FA"/>
                    </a:solidFill>
                  </a:tcPr>
                </a:tc>
                <a:tc>
                  <a:txBody>
                    <a:bodyPr wrap="square"/>
                    <a:lstStyle/>
                    <a:p>
                      <a:r>
                        <a:rPr sz="800">
                          <a:solidFill>
                            <a:srgbClr val="1A1A24"/>
                          </a:solidFill>
                          <a:latin typeface="Arial"/>
                        </a:rPr>
                        <a:t>Trapped capital [D]</a:t>
                      </a:r>
                    </a:p>
                  </a:txBody>
                  <a:tcPr marL="45720" marR="45720" marT="18288" marB="18288">
                    <a:solidFill>
                      <a:srgbClr val="FFE600"/>
                    </a:solidFill>
                  </a:tcPr>
                </a:tc>
              </a:tr>
              <a:tr h="448056">
                <a:tc>
                  <a:txBody>
                    <a:bodyPr wrap="square"/>
                    <a:lstStyle/>
                    <a:p>
                      <a:r>
                        <a:rPr sz="800">
                          <a:solidFill>
                            <a:srgbClr val="1A1A24"/>
                          </a:solidFill>
                          <a:latin typeface="Arial"/>
                        </a:rPr>
                        <a:t>Governance and corporate</a:t>
                      </a:r>
                    </a:p>
                  </a:txBody>
                  <a:tcPr marL="45720" marR="45720" marT="18288" marB="18288">
                    <a:solidFill>
                      <a:srgbClr val="F6F6FA"/>
                    </a:solidFill>
                  </a:tcPr>
                </a:tc>
                <a:tc>
                  <a:txBody>
                    <a:bodyPr wrap="square"/>
                    <a:lstStyle/>
                    <a:p>
                      <a:r>
                        <a:rPr sz="800">
                          <a:solidFill>
                            <a:srgbClr val="1A1A24"/>
                          </a:solidFill>
                          <a:latin typeface="Arial"/>
                        </a:rPr>
                        <a:t>Fewer boards and licences [D]</a:t>
                      </a:r>
                    </a:p>
                  </a:txBody>
                  <a:tcPr marL="45720" marR="45720" marT="18288" marB="18288">
                    <a:solidFill>
                      <a:srgbClr val="FFE600"/>
                    </a:solidFill>
                  </a:tcPr>
                </a:tc>
                <a:tc>
                  <a:txBody>
                    <a:bodyPr wrap="square"/>
                    <a:lstStyle/>
                    <a:p>
                      <a:r>
                        <a:rPr sz="800">
                          <a:solidFill>
                            <a:srgbClr val="1A1A24"/>
                          </a:solidFill>
                          <a:latin typeface="Arial"/>
                        </a:rPr>
                        <a:t>Shared secretarial, legal, HR, premises [D]</a:t>
                      </a:r>
                    </a:p>
                  </a:txBody>
                  <a:tcPr marL="45720" marR="45720" marT="18288" marB="18288">
                    <a:solidFill>
                      <a:srgbClr val="FFE600"/>
                    </a:solidFill>
                  </a:tcPr>
                </a:tc>
                <a:tc>
                  <a:txBody>
                    <a:bodyPr wrap="square"/>
                    <a:lstStyle/>
                    <a:p>
                      <a:r>
                        <a:rPr sz="800">
                          <a:solidFill>
                            <a:srgbClr val="1A1A24"/>
                          </a:solidFill>
                          <a:latin typeface="Arial"/>
                        </a:rPr>
                        <a:t>Management spans and layers [A]</a:t>
                      </a:r>
                    </a:p>
                  </a:txBody>
                  <a:tcPr marL="45720" marR="45720" marT="18288" marB="18288">
                    <a:solidFill>
                      <a:srgbClr val="F6F6FA"/>
                    </a:solidFill>
                  </a:tcPr>
                </a:tc>
                <a:tc>
                  <a:txBody>
                    <a:bodyPr wrap="square"/>
                    <a:lstStyle/>
                    <a:p>
                      <a:r>
                        <a:rPr sz="800">
                          <a:solidFill>
                            <a:srgbClr val="1A1A24"/>
                          </a:solidFill>
                          <a:latin typeface="Arial"/>
                        </a:rPr>
                        <a:t>Fewer committees [A]</a:t>
                      </a:r>
                    </a:p>
                  </a:txBody>
                  <a:tcPr marL="45720" marR="45720" marT="18288" marB="18288">
                    <a:solidFill>
                      <a:srgbClr val="F6F6FA"/>
                    </a:solidFill>
                  </a:tcPr>
                </a:tc>
                <a:tc>
                  <a:txBody>
                    <a:bodyPr wrap="square"/>
                    <a:lstStyle/>
                    <a:p>
                      <a:r>
                        <a:rPr sz="800">
                          <a:solidFill>
                            <a:srgbClr val="1A1A24"/>
                          </a:solidFill>
                          <a:latin typeface="Arial"/>
                        </a:rPr>
                        <a:t>Premises and professional fees [A]</a:t>
                      </a:r>
                    </a:p>
                  </a:txBody>
                  <a:tcPr marL="45720" marR="45720" marT="18288" marB="18288">
                    <a:solidFill>
                      <a:srgbClr val="F6F6FA"/>
                    </a:solidFill>
                  </a:tcPr>
                </a:tc>
                <a:tc>
                  <a:txBody>
                    <a:bodyPr wrap="square"/>
                    <a:lstStyle/>
                    <a:p>
                      <a:r>
                        <a:rPr sz="800">
                          <a:solidFill>
                            <a:srgbClr val="1A1A24"/>
                          </a:solidFill>
                          <a:latin typeface="Arial"/>
                        </a:rPr>
                        <a:t>VAT on recharges, levies [D, can be negative]</a:t>
                      </a:r>
                    </a:p>
                  </a:txBody>
                  <a:tcPr marL="45720" marR="45720" marT="18288" marB="18288">
                    <a:solidFill>
                      <a:srgbClr val="FFE600"/>
                    </a:solidFill>
                  </a:tcPr>
                </a:tc>
              </a:tr>
            </a:tbl>
          </a:graphicData>
        </a:graphic>
      </p:graphicFrame>
      <p:sp>
        <p:nvSpPr>
          <p:cNvPr id="7" name="TextBox 6"/>
          <p:cNvSpPr txBox="1"/>
          <p:nvPr/>
        </p:nvSpPr>
        <p:spPr>
          <a:xfrm>
            <a:off x="484632" y="5806440"/>
            <a:ext cx="11228832" cy="274320"/>
          </a:xfrm>
          <a:prstGeom prst="rect">
            <a:avLst/>
          </a:prstGeom>
          <a:noFill/>
        </p:spPr>
        <p:txBody>
          <a:bodyPr wrap="none">
            <a:spAutoFit/>
          </a:bodyPr>
          <a:lstStyle/>
          <a:p>
            <a:r>
              <a:rPr sz="900"/>
              <a:t>Yellow: directly enabled by centralisation [D]. Grey: adjacent [A]. White: independent of the operating model [I]. The independent cells are almost all leakage, which is often the fastest money.</a:t>
            </a:r>
          </a:p>
        </p:txBody>
      </p:sp>
      <p:sp>
        <p:nvSpPr>
          <p:cNvPr id="8" name="TextBox 7"/>
          <p:cNvSpPr txBox="1"/>
          <p:nvPr/>
        </p:nvSpPr>
        <p:spPr>
          <a:xfrm>
            <a:off x="484632" y="6053328"/>
            <a:ext cx="11228832" cy="274320"/>
          </a:xfrm>
          <a:prstGeom prst="rect">
            <a:avLst/>
          </a:prstGeom>
          <a:noFill/>
        </p:spPr>
        <p:txBody>
          <a:bodyPr wrap="square">
            <a:spAutoFit/>
          </a:bodyPr>
          <a:lstStyle/>
          <a:p>
            <a:r>
              <a:rPr sz="800">
                <a:solidFill>
                  <a:srgbClr val="747480"/>
                </a:solidFill>
              </a:rPr>
              <a:t>Source: 01_framework.md section 5; levers derived from cost = volume x unit cost, with the structural versus consolidation boundary rule.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the cost opportunity lies: base-case hypothesis by value chain function and cost pool</a:t>
            </a:r>
          </a:p>
        </p:txBody>
      </p:sp>
      <p:sp>
        <p:nvSpPr>
          <p:cNvPr id="3" name="SmartArt Placeholder 2"/>
          <p:cNvSpPr>
            <a:spLocks noGrp="1"/>
          </p:cNvSpPr>
          <p:nvPr>
            <p:ph type="dgm" idx="15" sz="quarter"/>
          </p:nvPr>
        </p:nvSpPr>
        <p:spPr/>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r>
              <a:t>7 October 2026</a:t>
            </a:r>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t>Draft, not for distribution</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graphicFrame>
        <p:nvGraphicFramePr>
          <p:cNvPr id="6" name="Table 5"/>
          <p:cNvGraphicFramePr>
            <a:graphicFrameLocks noGrp="1"/>
          </p:cNvGraphicFramePr>
          <p:nvPr/>
        </p:nvGraphicFramePr>
        <p:xfrm>
          <a:off x="484632" y="1325880"/>
          <a:ext cx="7635240" cy="3840480"/>
        </p:xfrm>
        <a:graphic>
          <a:graphicData uri="http://schemas.openxmlformats.org/drawingml/2006/table">
            <a:tbl>
              <a:tblPr firstRow="1" bandRow="1">
                <a:tableStyleId>{5C22544A-7EE6-4342-B048-85BDC9FD1C3A}</a:tableStyleId>
              </a:tblPr>
              <a:tblGrid>
                <a:gridCol w="2148840"/>
                <a:gridCol w="914400"/>
                <a:gridCol w="914400"/>
                <a:gridCol w="914400"/>
                <a:gridCol w="914400"/>
                <a:gridCol w="914400"/>
                <a:gridCol w="914400"/>
              </a:tblGrid>
              <a:tr h="457200">
                <a:tc>
                  <a:txBody>
                    <a:bodyPr wrap="square"/>
                    <a:lstStyle/>
                    <a:p>
                      <a:r>
                        <a:rPr sz="800" b="1">
                          <a:solidFill>
                            <a:srgbClr val="FFFFFF"/>
                          </a:solidFill>
                        </a:rPr>
                        <a:t>Function</a:t>
                      </a:r>
                    </a:p>
                  </a:txBody>
                  <a:tcPr marL="45720" marR="45720" marT="9144" marB="9144" anchor="ctr">
                    <a:solidFill>
                      <a:srgbClr val="1A1A24"/>
                    </a:solidFill>
                  </a:tcPr>
                </a:tc>
                <a:tc>
                  <a:txBody>
                    <a:bodyPr wrap="square"/>
                    <a:lstStyle/>
                    <a:p>
                      <a:pPr algn="ctr"/>
                      <a:r>
                        <a:rPr sz="800" b="1">
                          <a:solidFill>
                            <a:srgbClr val="FFFFFF"/>
                          </a:solidFill>
                        </a:rPr>
                        <a:t>Pool 1
Claims and benefits</a:t>
                      </a:r>
                    </a:p>
                  </a:txBody>
                  <a:tcPr marL="45720" marR="45720" marT="9144" marB="9144" anchor="ctr">
                    <a:solidFill>
                      <a:srgbClr val="1A1A24"/>
                    </a:solidFill>
                  </a:tcPr>
                </a:tc>
                <a:tc>
                  <a:txBody>
                    <a:bodyPr wrap="square"/>
                    <a:lstStyle/>
                    <a:p>
                      <a:pPr algn="ctr"/>
                      <a:r>
                        <a:rPr sz="800" b="1">
                          <a:solidFill>
                            <a:srgbClr val="FFFFFF"/>
                          </a:solidFill>
                        </a:rPr>
                        <a:t>Pool 2
Acquisition, ex bank fee</a:t>
                      </a:r>
                    </a:p>
                  </a:txBody>
                  <a:tcPr marL="45720" marR="45720" marT="9144" marB="9144" anchor="ctr">
                    <a:solidFill>
                      <a:srgbClr val="1A1A24"/>
                    </a:solidFill>
                  </a:tcPr>
                </a:tc>
                <a:tc>
                  <a:txBody>
                    <a:bodyPr wrap="square"/>
                    <a:lstStyle/>
                    <a:p>
                      <a:pPr algn="ctr"/>
                      <a:r>
                        <a:rPr sz="800" b="1">
                          <a:solidFill>
                            <a:srgbClr val="FFFFFF"/>
                          </a:solidFill>
                        </a:rPr>
                        <a:t>Pool 3
Operating expense</a:t>
                      </a:r>
                    </a:p>
                  </a:txBody>
                  <a:tcPr marL="45720" marR="45720" marT="9144" marB="9144" anchor="ctr">
                    <a:solidFill>
                      <a:srgbClr val="1A1A24"/>
                    </a:solidFill>
                  </a:tcPr>
                </a:tc>
                <a:tc>
                  <a:txBody>
                    <a:bodyPr wrap="square"/>
                    <a:lstStyle/>
                    <a:p>
                      <a:pPr algn="ctr"/>
                      <a:r>
                        <a:rPr sz="800" b="1">
                          <a:solidFill>
                            <a:srgbClr val="FFFFFF"/>
                          </a:solidFill>
                        </a:rPr>
                        <a:t>Pool 4
Investment cost</a:t>
                      </a:r>
                    </a:p>
                  </a:txBody>
                  <a:tcPr marL="45720" marR="45720" marT="9144" marB="9144" anchor="ctr">
                    <a:solidFill>
                      <a:srgbClr val="1A1A24"/>
                    </a:solidFill>
                  </a:tcPr>
                </a:tc>
                <a:tc>
                  <a:txBody>
                    <a:bodyPr wrap="square"/>
                    <a:lstStyle/>
                    <a:p>
                      <a:pPr algn="ctr"/>
                      <a:r>
                        <a:rPr sz="800" b="1">
                          <a:solidFill>
                            <a:srgbClr val="FFFFFF"/>
                          </a:solidFill>
                        </a:rPr>
                        <a:t>Pool 5
Capital and licence (economic)</a:t>
                      </a:r>
                    </a:p>
                  </a:txBody>
                  <a:tcPr marL="45720" marR="45720" marT="9144" marB="9144" anchor="ctr">
                    <a:solidFill>
                      <a:srgbClr val="1A1A24"/>
                    </a:solidFill>
                  </a:tcPr>
                </a:tc>
                <a:tc>
                  <a:txBody>
                    <a:bodyPr wrap="square"/>
                    <a:lstStyle/>
                    <a:p>
                      <a:pPr algn="ctr"/>
                      <a:r>
                        <a:rPr sz="800" b="1">
                          <a:solidFill>
                            <a:srgbClr val="FFFFFF"/>
                          </a:solidFill>
                        </a:rPr>
                        <a:t>Accounting total
(pools 1 to 4)</a:t>
                      </a:r>
                    </a:p>
                  </a:txBody>
                  <a:tcPr marL="45720" marR="45720" marT="9144" marB="9144" anchor="ctr">
                    <a:solidFill>
                      <a:srgbClr val="1A1A24"/>
                    </a:solidFill>
                  </a:tcPr>
                </a:tc>
              </a:tr>
              <a:tr h="338328">
                <a:tc>
                  <a:txBody>
                    <a:bodyPr wrap="square"/>
                    <a:lstStyle/>
                    <a:p>
                      <a:r>
                        <a:rPr sz="900" b="0">
                          <a:solidFill>
                            <a:srgbClr val="1A1A24"/>
                          </a:solidFill>
                        </a:rPr>
                        <a:t>Product and pricing</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4</a:t>
                      </a:r>
                    </a:p>
                  </a:txBody>
                  <a:tcPr marL="45720" marR="45720" marT="9144" marB="9144" anchor="ctr">
                    <a:solidFill>
                      <a:srgbClr val="F6F6FA"/>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1">
                          <a:solidFill>
                            <a:srgbClr val="1A1A24"/>
                          </a:solidFill>
                        </a:rPr>
                        <a:t>4</a:t>
                      </a:r>
                    </a:p>
                  </a:txBody>
                  <a:tcPr marL="45720" marR="45720" marT="9144" marB="9144" anchor="ctr">
                    <a:solidFill>
                      <a:srgbClr val="FFFFFF"/>
                    </a:solidFill>
                  </a:tcPr>
                </a:tc>
              </a:tr>
              <a:tr h="338328">
                <a:tc>
                  <a:txBody>
                    <a:bodyPr wrap="square"/>
                    <a:lstStyle/>
                    <a:p>
                      <a:r>
                        <a:rPr sz="900" b="0">
                          <a:solidFill>
                            <a:srgbClr val="1A1A24"/>
                          </a:solidFill>
                        </a:rPr>
                        <a:t>Distribution</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55</a:t>
                      </a:r>
                    </a:p>
                  </a:txBody>
                  <a:tcPr marL="45720" marR="45720" marT="9144" marB="9144" anchor="ctr">
                    <a:solidFill>
                      <a:srgbClr val="A9A9B3"/>
                    </a:solidFill>
                  </a:tcPr>
                </a:tc>
                <a:tc>
                  <a:txBody>
                    <a:bodyPr wrap="square"/>
                    <a:lstStyle/>
                    <a:p>
                      <a:pPr algn="ctr"/>
                      <a:r>
                        <a:rPr sz="900" b="0">
                          <a:solidFill>
                            <a:srgbClr val="FFFFFF"/>
                          </a:solidFill>
                        </a:rPr>
                        <a:t>115</a:t>
                      </a:r>
                    </a:p>
                  </a:txBody>
                  <a:tcPr marL="45720" marR="45720" marT="9144" marB="9144" anchor="ctr">
                    <a:solidFill>
                      <a:srgbClr val="1A1A24"/>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1">
                          <a:solidFill>
                            <a:srgbClr val="1A1A24"/>
                          </a:solidFill>
                        </a:rPr>
                        <a:t>171</a:t>
                      </a:r>
                    </a:p>
                  </a:txBody>
                  <a:tcPr marL="45720" marR="45720" marT="9144" marB="9144" anchor="ctr">
                    <a:solidFill>
                      <a:srgbClr val="FFFFFF"/>
                    </a:solidFill>
                  </a:tcPr>
                </a:tc>
              </a:tr>
              <a:tr h="338328">
                <a:tc>
                  <a:txBody>
                    <a:bodyPr wrap="square"/>
                    <a:lstStyle/>
                    <a:p>
                      <a:r>
                        <a:rPr sz="900" b="0">
                          <a:solidFill>
                            <a:srgbClr val="1A1A24"/>
                          </a:solidFill>
                        </a:rPr>
                        <a:t>Underwriting and onboarding</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15</a:t>
                      </a:r>
                    </a:p>
                  </a:txBody>
                  <a:tcPr marL="45720" marR="45720" marT="9144" marB="9144" anchor="ctr">
                    <a:solidFill>
                      <a:srgbClr val="DADAE0"/>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1">
                          <a:solidFill>
                            <a:srgbClr val="1A1A24"/>
                          </a:solidFill>
                        </a:rPr>
                        <a:t>15</a:t>
                      </a:r>
                    </a:p>
                  </a:txBody>
                  <a:tcPr marL="45720" marR="45720" marT="9144" marB="9144" anchor="ctr">
                    <a:solidFill>
                      <a:srgbClr val="FFFFFF"/>
                    </a:solidFill>
                  </a:tcPr>
                </a:tc>
              </a:tr>
              <a:tr h="338328">
                <a:tc>
                  <a:txBody>
                    <a:bodyPr wrap="square"/>
                    <a:lstStyle/>
                    <a:p>
                      <a:r>
                        <a:rPr sz="900" b="0">
                          <a:solidFill>
                            <a:srgbClr val="1A1A24"/>
                          </a:solidFill>
                        </a:rPr>
                        <a:t>Policy administration and servicing</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59</a:t>
                      </a:r>
                    </a:p>
                  </a:txBody>
                  <a:tcPr marL="45720" marR="45720" marT="9144" marB="9144" anchor="ctr">
                    <a:solidFill>
                      <a:srgbClr val="A9A9B3"/>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1">
                          <a:solidFill>
                            <a:srgbClr val="1A1A24"/>
                          </a:solidFill>
                        </a:rPr>
                        <a:t>59</a:t>
                      </a:r>
                    </a:p>
                  </a:txBody>
                  <a:tcPr marL="45720" marR="45720" marT="9144" marB="9144" anchor="ctr">
                    <a:solidFill>
                      <a:srgbClr val="FFFFFF"/>
                    </a:solidFill>
                  </a:tcPr>
                </a:tc>
              </a:tr>
              <a:tr h="338328">
                <a:tc>
                  <a:txBody>
                    <a:bodyPr wrap="square"/>
                    <a:lstStyle/>
                    <a:p>
                      <a:r>
                        <a:rPr sz="900" b="0">
                          <a:solidFill>
                            <a:srgbClr val="1A1A24"/>
                          </a:solidFill>
                        </a:rPr>
                        <a:t>Claims</a:t>
                      </a:r>
                    </a:p>
                  </a:txBody>
                  <a:tcPr marL="45720" marR="45720" marT="9144" marB="9144" anchor="ctr">
                    <a:solidFill>
                      <a:srgbClr val="FFFFFF"/>
                    </a:solidFill>
                  </a:tcPr>
                </a:tc>
                <a:tc>
                  <a:txBody>
                    <a:bodyPr wrap="square"/>
                    <a:lstStyle/>
                    <a:p>
                      <a:pPr algn="ctr"/>
                      <a:r>
                        <a:rPr sz="900" b="0">
                          <a:solidFill>
                            <a:srgbClr val="FFFFFF"/>
                          </a:solidFill>
                        </a:rPr>
                        <a:t>134</a:t>
                      </a:r>
                    </a:p>
                  </a:txBody>
                  <a:tcPr marL="45720" marR="45720" marT="9144" marB="9144" anchor="ctr">
                    <a:solidFill>
                      <a:srgbClr val="1A1A24"/>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39</a:t>
                      </a:r>
                    </a:p>
                  </a:txBody>
                  <a:tcPr marL="45720" marR="45720" marT="9144" marB="9144" anchor="ctr">
                    <a:solidFill>
                      <a:srgbClr val="A9A9B3"/>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1">
                          <a:solidFill>
                            <a:srgbClr val="1A1A24"/>
                          </a:solidFill>
                        </a:rPr>
                        <a:t>174</a:t>
                      </a:r>
                    </a:p>
                  </a:txBody>
                  <a:tcPr marL="45720" marR="45720" marT="9144" marB="9144" anchor="ctr">
                    <a:solidFill>
                      <a:srgbClr val="FFFFFF"/>
                    </a:solidFill>
                  </a:tcPr>
                </a:tc>
              </a:tr>
              <a:tr h="338328">
                <a:tc>
                  <a:txBody>
                    <a:bodyPr wrap="square"/>
                    <a:lstStyle/>
                    <a:p>
                      <a:r>
                        <a:rPr sz="900" b="0">
                          <a:solidFill>
                            <a:srgbClr val="1A1A24"/>
                          </a:solidFill>
                        </a:rPr>
                        <a:t>Investments</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20</a:t>
                      </a:r>
                    </a:p>
                  </a:txBody>
                  <a:tcPr marL="45720" marR="45720" marT="9144" marB="9144" anchor="ctr">
                    <a:solidFill>
                      <a:srgbClr val="DADAE0"/>
                    </a:solidFill>
                  </a:tcPr>
                </a:tc>
                <a:tc>
                  <a:txBody>
                    <a:bodyPr wrap="square"/>
                    <a:lstStyle/>
                    <a:p>
                      <a:pPr algn="ctr"/>
                      <a:r>
                        <a:rPr sz="900" b="0">
                          <a:solidFill>
                            <a:srgbClr val="1A1A24"/>
                          </a:solidFill>
                        </a:rPr>
                        <a:t>1</a:t>
                      </a:r>
                    </a:p>
                  </a:txBody>
                  <a:tcPr marL="45720" marR="45720" marT="9144" marB="9144" anchor="ctr">
                    <a:solidFill>
                      <a:srgbClr val="F6F6FA"/>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1">
                          <a:solidFill>
                            <a:srgbClr val="1A1A24"/>
                          </a:solidFill>
                        </a:rPr>
                        <a:t>21</a:t>
                      </a:r>
                    </a:p>
                  </a:txBody>
                  <a:tcPr marL="45720" marR="45720" marT="9144" marB="9144" anchor="ctr">
                    <a:solidFill>
                      <a:srgbClr val="FFFFFF"/>
                    </a:solidFill>
                  </a:tcPr>
                </a:tc>
              </a:tr>
              <a:tr h="338328">
                <a:tc>
                  <a:txBody>
                    <a:bodyPr wrap="square"/>
                    <a:lstStyle/>
                    <a:p>
                      <a:r>
                        <a:rPr sz="900" b="0">
                          <a:solidFill>
                            <a:srgbClr val="1A1A24"/>
                          </a:solidFill>
                        </a:rPr>
                        <a:t>Technology</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19</a:t>
                      </a:r>
                    </a:p>
                  </a:txBody>
                  <a:tcPr marL="45720" marR="45720" marT="9144" marB="9144" anchor="ctr">
                    <a:solidFill>
                      <a:srgbClr val="DADAE0"/>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1">
                          <a:solidFill>
                            <a:srgbClr val="1A1A24"/>
                          </a:solidFill>
                        </a:rPr>
                        <a:t>19</a:t>
                      </a:r>
                    </a:p>
                  </a:txBody>
                  <a:tcPr marL="45720" marR="45720" marT="9144" marB="9144" anchor="ctr">
                    <a:solidFill>
                      <a:srgbClr val="FFFFFF"/>
                    </a:solidFill>
                  </a:tcPr>
                </a:tc>
              </a:tr>
              <a:tr h="338328">
                <a:tc>
                  <a:txBody>
                    <a:bodyPr wrap="square"/>
                    <a:lstStyle/>
                    <a:p>
                      <a:r>
                        <a:rPr sz="900" b="0">
                          <a:solidFill>
                            <a:srgbClr val="1A1A24"/>
                          </a:solidFill>
                        </a:rPr>
                        <a:t>Finance, actuarial, risk and compliance</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22</a:t>
                      </a:r>
                    </a:p>
                  </a:txBody>
                  <a:tcPr marL="45720" marR="45720" marT="9144" marB="9144" anchor="ctr">
                    <a:solidFill>
                      <a:srgbClr val="DADAE0"/>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79 e</a:t>
                      </a:r>
                    </a:p>
                  </a:txBody>
                  <a:tcPr marL="45720" marR="45720" marT="9144" marB="9144" anchor="ctr">
                    <a:solidFill>
                      <a:srgbClr val="FFF7B2"/>
                    </a:solidFill>
                  </a:tcPr>
                </a:tc>
                <a:tc>
                  <a:txBody>
                    <a:bodyPr wrap="square"/>
                    <a:lstStyle/>
                    <a:p>
                      <a:pPr algn="ctr"/>
                      <a:r>
                        <a:rPr sz="900" b="1">
                          <a:solidFill>
                            <a:srgbClr val="1A1A24"/>
                          </a:solidFill>
                        </a:rPr>
                        <a:t>22</a:t>
                      </a:r>
                    </a:p>
                  </a:txBody>
                  <a:tcPr marL="45720" marR="45720" marT="9144" marB="9144" anchor="ctr">
                    <a:solidFill>
                      <a:srgbClr val="FFFFFF"/>
                    </a:solidFill>
                  </a:tcPr>
                </a:tc>
              </a:tr>
              <a:tr h="338328">
                <a:tc>
                  <a:txBody>
                    <a:bodyPr wrap="square"/>
                    <a:lstStyle/>
                    <a:p>
                      <a:r>
                        <a:rPr sz="900" b="0">
                          <a:solidFill>
                            <a:srgbClr val="1A1A24"/>
                          </a:solidFill>
                        </a:rPr>
                        <a:t>Governance and corporate</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20</a:t>
                      </a:r>
                    </a:p>
                  </a:txBody>
                  <a:tcPr marL="45720" marR="45720" marT="9144" marB="9144" anchor="ctr">
                    <a:solidFill>
                      <a:srgbClr val="DADAE0"/>
                    </a:solidFill>
                  </a:tcPr>
                </a:tc>
                <a:tc>
                  <a:txBody>
                    <a:bodyPr wrap="square"/>
                    <a:lstStyle/>
                    <a:p>
                      <a:pPr algn="ctr"/>
                      <a:r>
                        <a:rPr sz="900" b="0">
                          <a:solidFill>
                            <a:srgbClr val="1A1A24"/>
                          </a:solidFill>
                        </a:rPr>
                        <a:t/>
                      </a:r>
                    </a:p>
                  </a:txBody>
                  <a:tcPr marL="45720" marR="45720" marT="9144" marB="9144" anchor="ctr">
                    <a:solidFill>
                      <a:srgbClr val="FFFFFF"/>
                    </a:solidFill>
                  </a:tcPr>
                </a:tc>
                <a:tc>
                  <a:txBody>
                    <a:bodyPr wrap="square"/>
                    <a:lstStyle/>
                    <a:p>
                      <a:pPr algn="ctr"/>
                      <a:r>
                        <a:rPr sz="900" b="0">
                          <a:solidFill>
                            <a:srgbClr val="1A1A24"/>
                          </a:solidFill>
                        </a:rPr>
                        <a:t>20 e</a:t>
                      </a:r>
                    </a:p>
                  </a:txBody>
                  <a:tcPr marL="45720" marR="45720" marT="9144" marB="9144" anchor="ctr">
                    <a:solidFill>
                      <a:srgbClr val="FFF7B2"/>
                    </a:solidFill>
                  </a:tcPr>
                </a:tc>
                <a:tc>
                  <a:txBody>
                    <a:bodyPr wrap="square"/>
                    <a:lstStyle/>
                    <a:p>
                      <a:pPr algn="ctr"/>
                      <a:r>
                        <a:rPr sz="900" b="1">
                          <a:solidFill>
                            <a:srgbClr val="1A1A24"/>
                          </a:solidFill>
                        </a:rPr>
                        <a:t>20</a:t>
                      </a:r>
                    </a:p>
                  </a:txBody>
                  <a:tcPr marL="45720" marR="45720" marT="9144" marB="9144" anchor="ctr">
                    <a:solidFill>
                      <a:srgbClr val="FFFFFF"/>
                    </a:solidFill>
                  </a:tcPr>
                </a:tc>
              </a:tr>
              <a:tr h="338328">
                <a:tc>
                  <a:txBody>
                    <a:bodyPr wrap="square"/>
                    <a:lstStyle/>
                    <a:p>
                      <a:r>
                        <a:rPr sz="900" b="1">
                          <a:solidFill>
                            <a:srgbClr val="1A1A24"/>
                          </a:solidFill>
                        </a:rPr>
                        <a:t>Total by pool</a:t>
                      </a:r>
                    </a:p>
                  </a:txBody>
                  <a:tcPr marL="45720" marR="45720" marT="9144" marB="9144" anchor="ctr">
                    <a:solidFill>
                      <a:srgbClr val="F6F6FA"/>
                    </a:solidFill>
                  </a:tcPr>
                </a:tc>
                <a:tc>
                  <a:txBody>
                    <a:bodyPr wrap="square"/>
                    <a:lstStyle/>
                    <a:p>
                      <a:pPr algn="ctr"/>
                      <a:r>
                        <a:rPr sz="900" b="1">
                          <a:solidFill>
                            <a:srgbClr val="1A1A24"/>
                          </a:solidFill>
                        </a:rPr>
                        <a:t>134</a:t>
                      </a:r>
                    </a:p>
                  </a:txBody>
                  <a:tcPr marL="45720" marR="45720" marT="9144" marB="9144" anchor="ctr">
                    <a:solidFill>
                      <a:srgbClr val="F6F6FA"/>
                    </a:solidFill>
                  </a:tcPr>
                </a:tc>
                <a:tc>
                  <a:txBody>
                    <a:bodyPr wrap="square"/>
                    <a:lstStyle/>
                    <a:p>
                      <a:pPr algn="ctr"/>
                      <a:r>
                        <a:rPr sz="900" b="1">
                          <a:solidFill>
                            <a:srgbClr val="1A1A24"/>
                          </a:solidFill>
                        </a:rPr>
                        <a:t>55</a:t>
                      </a:r>
                    </a:p>
                  </a:txBody>
                  <a:tcPr marL="45720" marR="45720" marT="9144" marB="9144" anchor="ctr">
                    <a:solidFill>
                      <a:srgbClr val="F6F6FA"/>
                    </a:solidFill>
                  </a:tcPr>
                </a:tc>
                <a:tc>
                  <a:txBody>
                    <a:bodyPr wrap="square"/>
                    <a:lstStyle/>
                    <a:p>
                      <a:pPr algn="ctr"/>
                      <a:r>
                        <a:rPr sz="900" b="1">
                          <a:solidFill>
                            <a:srgbClr val="1A1A24"/>
                          </a:solidFill>
                        </a:rPr>
                        <a:t>314</a:t>
                      </a:r>
                    </a:p>
                  </a:txBody>
                  <a:tcPr marL="45720" marR="45720" marT="9144" marB="9144" anchor="ctr">
                    <a:solidFill>
                      <a:srgbClr val="F6F6FA"/>
                    </a:solidFill>
                  </a:tcPr>
                </a:tc>
                <a:tc>
                  <a:txBody>
                    <a:bodyPr wrap="square"/>
                    <a:lstStyle/>
                    <a:p>
                      <a:pPr algn="ctr"/>
                      <a:r>
                        <a:rPr sz="900" b="1">
                          <a:solidFill>
                            <a:srgbClr val="1A1A24"/>
                          </a:solidFill>
                        </a:rPr>
                        <a:t>1</a:t>
                      </a:r>
                    </a:p>
                  </a:txBody>
                  <a:tcPr marL="45720" marR="45720" marT="9144" marB="9144" anchor="ctr">
                    <a:solidFill>
                      <a:srgbClr val="F6F6FA"/>
                    </a:solidFill>
                  </a:tcPr>
                </a:tc>
                <a:tc>
                  <a:txBody>
                    <a:bodyPr wrap="square"/>
                    <a:lstStyle/>
                    <a:p>
                      <a:pPr algn="ctr"/>
                      <a:r>
                        <a:rPr sz="900" b="1">
                          <a:solidFill>
                            <a:srgbClr val="1A1A24"/>
                          </a:solidFill>
                        </a:rPr>
                        <a:t>99</a:t>
                      </a:r>
                    </a:p>
                  </a:txBody>
                  <a:tcPr marL="45720" marR="45720" marT="9144" marB="9144" anchor="ctr">
                    <a:solidFill>
                      <a:srgbClr val="F6F6FA"/>
                    </a:solidFill>
                  </a:tcPr>
                </a:tc>
                <a:tc>
                  <a:txBody>
                    <a:bodyPr wrap="square"/>
                    <a:lstStyle/>
                    <a:p>
                      <a:pPr algn="ctr"/>
                      <a:r>
                        <a:rPr sz="900" b="1">
                          <a:solidFill>
                            <a:srgbClr val="1A1A24"/>
                          </a:solidFill>
                        </a:rPr>
                        <a:t>505</a:t>
                      </a:r>
                    </a:p>
                  </a:txBody>
                  <a:tcPr marL="45720" marR="45720" marT="9144" marB="9144" anchor="ctr">
                    <a:solidFill>
                      <a:srgbClr val="F6F6FA"/>
                    </a:solidFill>
                  </a:tcPr>
                </a:tc>
              </a:tr>
            </a:tbl>
          </a:graphicData>
        </a:graphic>
      </p:graphicFrame>
      <p:sp>
        <p:nvSpPr>
          <p:cNvPr id="7" name="TextBox 6"/>
          <p:cNvSpPr txBox="1"/>
          <p:nvPr/>
        </p:nvSpPr>
        <p:spPr>
          <a:xfrm>
            <a:off x="484632" y="5257800"/>
            <a:ext cx="7635240" cy="457200"/>
          </a:xfrm>
          <a:prstGeom prst="rect">
            <a:avLst/>
          </a:prstGeom>
          <a:noFill/>
        </p:spPr>
        <p:txBody>
          <a:bodyPr wrap="square">
            <a:spAutoFit/>
          </a:bodyPr>
          <a:lstStyle/>
          <a:p>
            <a:r>
              <a:rPr sz="800">
                <a:solidFill>
                  <a:srgbClr val="747480"/>
                </a:solidFill>
              </a:rPr>
              <a:t>Rm a year, base case. Shade is the cell as a share of the largest accounting cell. Pools 1 to 4 sum to the section H base total; pool 5 (e) is economic value and is not added to it. Blank is nil in the framework. Low and high by function are on the workbook, section J.</a:t>
            </a:r>
          </a:p>
        </p:txBody>
      </p:sp>
      <p:sp>
        <p:nvSpPr>
          <p:cNvPr id="8" name="TextBox 7"/>
          <p:cNvSpPr txBox="1"/>
          <p:nvPr/>
        </p:nvSpPr>
        <p:spPr>
          <a:xfrm>
            <a:off x="8321040" y="1325880"/>
            <a:ext cx="3383280" cy="4572000"/>
          </a:xfrm>
          <a:prstGeom prst="rect">
            <a:avLst/>
          </a:prstGeom>
          <a:noFill/>
        </p:spPr>
        <p:txBody>
          <a:bodyPr wrap="square">
            <a:spAutoFit/>
          </a:bodyPr>
          <a:lstStyle/>
          <a:p>
            <a:pPr>
              <a:spcAft>
                <a:spcPts val="800"/>
              </a:spcAft>
            </a:pPr>
            <a:r>
              <a:rPr sz="1300" b="1">
                <a:solidFill>
                  <a:srgbClr val="1A1A24"/>
                </a:solidFill>
              </a:rPr>
              <a:t>Three cells hold 61 percent of the base case: claims leakage and reinsurance in the claims pool (R134m), the advice block's operating cost in distribution (R115m) and the commission paid outside the bank fee (R55m).</a:t>
            </a:r>
          </a:p>
          <a:p>
            <a:pPr>
              <a:spcAft>
                <a:spcPts val="600"/>
              </a:spcAft>
            </a:pPr>
            <a:r>
              <a:rPr sz="1100">
                <a:solidFill>
                  <a:srgbClr val="1A1A24"/>
                </a:solidFill>
              </a:rPr>
              <a:t>Policy administration and servicing (R59m) and claims handling (R39m) are the non-life platform cells; the head office control functions carry R22m of expense and R79m of trapped capital.</a:t>
            </a:r>
          </a:p>
          <a:p>
            <a:pPr>
              <a:spcAft>
                <a:spcPts val="600"/>
              </a:spcAft>
            </a:pPr>
            <a:r>
              <a:rPr sz="1100">
                <a:solidFill>
                  <a:srgbClr val="1A1A24"/>
                </a:solidFill>
              </a:rPr>
              <a:t>The pool split is arithmetic from section H. The function split of pool 3 uses a cost-share key and gap weights on the Normalisation tab, judgement until management information items 1 and 3 replace it.</a:t>
            </a:r>
          </a:p>
          <a:p>
            <a:pPr>
              <a:spcAft>
                <a:spcPts val="600"/>
              </a:spcAft>
            </a:pPr>
            <a:r>
              <a:rPr sz="1100">
                <a:solidFill>
                  <a:srgbClr val="1A1A24"/>
                </a:solidFill>
              </a:rPr>
              <a:t>Low to high by function: distribution R101m to R268m, claims R86m to R277m, policy administration R33m to R96m.</a:t>
            </a:r>
          </a:p>
          <a:p>
            <a:pPr>
              <a:spcAft>
                <a:spcPts val="600"/>
              </a:spcAft>
            </a:pPr>
            <a:r>
              <a:rPr sz="1100">
                <a:solidFill>
                  <a:srgbClr val="1A1A24"/>
                </a:solidFill>
              </a:rPr>
              <a:t>The map says where to look, not what to target: the claims cell needs no structural change, the distribution cell is the advice block question, the policy administration cell is the non-life platform, and the finance and governance cells carry the licence levers.</a:t>
            </a:r>
          </a:p>
        </p:txBody>
      </p:sp>
      <p:sp>
        <p:nvSpPr>
          <p:cNvPr id="9" name="TextBox 8"/>
          <p:cNvSpPr txBox="1"/>
          <p:nvPr/>
        </p:nvSpPr>
        <p:spPr>
          <a:xfrm>
            <a:off x="484632" y="6053328"/>
            <a:ext cx="11228832" cy="274320"/>
          </a:xfrm>
          <a:prstGeom prst="rect">
            <a:avLst/>
          </a:prstGeom>
          <a:noFill/>
        </p:spPr>
        <p:txBody>
          <a:bodyPr wrap="square">
            <a:spAutoFit/>
          </a:bodyPr>
          <a:lstStyle/>
          <a:p>
            <a:r>
              <a:rPr sz="800">
                <a:solidFill>
                  <a:srgbClr val="747480"/>
                </a:solidFill>
              </a:rPr>
              <a:t>Source: afs_cost_benchmark.xlsx, AFS cost base tab section J and Normalisation tab heat map key; 01_framework.md sections 3 and 4 for the pools and the value chain.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will not centralise cleanly: seven constraints that shape the structural levers</a:t>
            </a:r>
          </a:p>
        </p:txBody>
      </p:sp>
      <p:sp>
        <p:nvSpPr>
          <p:cNvPr id="3" name="Content Placeholder 2"/>
          <p:cNvSpPr>
            <a:spLocks noGrp="1"/>
          </p:cNvSpPr>
          <p:nvPr>
            <p:ph idx="16" sz="quarter"/>
          </p:nvPr>
        </p:nvSpPr>
        <p:spPr/>
        <p:txBody>
          <a:bodyPr wrap="square"/>
          <a:lstStyle/>
          <a:p>
            <a:pPr>
              <a:spcAft>
                <a:spcPts val="1000"/>
              </a:spcAft>
            </a:pPr>
            <a:r>
              <a:rPr b="1" sz="1700"/>
              <a:t>Seven facts about the regime decide how far licences, control functions and platforms can be brought together, and one of them can move the wrong way.</a:t>
            </a:r>
          </a:p>
          <a:p>
            <a:pPr>
              <a:spcAft>
                <a:spcPts val="600"/>
              </a:spcAft>
            </a:pPr>
            <a:r>
              <a:rPr sz="1500"/>
              <a:t>Life and non-life cannot share a licence, so two boards, two heads of actuarial function, two audits, two ORSAs and two solvency capital requirements remain.</a:t>
            </a:r>
          </a:p>
          <a:p>
            <a:pPr>
              <a:spcAft>
                <a:spcPts val="600"/>
              </a:spcAft>
            </a:pPr>
            <a:r>
              <a:rPr sz="1500"/>
              <a:t>Control functions may be shared through intra-group outsourcing, but each board stays accountable and the regulator can require a function back in-house.</a:t>
            </a:r>
          </a:p>
          <a:p>
            <a:pPr>
              <a:spcAft>
                <a:spcPts val="600"/>
              </a:spcAft>
            </a:pPr>
            <a:r>
              <a:rPr sz="1500"/>
              <a:t>FAIS licences are entity-bound with their own key individuals, compliance officers and representative registers; consolidating FSPs is a regulatory project.</a:t>
            </a:r>
          </a:p>
          <a:p>
            <a:pPr>
              <a:spcAft>
                <a:spcPts val="600"/>
              </a:spcAft>
            </a:pPr>
            <a:r>
              <a:rPr sz="1500"/>
              <a:t>Policy transfers between insurers need statutory approval; Absa did this with Guardrisk in 2020 and 2021, and it costs time, actuarial and legal effort.</a:t>
            </a:r>
          </a:p>
          <a:p>
            <a:pPr>
              <a:spcAft>
                <a:spcPts val="600"/>
              </a:spcAft>
            </a:pPr>
            <a:r>
              <a:rPr sz="1500"/>
              <a:t>The cell captive is ring-fenced with its own licence conditions; collapsing it into AIC is a Prudential Authority decision.</a:t>
            </a:r>
          </a:p>
          <a:p>
            <a:pPr>
              <a:spcAft>
                <a:spcPts val="600"/>
              </a:spcAft>
            </a:pPr>
            <a:r>
              <a:rPr sz="1500"/>
              <a:t>Binder and outsourcing rules cap and condition what can be paid to an associate for distribution.</a:t>
            </a:r>
          </a:p>
          <a:p>
            <a:pPr>
              <a:spcAft>
                <a:spcPts val="600"/>
              </a:spcAft>
            </a:pPr>
            <a:r>
              <a:rPr sz="1500"/>
              <a:t>South Africa has no group VAT registration, so recharging a shared service into exempt entities can create irrecoverable VAT that did not exist before. Tax input comes before any shared service case is signed off.</a:t>
            </a:r>
          </a:p>
        </p:txBody>
      </p:sp>
      <p:sp>
        <p:nvSpPr>
          <p:cNvPr id="4" name="SmartArt Placeholder 3"/>
          <p:cNvSpPr>
            <a:spLocks noGrp="1"/>
          </p:cNvSpPr>
          <p:nvPr>
            <p:ph type="dgm" idx="15" sz="quarter"/>
          </p:nvPr>
        </p:nvSpPr>
        <p:spPr/>
      </p:sp>
      <p:sp>
        <p:nvSpPr>
          <p:cNvPr id="4" name="Date Placeholder 3">
            <a:extLst>
              <a:ext uri="{FF2B5EF4-FFF2-40B4-BE49-F238E27FC236}">
                <a16:creationId xmlns:a16="http://schemas.microsoft.com/office/drawing/2014/main" id="{C2E28B2B-ED84-D8B9-C6E0-AF4BC1706BD2}"/>
              </a:ext>
            </a:extLst>
          </p:cNvPr>
          <p:cNvSpPr>
            <a:spLocks noGrp="1"/>
          </p:cNvSpPr>
          <p:nvPr>
            <p:ph type="dt" sz="half" idx="17"/>
          </p:nvPr>
        </p:nvSpPr>
        <p:spPr/>
        <p:txBody>
          <a:bodyPr/>
          <a:lstStyle/>
          <a:p>
            <a:r>
              <a:t>7 October 2026</a:t>
            </a:r>
          </a:p>
        </p:txBody>
      </p:sp>
      <p:sp>
        <p:nvSpPr>
          <p:cNvPr id="5" name="Footer Placeholder 4">
            <a:extLst>
              <a:ext uri="{FF2B5EF4-FFF2-40B4-BE49-F238E27FC236}">
                <a16:creationId xmlns:a16="http://schemas.microsoft.com/office/drawing/2014/main" id="{422FBA85-AB9A-E34B-448A-B5BB1CE520BD}"/>
              </a:ext>
            </a:extLst>
          </p:cNvPr>
          <p:cNvSpPr>
            <a:spLocks noGrp="1"/>
          </p:cNvSpPr>
          <p:nvPr>
            <p:ph type="ftr" sz="quarter" idx="18"/>
          </p:nvPr>
        </p:nvSpPr>
        <p:spPr/>
        <p:txBody>
          <a:bodyPr/>
          <a:lstStyle/>
          <a:p>
            <a:r>
              <a:t>Draft, not for distribution</a:t>
            </a:r>
          </a:p>
        </p:txBody>
      </p:sp>
      <p:sp>
        <p:nvSpPr>
          <p:cNvPr id="6" name="Slide Number Placeholder 5">
            <a:extLst>
              <a:ext uri="{FF2B5EF4-FFF2-40B4-BE49-F238E27FC236}">
                <a16:creationId xmlns:a16="http://schemas.microsoft.com/office/drawing/2014/main" id="{6A1C081B-AFD3-2CFE-BC00-E7A72056889B}"/>
              </a:ext>
            </a:extLst>
          </p:cNvPr>
          <p:cNvSpPr>
            <a:spLocks noGrp="1"/>
          </p:cNvSpPr>
          <p:nvPr>
            <p:ph type="sldNum" sz="quarter" idx="19"/>
          </p:nvPr>
        </p:nvSpPr>
        <p:spPr/>
        <p:txBody>
          <a:bodyPr/>
          <a:lstStyle/>
          <a:p>
            <a:fld id="{F1BC30E3-FFE5-4B91-AA19-87A149EBB9EE}" type="slidenum">
              <a:rPr lang="en-GB" smtClean="0"/>
              <a:pPr/>
              <a:t>‹#›</a:t>
            </a:fld>
            <a:endParaRPr lang="en-GB" dirty="0"/>
          </a:p>
        </p:txBody>
      </p:sp>
      <p:sp>
        <p:nvSpPr>
          <p:cNvPr id="7" name="TextBox 6"/>
          <p:cNvSpPr txBox="1"/>
          <p:nvPr/>
        </p:nvSpPr>
        <p:spPr>
          <a:xfrm>
            <a:off x="484632" y="6053328"/>
            <a:ext cx="11228832" cy="274320"/>
          </a:xfrm>
          <a:prstGeom prst="rect">
            <a:avLst/>
          </a:prstGeom>
          <a:noFill/>
        </p:spPr>
        <p:txBody>
          <a:bodyPr wrap="square">
            <a:spAutoFit/>
          </a:bodyPr>
          <a:lstStyle/>
          <a:p>
            <a:r>
              <a:rPr sz="800">
                <a:solidFill>
                  <a:srgbClr val="747480"/>
                </a:solidFill>
              </a:rPr>
              <a:t>Source: 01_framework.md section 7; Insurance Act 18 of 2017 and Prudential Authority standards; Absa policy transfer notices 2020 and 2021.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size of the prize: a hypothesis range, not a target</a:t>
            </a:r>
          </a:p>
        </p:txBody>
      </p:sp>
      <p:sp>
        <p:nvSpPr>
          <p:cNvPr id="3" name="Content Placeholder 2"/>
          <p:cNvSpPr>
            <a:spLocks noGrp="1"/>
          </p:cNvSpPr>
          <p:nvPr>
            <p:ph idx="16" sz="quarter"/>
          </p:nvPr>
        </p:nvSpPr>
        <p:spPr>
          <a:xfrm>
            <a:ext cx="5074920" cy="0"/>
          </a:xfrm>
        </p:spPr>
        <p:txBody>
          <a:bodyPr wrap="square"/>
          <a:lstStyle/>
          <a:p>
            <a:pPr>
              <a:spcAft>
                <a:spcPts val="1000"/>
              </a:spcAft>
            </a:pPr>
            <a:r>
              <a:rPr b="1" sz="1300"/>
              <a:t>The envelope is R276m to R806m a year on accounting lines, base R505m, with R10m to R169m of economic value from capital and licences kept separate.</a:t>
            </a:r>
          </a:p>
          <a:p>
            <a:pPr>
              <a:spcAft>
                <a:spcPts val="600"/>
              </a:spcAft>
            </a:pPr>
            <a:r>
              <a:rPr sz="1100"/>
              <a:t>Addressable base of R3 524m to R4 566m (operating expense, acquisition excluding the bank fee, shareholder investment cost) at precedent percentages of 6 to 13 percent gives R211m to R594m.</a:t>
            </a:r>
          </a:p>
          <a:p>
            <a:pPr>
              <a:spcAft>
                <a:spcPts val="600"/>
              </a:spcAft>
            </a:pPr>
            <a:r>
              <a:rPr sz="1100"/>
              <a:t>Claims leakage adds R55m to R183m; reinsurance repricing adds R10m to R30m.</a:t>
            </a:r>
          </a:p>
          <a:p>
            <a:pPr>
              <a:spcAft>
                <a:spcPts val="600"/>
              </a:spcAft>
            </a:pPr>
            <a:r>
              <a:rPr sz="1100"/>
              <a:t>The benchmark route on the overhead pools alone gives R210m to R556m; two independent routes, one order of magnitude.</a:t>
            </a:r>
          </a:p>
          <a:p>
            <a:pPr>
              <a:spcAft>
                <a:spcPts val="600"/>
              </a:spcAft>
            </a:pPr>
            <a:r>
              <a:rPr sz="1100"/>
              <a:t>Every input sits on the Normalisation tab with its rationale, low, base and high; management information replaces each one in turn.</a:t>
            </a:r>
          </a:p>
        </p:txBody>
      </p:sp>
      <p:sp>
        <p:nvSpPr>
          <p:cNvPr id="5" name="SmartArt Placeholder 4"/>
          <p:cNvSpPr>
            <a:spLocks noGrp="1"/>
          </p:cNvSpPr>
          <p:nvPr>
            <p:ph type="dgm" idx="17" sz="quarter"/>
          </p:nvPr>
        </p:nvSpPr>
        <p:spPr/>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r>
              <a:t>7 October 2026</a:t>
            </a:r>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t>Draft, not for distribution</a:t>
            </a:r>
          </a:p>
        </p:txBody>
      </p:sp>
      <p:sp>
        <p:nvSpPr>
          <p:cNvPr id="7" name="TextBox 6"/>
          <p:cNvSpPr txBox="1"/>
          <p:nvPr/>
        </p:nvSpPr>
        <p:spPr>
          <a:xfrm>
            <a:off x="5766269" y="1411287"/>
            <a:ext cx="5943600" cy="411480"/>
          </a:xfrm>
          <a:prstGeom prst="rect">
            <a:avLst/>
          </a:prstGeom>
          <a:noFill/>
        </p:spPr>
        <p:txBody>
          <a:bodyPr wrap="square">
            <a:spAutoFit/>
          </a:bodyPr>
          <a:lstStyle/>
          <a:p>
            <a:r>
              <a:rPr sz="1000" b="1">
                <a:solidFill>
                  <a:srgbClr val="1A1A24"/>
                </a:solidFill>
              </a:rPr>
              <a:t>Savings hypothesis range, Rm a year run-rate on the FY2025 base. A hypothesis, not a target</a:t>
            </a:r>
          </a:p>
        </p:txBody>
      </p:sp>
      <p:sp>
        <p:nvSpPr>
          <p:cNvPr id="8" name="TextBox 7"/>
          <p:cNvSpPr txBox="1"/>
          <p:nvPr/>
        </p:nvSpPr>
        <p:spPr>
          <a:xfrm>
            <a:off x="5766269" y="5775642"/>
            <a:ext cx="5943600" cy="274320"/>
          </a:xfrm>
          <a:prstGeom prst="rect">
            <a:avLst/>
          </a:prstGeom>
          <a:noFill/>
        </p:spPr>
        <p:txBody>
          <a:bodyPr wrap="square">
            <a:spAutoFit/>
          </a:bodyPr>
          <a:lstStyle/>
          <a:p>
            <a:r>
              <a:rPr sz="700">
                <a:solidFill>
                  <a:srgbClr val="747480"/>
                </a:solidFill>
              </a:rPr>
              <a:t>Source: afs_cost_benchmark.xlsx, AFS cost base tab section H and Normalisation tab assumptions.</a:t>
            </a:r>
          </a:p>
        </p:txBody>
      </p:sp>
      <p:graphicFrame>
        <p:nvGraphicFramePr>
          <p:cNvPr id="9" name="Chart 8"/>
          <p:cNvGraphicFramePr>
            <a:graphicFrameLocks noGrp="1"/>
          </p:cNvGraphicFramePr>
          <p:nvPr/>
        </p:nvGraphicFramePr>
        <p:xfrm>
          <a:off x="5766269" y="1822767"/>
          <a:ext cx="5943600" cy="3907155"/>
        </p:xfrm>
        <a:graphic>
          <a:graphicData uri="http://schemas.openxmlformats.org/drawingml/2006/chart">
            <c:chart xmlns:c="http://schemas.openxmlformats.org/drawingml/2006/chart" r:id="rId2"/>
          </a:graphicData>
        </a:graphic>
      </p:graphicFrame>
      <p:sp>
        <p:nvSpPr>
          <p:cNvPr id="10" name="TextBox 9"/>
          <p:cNvSpPr txBox="1"/>
          <p:nvPr/>
        </p:nvSpPr>
        <p:spPr>
          <a:xfrm>
            <a:off x="484632" y="6053328"/>
            <a:ext cx="11228832" cy="274320"/>
          </a:xfrm>
          <a:prstGeom prst="rect">
            <a:avLst/>
          </a:prstGeom>
          <a:noFill/>
        </p:spPr>
        <p:txBody>
          <a:bodyPr wrap="square">
            <a:spAutoFit/>
          </a:bodyPr>
          <a:lstStyle/>
          <a:p>
            <a:r>
              <a:rPr sz="800">
                <a:solidFill>
                  <a:srgbClr val="747480"/>
                </a:solidFill>
              </a:rPr>
              <a:t>Source: afs_cost_benchmark.xlsx, AFS cost base tab section H, Gap sizing tab and Normalisation tab.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it costs and how long it takes: the precedent record</a:t>
            </a:r>
          </a:p>
        </p:txBody>
      </p:sp>
      <p:sp>
        <p:nvSpPr>
          <p:cNvPr id="3" name="Content Placeholder 2"/>
          <p:cNvSpPr>
            <a:spLocks noGrp="1"/>
          </p:cNvSpPr>
          <p:nvPr>
            <p:ph idx="16" sz="quarter"/>
          </p:nvPr>
        </p:nvSpPr>
        <p:spPr>
          <a:xfrm>
            <a:ext cx="5074920" cy="0"/>
          </a:xfrm>
        </p:spPr>
        <p:txBody>
          <a:bodyPr wrap="square"/>
          <a:lstStyle/>
          <a:p>
            <a:pPr>
              <a:spcAft>
                <a:spcPts val="1000"/>
              </a:spcAft>
            </a:pPr>
            <a:r>
              <a:rPr b="1" sz="1300"/>
              <a:t>Twenty disclosed programmes delivered 6 to 13 percent of the addressable base in two to three years, at 0.25 to 0.7 times run-rate savings for shared services and 1.5 to 2 times where licences and platforms were consolidated; for AFS that is R138m to R1 451m.</a:t>
            </a:r>
          </a:p>
          <a:p>
            <a:pPr>
              <a:spcAft>
                <a:spcPts val="600"/>
              </a:spcAft>
            </a:pPr>
            <a:r>
              <a:rPr sz="1100"/>
              <a:t>Old Mutual targeted 5.9 percent of a R16 960m base and delivered 7.3 percent; Momentum targeted R700m on R9 200m and delivered R900m after tax by March 2021.</a:t>
            </a:r>
          </a:p>
          <a:p>
            <a:pPr>
              <a:spcAft>
                <a:spcPts val="600"/>
              </a:spcAft>
            </a:pPr>
            <a:r>
              <a:rPr sz="1100"/>
              <a:t>Removing a holding layer after a separation released 36.7 percent at Prudential, the closest analogue to collapsing duplicated licence and control-function cost in the head office.</a:t>
            </a:r>
          </a:p>
          <a:p>
            <a:pPr>
              <a:spcAft>
                <a:spcPts val="600"/>
              </a:spcAft>
            </a:pPr>
            <a:r>
              <a:rPr sz="1100"/>
              <a:t>Year one builds the shared services and takes the leakage and procurement money; years two and three carry the platform and licence work, where the capital case helps pay for it.</a:t>
            </a:r>
          </a:p>
          <a:p>
            <a:pPr>
              <a:spcAft>
                <a:spcPts val="600"/>
              </a:spcAft>
            </a:pPr>
            <a:r>
              <a:rPr sz="1100"/>
              <a:t>Delivery overshoots were common; the risk in the record is cost to achieve, not the saving.</a:t>
            </a:r>
          </a:p>
        </p:txBody>
      </p:sp>
      <p:sp>
        <p:nvSpPr>
          <p:cNvPr id="5" name="SmartArt Placeholder 4"/>
          <p:cNvSpPr>
            <a:spLocks noGrp="1"/>
          </p:cNvSpPr>
          <p:nvPr>
            <p:ph type="dgm" idx="17" sz="quarter"/>
          </p:nvPr>
        </p:nvSpPr>
        <p:spPr/>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r>
              <a:t>7 October 2026</a:t>
            </a:r>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t>Draft, not for distribution</a:t>
            </a:r>
          </a:p>
        </p:txBody>
      </p:sp>
      <p:sp>
        <p:nvSpPr>
          <p:cNvPr id="7" name="TextBox 6"/>
          <p:cNvSpPr txBox="1"/>
          <p:nvPr/>
        </p:nvSpPr>
        <p:spPr>
          <a:xfrm>
            <a:off x="5766269" y="1411287"/>
            <a:ext cx="5943600" cy="411480"/>
          </a:xfrm>
          <a:prstGeom prst="rect">
            <a:avLst/>
          </a:prstGeom>
          <a:noFill/>
        </p:spPr>
        <p:txBody>
          <a:bodyPr wrap="square">
            <a:spAutoFit/>
          </a:bodyPr>
          <a:lstStyle/>
          <a:p>
            <a:r>
              <a:rPr sz="1000" b="1">
                <a:solidFill>
                  <a:srgbClr val="1A1A24"/>
                </a:solidFill>
              </a:rPr>
              <a:t>Disclosed savings targets and deliveries as a share of the addressable cost base, eight precedents with a disclosed base. Planning band 6 to 13 percent</a:t>
            </a:r>
          </a:p>
        </p:txBody>
      </p:sp>
      <p:sp>
        <p:nvSpPr>
          <p:cNvPr id="8" name="TextBox 7"/>
          <p:cNvSpPr txBox="1"/>
          <p:nvPr/>
        </p:nvSpPr>
        <p:spPr>
          <a:xfrm>
            <a:off x="5766269" y="5775642"/>
            <a:ext cx="5943600" cy="274320"/>
          </a:xfrm>
          <a:prstGeom prst="rect">
            <a:avLst/>
          </a:prstGeom>
          <a:noFill/>
        </p:spPr>
        <p:txBody>
          <a:bodyPr wrap="square">
            <a:spAutoFit/>
          </a:bodyPr>
          <a:lstStyle/>
          <a:p>
            <a:r>
              <a:rPr sz="700">
                <a:solidFill>
                  <a:srgbClr val="747480"/>
                </a:solidFill>
              </a:rPr>
              <a:t>Source: precedents data_ids PR-005, PR-013, PR-034, PR-041, PR-151, PR-095, PR-113, PR-137; see source_log.csv.</a:t>
            </a:r>
          </a:p>
        </p:txBody>
      </p:sp>
      <p:graphicFrame>
        <p:nvGraphicFramePr>
          <p:cNvPr id="9" name="Chart 8"/>
          <p:cNvGraphicFramePr>
            <a:graphicFrameLocks noGrp="1"/>
          </p:cNvGraphicFramePr>
          <p:nvPr/>
        </p:nvGraphicFramePr>
        <p:xfrm>
          <a:off x="5766269" y="1822767"/>
          <a:ext cx="5943600" cy="3907155"/>
        </p:xfrm>
        <a:graphic>
          <a:graphicData uri="http://schemas.openxmlformats.org/drawingml/2006/chart">
            <c:chart xmlns:c="http://schemas.openxmlformats.org/drawingml/2006/chart" r:id="rId2"/>
          </a:graphicData>
        </a:graphic>
      </p:graphicFrame>
      <p:sp>
        <p:nvSpPr>
          <p:cNvPr id="10" name="TextBox 9"/>
          <p:cNvSpPr txBox="1"/>
          <p:nvPr/>
        </p:nvSpPr>
        <p:spPr>
          <a:xfrm>
            <a:off x="484632" y="6053328"/>
            <a:ext cx="11228832" cy="274320"/>
          </a:xfrm>
          <a:prstGeom prst="rect">
            <a:avLst/>
          </a:prstGeom>
          <a:noFill/>
        </p:spPr>
        <p:txBody>
          <a:bodyPr wrap="square">
            <a:spAutoFit/>
          </a:bodyPr>
          <a:lstStyle/>
          <a:p>
            <a:r>
              <a:rPr sz="800">
                <a:solidFill>
                  <a:srgbClr val="747480"/>
                </a:solidFill>
              </a:rPr>
              <a:t>Source: Precedents cluster (PR-002, PR-005, PR-013, PR-039, PR-041, PR-045, PR-137, PR-009, PR-097, PR-158); primary documents in source_log.csv.</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counterfactual: what the cost agenda is worth without centralisation</a:t>
            </a:r>
          </a:p>
        </p:txBody>
      </p:sp>
      <p:sp>
        <p:nvSpPr>
          <p:cNvPr id="3" name="Content Placeholder 2"/>
          <p:cNvSpPr>
            <a:spLocks noGrp="1"/>
          </p:cNvSpPr>
          <p:nvPr>
            <p:ph idx="16" sz="quarter"/>
          </p:nvPr>
        </p:nvSpPr>
        <p:spPr>
          <a:xfrm>
            <a:ext cx="5074920" cy="0"/>
          </a:xfrm>
        </p:spPr>
        <p:txBody>
          <a:bodyPr wrap="square"/>
          <a:lstStyle/>
          <a:p>
            <a:pPr>
              <a:spcAft>
                <a:spcPts val="1000"/>
              </a:spcAft>
            </a:pPr>
            <a:r>
              <a:rPr b="1" sz="1300"/>
              <a:t>A cost programme on the present structure captures R254m to R552m a year, base R396m, 78 percent of the base-case prize; centralisation adds R22m to R254m, base R109m, plus R10m to R169m of economic value.</a:t>
            </a:r>
          </a:p>
          <a:p>
            <a:pPr>
              <a:spcAft>
                <a:spcPts val="600"/>
              </a:spcAft>
            </a:pPr>
            <a:r>
              <a:rPr sz="1100"/>
              <a:t>Case A applies the South African operating-programme precedents of 5.6 to 7.6 percent of base (MMI, Old Mutual, Momentum) to the addressable base, with leakage in full and reinsurance at the entity-level share; it costs R64m to R387m to achieve over two years.</a:t>
            </a:r>
          </a:p>
          <a:p>
            <a:pPr>
              <a:spcAft>
                <a:spcPts val="600"/>
              </a:spcAft>
            </a:pPr>
            <a:r>
              <a:rPr sz="1100"/>
              <a:t>Case B is section H: the full precedent range, group reinsurance placement and the capital and licence line; on the lever-mix basis it costs R96m to R895m, base R359m, over three years.</a:t>
            </a:r>
          </a:p>
          <a:p>
            <a:pPr>
              <a:spcAft>
                <a:spcPts val="600"/>
              </a:spcAft>
            </a:pPr>
            <a:r>
              <a:rPr sz="1100"/>
              <a:t>The increment costs R32m to R508m more to achieve, base R185m, takes a year longer and carries the licence, transfer and VAT risk; it maps to the 18 direct cells, of which the non-life platform estate and the head office are the sized ones.</a:t>
            </a:r>
          </a:p>
          <a:p>
            <a:pPr>
              <a:spcAft>
                <a:spcPts val="600"/>
              </a:spcAft>
            </a:pPr>
            <a:r>
              <a:rPr sz="1100"/>
              <a:t>Without the centralisation frame the work starts from unit costs, runs leakage, collections, procurement and spans and layers first, and defers platform and licence decisions to a gate inside the programme.</a:t>
            </a:r>
          </a:p>
        </p:txBody>
      </p:sp>
      <p:sp>
        <p:nvSpPr>
          <p:cNvPr id="5" name="SmartArt Placeholder 4"/>
          <p:cNvSpPr>
            <a:spLocks noGrp="1"/>
          </p:cNvSpPr>
          <p:nvPr>
            <p:ph type="dgm" idx="17" sz="quarter"/>
          </p:nvPr>
        </p:nvSpPr>
        <p:spPr/>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r>
              <a:t>7 October 2026</a:t>
            </a:r>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t>Draft, not for distribution</a:t>
            </a:r>
          </a:p>
        </p:txBody>
      </p:sp>
      <p:sp>
        <p:nvSpPr>
          <p:cNvPr id="7" name="TextBox 6"/>
          <p:cNvSpPr txBox="1"/>
          <p:nvPr/>
        </p:nvSpPr>
        <p:spPr>
          <a:xfrm>
            <a:off x="5766269" y="1411287"/>
            <a:ext cx="5943600" cy="411480"/>
          </a:xfrm>
          <a:prstGeom prst="rect">
            <a:avLst/>
          </a:prstGeom>
          <a:noFill/>
        </p:spPr>
        <p:txBody>
          <a:bodyPr wrap="square">
            <a:spAutoFit/>
          </a:bodyPr>
          <a:lstStyle/>
          <a:p>
            <a:r>
              <a:rPr sz="1000" b="1">
                <a:solidFill>
                  <a:srgbClr val="1A1A24"/>
                </a:solidFill>
              </a:rPr>
              <a:t>Run-rate savings hypothesis, Rm a year on the FY2025 base: case A (cost agenda without centralisation, two years) and case B (centralisation as the agenda, three years)</a:t>
            </a:r>
          </a:p>
        </p:txBody>
      </p:sp>
      <p:sp>
        <p:nvSpPr>
          <p:cNvPr id="8" name="TextBox 7"/>
          <p:cNvSpPr txBox="1"/>
          <p:nvPr/>
        </p:nvSpPr>
        <p:spPr>
          <a:xfrm>
            <a:off x="5766269" y="5775642"/>
            <a:ext cx="5943600" cy="274320"/>
          </a:xfrm>
          <a:prstGeom prst="rect">
            <a:avLst/>
          </a:prstGeom>
          <a:noFill/>
        </p:spPr>
        <p:txBody>
          <a:bodyPr wrap="square">
            <a:spAutoFit/>
          </a:bodyPr>
          <a:lstStyle/>
          <a:p>
            <a:r>
              <a:rPr sz="700">
                <a:solidFill>
                  <a:srgbClr val="747480"/>
                </a:solidFill>
              </a:rPr>
              <a:t>Source: afs_cost_benchmark.xlsx, AFS cost base tab section I and Normalisation tab; a hypothesis, not a target.</a:t>
            </a:r>
          </a:p>
        </p:txBody>
      </p:sp>
      <p:graphicFrame>
        <p:nvGraphicFramePr>
          <p:cNvPr id="9" name="Chart 8"/>
          <p:cNvGraphicFramePr>
            <a:graphicFrameLocks noGrp="1"/>
          </p:cNvGraphicFramePr>
          <p:nvPr/>
        </p:nvGraphicFramePr>
        <p:xfrm>
          <a:off x="5766269" y="1822767"/>
          <a:ext cx="5943600" cy="3907155"/>
        </p:xfrm>
        <a:graphic>
          <a:graphicData uri="http://schemas.openxmlformats.org/drawingml/2006/chart">
            <c:chart xmlns:c="http://schemas.openxmlformats.org/drawingml/2006/chart" r:id="rId2"/>
          </a:graphicData>
        </a:graphic>
      </p:graphicFrame>
      <p:sp>
        <p:nvSpPr>
          <p:cNvPr id="10" name="TextBox 9"/>
          <p:cNvSpPr txBox="1"/>
          <p:nvPr/>
        </p:nvSpPr>
        <p:spPr>
          <a:xfrm>
            <a:off x="484632" y="6053328"/>
            <a:ext cx="11228832" cy="274320"/>
          </a:xfrm>
          <a:prstGeom prst="rect">
            <a:avLst/>
          </a:prstGeom>
          <a:noFill/>
        </p:spPr>
        <p:txBody>
          <a:bodyPr wrap="square">
            <a:spAutoFit/>
          </a:bodyPr>
          <a:lstStyle/>
          <a:p>
            <a:r>
              <a:rPr sz="800">
                <a:solidFill>
                  <a:srgbClr val="747480"/>
                </a:solidFill>
              </a:rPr>
              <a:t>Source: afs_cost_benchmark.xlsx, AFS cost base tab section I and Normalisation tab (pct_nocentral, cta_nocentral, cta_struct, reins_entity); section H unchanged.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programme: three waves, two gates, one frozen baseline</a:t>
            </a:r>
          </a:p>
        </p:txBody>
      </p:sp>
      <p:sp>
        <p:nvSpPr>
          <p:cNvPr id="3" name="Content Placeholder 2"/>
          <p:cNvSpPr>
            <a:spLocks noGrp="1"/>
          </p:cNvSpPr>
          <p:nvPr>
            <p:ph idx="16" sz="quarter"/>
          </p:nvPr>
        </p:nvSpPr>
        <p:spPr>
          <a:xfrm>
            <a:ext cx="5074920" cy="0"/>
          </a:xfrm>
        </p:spPr>
        <p:txBody>
          <a:bodyPr wrap="square"/>
          <a:lstStyle/>
          <a:p>
            <a:pPr>
              <a:spcAft>
                <a:spcPts val="1000"/>
              </a:spcAft>
            </a:pPr>
            <a:r>
              <a:rPr b="1" sz="1300"/>
              <a:t>The money comes in three waves sequenced from the lever grid, and the structural wave opens only at a gate with a frozen baseline, a tax ruling and the regulatory path in hand.</a:t>
            </a:r>
          </a:p>
          <a:p>
            <a:pPr>
              <a:spcAft>
                <a:spcPts val="600"/>
              </a:spcAft>
            </a:pPr>
            <a:r>
              <a:rPr sz="1100"/>
              <a:t>The managing executive sponsors and chairs a monthly steering committee; the chief financial officer owns the baseline and signs every saving; nine lever owners, one per function, carry the cells; a small programme office runs cadence, risks and the benefits register.</a:t>
            </a:r>
          </a:p>
          <a:p>
            <a:pPr>
              <a:spcAft>
                <a:spcPts val="600"/>
              </a:spcAft>
            </a:pPr>
            <a:r>
              <a:rPr sz="1100"/>
              <a:t>Benefits are run-rate against a frozen FY2025 base by entity and by nature, net of cost to achieve, in-year and run-rate apart, attributable and non-attributable apart; one-offs, revenue effects, the bank fee and recharges that stay inside the Group are outside the count.</a:t>
            </a:r>
          </a:p>
          <a:p>
            <a:pPr>
              <a:spcAft>
                <a:spcPts val="600"/>
              </a:spcAft>
            </a:pPr>
            <a:r>
              <a:rPr sz="1100"/>
              <a:t>The regulatory and tax workstream runs from day one: licence map, section 50 transfers, outsourcing notifications, FAIS re-registration, binder caps and a VAT ruling on recharges. It holds the wave three gate.</a:t>
            </a:r>
          </a:p>
          <a:p>
            <a:pPr>
              <a:spcAft>
                <a:spcPts val="600"/>
              </a:spcAft>
            </a:pPr>
            <a:r>
              <a:rPr sz="1100"/>
              <a:t>Most of waves two and three is headcount; the Old Mutual split of 48 percent people, 18 percent IT and 7 percent procurement is the planning assumption until management information replaces it.</a:t>
            </a:r>
          </a:p>
        </p:txBody>
      </p:sp>
      <p:sp>
        <p:nvSpPr>
          <p:cNvPr id="5" name="SmartArt Placeholder 4"/>
          <p:cNvSpPr>
            <a:spLocks noGrp="1"/>
          </p:cNvSpPr>
          <p:nvPr>
            <p:ph type="dgm" idx="17" sz="quarter"/>
          </p:nvPr>
        </p:nvSpPr>
        <p:spPr/>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r>
              <a:t>7 October 2026</a:t>
            </a:r>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t>Draft, not for distribution</a:t>
            </a:r>
          </a:p>
        </p:txBody>
      </p:sp>
      <p:sp>
        <p:nvSpPr>
          <p:cNvPr id="7" name="TextBox 6"/>
          <p:cNvSpPr txBox="1"/>
          <p:nvPr/>
        </p:nvSpPr>
        <p:spPr>
          <a:xfrm>
            <a:off x="5943600" y="1411287"/>
            <a:ext cx="5760720" cy="274320"/>
          </a:xfrm>
          <a:prstGeom prst="rect">
            <a:avLst/>
          </a:prstGeom>
          <a:noFill/>
        </p:spPr>
        <p:txBody>
          <a:bodyPr wrap="none">
            <a:spAutoFit/>
          </a:bodyPr>
          <a:lstStyle/>
          <a:p>
            <a:r>
              <a:rPr sz="900" b="1"/>
              <a:t>Months from launch</a:t>
            </a:r>
          </a:p>
        </p:txBody>
      </p:sp>
      <p:sp>
        <p:nvSpPr>
          <p:cNvPr id="8" name="TextBox 7"/>
          <p:cNvSpPr txBox="1"/>
          <p:nvPr/>
        </p:nvSpPr>
        <p:spPr>
          <a:xfrm>
            <a:off x="5806440" y="4063047"/>
            <a:ext cx="365760" cy="228600"/>
          </a:xfrm>
          <a:prstGeom prst="rect">
            <a:avLst/>
          </a:prstGeom>
          <a:noFill/>
        </p:spPr>
        <p:txBody>
          <a:bodyPr wrap="none">
            <a:spAutoFit/>
          </a:bodyPr>
          <a:lstStyle/>
          <a:p>
            <a:r>
              <a:rPr sz="800">
                <a:solidFill>
                  <a:srgbClr val="747480"/>
                </a:solidFill>
              </a:rPr>
              <a:t>0</a:t>
            </a:r>
          </a:p>
        </p:txBody>
      </p:sp>
      <p:cxnSp>
        <p:nvCxnSpPr>
          <p:cNvPr id="9" name="Connector 8"/>
          <p:cNvCxnSpPr/>
          <p:nvPr/>
        </p:nvCxnSpPr>
        <p:spPr>
          <a:xfrm>
            <a:off x="5943600" y="1731327"/>
            <a:ext cx="0" cy="2286000"/>
          </a:xfrm>
          <a:prstGeom prst="line">
            <a:avLst/>
          </a:prstGeom>
          <a:ln w="6350">
            <a:solidFill>
              <a:srgbClr val="C4C4C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0" y="4063047"/>
            <a:ext cx="365760" cy="228600"/>
          </a:xfrm>
          <a:prstGeom prst="rect">
            <a:avLst/>
          </a:prstGeom>
          <a:noFill/>
        </p:spPr>
        <p:txBody>
          <a:bodyPr wrap="none">
            <a:spAutoFit/>
          </a:bodyPr>
          <a:lstStyle/>
          <a:p>
            <a:r>
              <a:rPr sz="800">
                <a:solidFill>
                  <a:srgbClr val="747480"/>
                </a:solidFill>
              </a:rPr>
              <a:t>6</a:t>
            </a:r>
          </a:p>
        </p:txBody>
      </p:sp>
      <p:cxnSp>
        <p:nvCxnSpPr>
          <p:cNvPr id="11" name="Connector 10"/>
          <p:cNvCxnSpPr/>
          <p:nvPr/>
        </p:nvCxnSpPr>
        <p:spPr>
          <a:xfrm>
            <a:off x="6903720" y="1731327"/>
            <a:ext cx="0" cy="2286000"/>
          </a:xfrm>
          <a:prstGeom prst="line">
            <a:avLst/>
          </a:prstGeom>
          <a:ln w="6350">
            <a:solidFill>
              <a:srgbClr val="C4C4C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726680" y="4063047"/>
            <a:ext cx="365760" cy="228600"/>
          </a:xfrm>
          <a:prstGeom prst="rect">
            <a:avLst/>
          </a:prstGeom>
          <a:noFill/>
        </p:spPr>
        <p:txBody>
          <a:bodyPr wrap="none">
            <a:spAutoFit/>
          </a:bodyPr>
          <a:lstStyle/>
          <a:p>
            <a:r>
              <a:rPr sz="800">
                <a:solidFill>
                  <a:srgbClr val="747480"/>
                </a:solidFill>
              </a:rPr>
              <a:t>12</a:t>
            </a:r>
          </a:p>
        </p:txBody>
      </p:sp>
      <p:cxnSp>
        <p:nvCxnSpPr>
          <p:cNvPr id="13" name="Connector 12"/>
          <p:cNvCxnSpPr/>
          <p:nvPr/>
        </p:nvCxnSpPr>
        <p:spPr>
          <a:xfrm>
            <a:off x="7863840" y="1731327"/>
            <a:ext cx="0" cy="2286000"/>
          </a:xfrm>
          <a:prstGeom prst="line">
            <a:avLst/>
          </a:prstGeom>
          <a:ln w="6350">
            <a:solidFill>
              <a:srgbClr val="C4C4CD"/>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86800" y="4063047"/>
            <a:ext cx="365760" cy="228600"/>
          </a:xfrm>
          <a:prstGeom prst="rect">
            <a:avLst/>
          </a:prstGeom>
          <a:noFill/>
        </p:spPr>
        <p:txBody>
          <a:bodyPr wrap="none">
            <a:spAutoFit/>
          </a:bodyPr>
          <a:lstStyle/>
          <a:p>
            <a:r>
              <a:rPr sz="800">
                <a:solidFill>
                  <a:srgbClr val="747480"/>
                </a:solidFill>
              </a:rPr>
              <a:t>18</a:t>
            </a:r>
          </a:p>
        </p:txBody>
      </p:sp>
      <p:cxnSp>
        <p:nvCxnSpPr>
          <p:cNvPr id="15" name="Connector 14"/>
          <p:cNvCxnSpPr/>
          <p:nvPr/>
        </p:nvCxnSpPr>
        <p:spPr>
          <a:xfrm>
            <a:off x="8823960" y="1731327"/>
            <a:ext cx="0" cy="2286000"/>
          </a:xfrm>
          <a:prstGeom prst="line">
            <a:avLst/>
          </a:prstGeom>
          <a:ln w="6350">
            <a:solidFill>
              <a:srgbClr val="C4C4C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646920" y="4063047"/>
            <a:ext cx="365760" cy="228600"/>
          </a:xfrm>
          <a:prstGeom prst="rect">
            <a:avLst/>
          </a:prstGeom>
          <a:noFill/>
        </p:spPr>
        <p:txBody>
          <a:bodyPr wrap="none">
            <a:spAutoFit/>
          </a:bodyPr>
          <a:lstStyle/>
          <a:p>
            <a:r>
              <a:rPr sz="800">
                <a:solidFill>
                  <a:srgbClr val="747480"/>
                </a:solidFill>
              </a:rPr>
              <a:t>24</a:t>
            </a:r>
          </a:p>
        </p:txBody>
      </p:sp>
      <p:cxnSp>
        <p:nvCxnSpPr>
          <p:cNvPr id="17" name="Connector 16"/>
          <p:cNvCxnSpPr/>
          <p:nvPr/>
        </p:nvCxnSpPr>
        <p:spPr>
          <a:xfrm>
            <a:off x="9784080" y="1731327"/>
            <a:ext cx="0" cy="2286000"/>
          </a:xfrm>
          <a:prstGeom prst="line">
            <a:avLst/>
          </a:prstGeom>
          <a:ln w="6350">
            <a:solidFill>
              <a:srgbClr val="C4C4C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607040" y="4063047"/>
            <a:ext cx="365760" cy="228600"/>
          </a:xfrm>
          <a:prstGeom prst="rect">
            <a:avLst/>
          </a:prstGeom>
          <a:noFill/>
        </p:spPr>
        <p:txBody>
          <a:bodyPr wrap="none">
            <a:spAutoFit/>
          </a:bodyPr>
          <a:lstStyle/>
          <a:p>
            <a:r>
              <a:rPr sz="800">
                <a:solidFill>
                  <a:srgbClr val="747480"/>
                </a:solidFill>
              </a:rPr>
              <a:t>30</a:t>
            </a:r>
          </a:p>
        </p:txBody>
      </p:sp>
      <p:cxnSp>
        <p:nvCxnSpPr>
          <p:cNvPr id="19" name="Connector 18"/>
          <p:cNvCxnSpPr/>
          <p:nvPr/>
        </p:nvCxnSpPr>
        <p:spPr>
          <a:xfrm>
            <a:off x="10744200" y="1731327"/>
            <a:ext cx="0" cy="2286000"/>
          </a:xfrm>
          <a:prstGeom prst="line">
            <a:avLst/>
          </a:prstGeom>
          <a:ln w="6350">
            <a:solidFill>
              <a:srgbClr val="C4C4C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1567160" y="4063047"/>
            <a:ext cx="365760" cy="228600"/>
          </a:xfrm>
          <a:prstGeom prst="rect">
            <a:avLst/>
          </a:prstGeom>
          <a:noFill/>
        </p:spPr>
        <p:txBody>
          <a:bodyPr wrap="none">
            <a:spAutoFit/>
          </a:bodyPr>
          <a:lstStyle/>
          <a:p>
            <a:r>
              <a:rPr sz="800">
                <a:solidFill>
                  <a:srgbClr val="747480"/>
                </a:solidFill>
              </a:rPr>
              <a:t>36</a:t>
            </a:r>
          </a:p>
        </p:txBody>
      </p:sp>
      <p:cxnSp>
        <p:nvCxnSpPr>
          <p:cNvPr id="21" name="Connector 20"/>
          <p:cNvCxnSpPr/>
          <p:nvPr/>
        </p:nvCxnSpPr>
        <p:spPr>
          <a:xfrm>
            <a:off x="11704320" y="1731327"/>
            <a:ext cx="0" cy="2286000"/>
          </a:xfrm>
          <a:prstGeom prst="line">
            <a:avLst/>
          </a:prstGeom>
          <a:ln w="6350">
            <a:solidFill>
              <a:srgbClr val="C4C4CD"/>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943600" y="1868487"/>
            <a:ext cx="1440180" cy="548640"/>
          </a:xfrm>
          <a:prstGeom prst="rect">
            <a:avLst/>
          </a:prstGeom>
          <a:solidFill>
            <a:srgbClr val="C4C4CD"/>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800" b="0">
                <a:solidFill>
                  <a:srgbClr val="1A1A24"/>
                </a:solidFill>
              </a:rPr>
              <a:t>Wave one, 0 to 9: independent money. R125m</a:t>
            </a:r>
          </a:p>
        </p:txBody>
      </p:sp>
      <p:sp>
        <p:nvSpPr>
          <p:cNvPr id="23" name="Rectangle 22"/>
          <p:cNvSpPr/>
          <p:nvPr/>
        </p:nvSpPr>
        <p:spPr>
          <a:xfrm>
            <a:off x="6423660" y="2508567"/>
            <a:ext cx="2400300" cy="548640"/>
          </a:xfrm>
          <a:prstGeom prst="rect">
            <a:avLst/>
          </a:prstGeom>
          <a:solidFill>
            <a:srgbClr val="74748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800" b="0">
                <a:solidFill>
                  <a:srgbClr val="FFFFFF"/>
                </a:solidFill>
              </a:rPr>
              <a:t>Wave two, 3 to 18: adjacent money, the operating programme. R272m</a:t>
            </a:r>
          </a:p>
        </p:txBody>
      </p:sp>
      <p:sp>
        <p:nvSpPr>
          <p:cNvPr id="24" name="Rectangle 23"/>
          <p:cNvSpPr/>
          <p:nvPr/>
        </p:nvSpPr>
        <p:spPr>
          <a:xfrm>
            <a:off x="6903720" y="3148647"/>
            <a:ext cx="4800600" cy="5486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800" b="0">
                <a:solidFill>
                  <a:srgbClr val="1A1A24"/>
                </a:solidFill>
              </a:rPr>
              <a:t>Wave three, 6 to 36: direct money, opens only on the structural decision. Platform estate, control functions, FSPs, group reinsurance, licences. R109m plus economic value</a:t>
            </a:r>
          </a:p>
        </p:txBody>
      </p:sp>
      <p:sp>
        <p:nvSpPr>
          <p:cNvPr id="25" name="Rectangle 24"/>
          <p:cNvSpPr/>
          <p:nvPr/>
        </p:nvSpPr>
        <p:spPr>
          <a:xfrm>
            <a:off x="5943600" y="3743007"/>
            <a:ext cx="5760720" cy="27432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750" b="0">
                <a:solidFill>
                  <a:srgbClr val="FFFFFF"/>
                </a:solidFill>
              </a:rPr>
              <a:t>Regulatory and tax workstream from day one: licence map, section 50 transfers, outsourcing notifications, FAIS, binder caps, VAT ruling</a:t>
            </a:r>
          </a:p>
        </p:txBody>
      </p:sp>
      <p:sp>
        <p:nvSpPr>
          <p:cNvPr id="26" name="Diamond 25"/>
          <p:cNvSpPr/>
          <p:nvPr/>
        </p:nvSpPr>
        <p:spPr>
          <a:xfrm>
            <a:off x="6110478" y="1713039"/>
            <a:ext cx="146304" cy="146304"/>
          </a:xfrm>
          <a:prstGeom prst="diamond">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iamond 26"/>
          <p:cNvSpPr/>
          <p:nvPr/>
        </p:nvSpPr>
        <p:spPr>
          <a:xfrm>
            <a:off x="6830568" y="1713039"/>
            <a:ext cx="146304" cy="146304"/>
          </a:xfrm>
          <a:prstGeom prst="diamond">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0" y="4337367"/>
            <a:ext cx="5760720" cy="457200"/>
          </a:xfrm>
          <a:prstGeom prst="rect">
            <a:avLst/>
          </a:prstGeom>
          <a:noFill/>
        </p:spPr>
        <p:txBody>
          <a:bodyPr wrap="square">
            <a:spAutoFit/>
          </a:bodyPr>
          <a:lstStyle/>
          <a:p>
            <a:r>
              <a:rPr sz="750">
                <a:solidFill>
                  <a:srgbClr val="747480"/>
                </a:solidFill>
              </a:rPr>
              <a:t>Gates (diamonds). Gate one, about month 1.5: frozen baseline signed by the chief financial officer. Gate two, month 6: tax ruling on recharges, regulatory path per licence action, structural decision by the steering committee. Run-rate figures are the base case at full delivery.</a:t>
            </a:r>
          </a:p>
        </p:txBody>
      </p:sp>
      <p:sp>
        <p:nvSpPr>
          <p:cNvPr id="29" name="TextBox 28"/>
          <p:cNvSpPr txBox="1"/>
          <p:nvPr/>
        </p:nvSpPr>
        <p:spPr>
          <a:xfrm>
            <a:off x="484632" y="6053328"/>
            <a:ext cx="11228832" cy="274320"/>
          </a:xfrm>
          <a:prstGeom prst="rect">
            <a:avLst/>
          </a:prstGeom>
          <a:noFill/>
        </p:spPr>
        <p:txBody>
          <a:bodyPr wrap="square">
            <a:spAutoFit/>
          </a:bodyPr>
          <a:lstStyle/>
          <a:p>
            <a:r>
              <a:rPr sz="800">
                <a:solidFill>
                  <a:srgbClr val="747480"/>
                </a:solidFill>
              </a:rPr>
              <a:t>Source: 05_pov_afs_centralisation.docx section 8; waves and gates from the lever grid in 01_framework.md section 5; precedents PR-009, PR-010, PR-012, PR-014 to PR-016, PR-045.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three-year shape: what is banked by when, and what it costs</a:t>
            </a:r>
          </a:p>
        </p:txBody>
      </p:sp>
      <p:sp>
        <p:nvSpPr>
          <p:cNvPr id="3" name="Content Placeholder 2"/>
          <p:cNvSpPr>
            <a:spLocks noGrp="1"/>
          </p:cNvSpPr>
          <p:nvPr>
            <p:ph idx="16" sz="quarter"/>
          </p:nvPr>
        </p:nvSpPr>
        <p:spPr>
          <a:xfrm>
            <a:ext cx="5074920" cy="0"/>
          </a:xfrm>
        </p:spPr>
        <p:txBody>
          <a:bodyPr wrap="square"/>
          <a:lstStyle/>
          <a:p>
            <a:pPr>
              <a:spcAft>
                <a:spcPts val="1000"/>
              </a:spcAft>
            </a:pPr>
            <a:r>
              <a:rPr b="1" sz="1300"/>
              <a:t>Run-rate reaches R249m by the end of year one and R450m by the end of year two in the base case, against cumulative cost to achieve of R180m and R305m; the programme is cash positive on a run-rate basis inside year two.</a:t>
            </a:r>
          </a:p>
          <a:p>
            <a:pPr>
              <a:spcAft>
                <a:spcPts val="600"/>
              </a:spcAft>
            </a:pPr>
            <a:r>
              <a:rPr sz="1100"/>
              <a:t>Year one banks the independent money and the first half of the operating programme: R75m from wave one and R163m from wave two, with R11m from wave three; the range is R127m to R465m.</a:t>
            </a:r>
          </a:p>
          <a:p>
            <a:pPr>
              <a:spcAft>
                <a:spcPts val="600"/>
              </a:spcAft>
            </a:pPr>
            <a:r>
              <a:rPr sz="1100"/>
              <a:t>By month twelve the measures live are leakage as a share of claims paid, failed debit orders not recovered in the month, unit prices on the top vendor contracts, the straight-through rate, the managers to staff ratio and the quarterly peer check on the expense and combined ratios.</a:t>
            </a:r>
          </a:p>
          <a:p>
            <a:pPr>
              <a:spcAft>
                <a:spcPts val="600"/>
              </a:spcAft>
            </a:pPr>
            <a:r>
              <a:rPr sz="1100"/>
              <a:t>Year three carries the structural wave to R109m if the gate opens; the full envelope of R276m to R806m lands by the end of year three at a lever-mix cost of R96m to R895m.</a:t>
            </a:r>
          </a:p>
          <a:p>
            <a:pPr>
              <a:spcAft>
                <a:spcPts val="600"/>
              </a:spcAft>
            </a:pPr>
            <a:r>
              <a:rPr sz="1100"/>
              <a:t>Precedents overshot their targets in year two; the risk in the record is cost and time, not the size of the saving.</a:t>
            </a:r>
          </a:p>
        </p:txBody>
      </p:sp>
      <p:sp>
        <p:nvSpPr>
          <p:cNvPr id="5" name="SmartArt Placeholder 4"/>
          <p:cNvSpPr>
            <a:spLocks noGrp="1"/>
          </p:cNvSpPr>
          <p:nvPr>
            <p:ph type="dgm" idx="17" sz="quarter"/>
          </p:nvPr>
        </p:nvSpPr>
        <p:spPr/>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r>
              <a:t>7 October 2026</a:t>
            </a:r>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t>Draft, not for distribution</a:t>
            </a:r>
          </a:p>
        </p:txBody>
      </p:sp>
      <p:sp>
        <p:nvSpPr>
          <p:cNvPr id="7" name="TextBox 6"/>
          <p:cNvSpPr txBox="1"/>
          <p:nvPr/>
        </p:nvSpPr>
        <p:spPr>
          <a:xfrm>
            <a:off x="5766269" y="1411287"/>
            <a:ext cx="5943600" cy="411480"/>
          </a:xfrm>
          <a:prstGeom prst="rect">
            <a:avLst/>
          </a:prstGeom>
          <a:noFill/>
        </p:spPr>
        <p:txBody>
          <a:bodyPr wrap="square">
            <a:spAutoFit/>
          </a:bodyPr>
          <a:lstStyle/>
          <a:p>
            <a:r>
              <a:rPr sz="1000" b="1">
                <a:solidFill>
                  <a:srgbClr val="1A1A24"/>
                </a:solidFill>
              </a:rPr>
              <a:t>Programme shape, base case, Rm: run-rate savings by wave at each year end and cumulative cost to achieve. Low to high totals in brackets</a:t>
            </a:r>
          </a:p>
        </p:txBody>
      </p:sp>
      <p:sp>
        <p:nvSpPr>
          <p:cNvPr id="8" name="TextBox 7"/>
          <p:cNvSpPr txBox="1"/>
          <p:nvPr/>
        </p:nvSpPr>
        <p:spPr>
          <a:xfrm>
            <a:off x="5766269" y="5775642"/>
            <a:ext cx="5943600" cy="274320"/>
          </a:xfrm>
          <a:prstGeom prst="rect">
            <a:avLst/>
          </a:prstGeom>
          <a:noFill/>
        </p:spPr>
        <p:txBody>
          <a:bodyPr wrap="square">
            <a:spAutoFit/>
          </a:bodyPr>
          <a:lstStyle/>
          <a:p>
            <a:r>
              <a:rPr sz="700">
                <a:solidFill>
                  <a:srgbClr val="747480"/>
                </a:solidFill>
              </a:rPr>
              <a:t>Source: afs_cost_benchmark.xlsx, AFS cost base tab section I2; phasing shares on the Normalisation tab.</a:t>
            </a:r>
          </a:p>
        </p:txBody>
      </p:sp>
      <p:graphicFrame>
        <p:nvGraphicFramePr>
          <p:cNvPr id="9" name="Chart 8"/>
          <p:cNvGraphicFramePr>
            <a:graphicFrameLocks noGrp="1"/>
          </p:cNvGraphicFramePr>
          <p:nvPr/>
        </p:nvGraphicFramePr>
        <p:xfrm>
          <a:off x="5766269" y="1822767"/>
          <a:ext cx="5943600" cy="3907155"/>
        </p:xfrm>
        <a:graphic>
          <a:graphicData uri="http://schemas.openxmlformats.org/drawingml/2006/chart">
            <c:chart xmlns:c="http://schemas.openxmlformats.org/drawingml/2006/chart" r:id="rId2"/>
          </a:graphicData>
        </a:graphic>
      </p:graphicFrame>
      <p:sp>
        <p:nvSpPr>
          <p:cNvPr id="10" name="TextBox 9"/>
          <p:cNvSpPr txBox="1"/>
          <p:nvPr/>
        </p:nvSpPr>
        <p:spPr>
          <a:xfrm>
            <a:off x="484632" y="6053328"/>
            <a:ext cx="11228832" cy="274320"/>
          </a:xfrm>
          <a:prstGeom prst="rect">
            <a:avLst/>
          </a:prstGeom>
          <a:noFill/>
        </p:spPr>
        <p:txBody>
          <a:bodyPr wrap="square">
            <a:spAutoFit/>
          </a:bodyPr>
          <a:lstStyle/>
          <a:p>
            <a:r>
              <a:rPr sz="800">
                <a:solidFill>
                  <a:srgbClr val="747480"/>
                </a:solidFill>
              </a:rPr>
              <a:t>Source: afs_cost_benchmark.xlsx, AFS cost base tab section I2; phasing shares oper_y1, oper_y2, struct_y1, struct_y2, cta_y1 and cta_y2 on the Normalisation tab with their precedent data_ids.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we need from management: ten items, the first three starred</a:t>
            </a:r>
          </a:p>
        </p:txBody>
      </p:sp>
      <p:sp>
        <p:nvSpPr>
          <p:cNvPr id="3" name="Content Placeholder 2"/>
          <p:cNvSpPr>
            <a:spLocks noGrp="1"/>
          </p:cNvSpPr>
          <p:nvPr>
            <p:ph idx="16" sz="quarter"/>
          </p:nvPr>
        </p:nvSpPr>
        <p:spPr/>
        <p:txBody>
          <a:bodyPr wrap="square"/>
          <a:lstStyle/>
          <a:p>
            <a:pPr>
              <a:spcAft>
                <a:spcPts val="1000"/>
              </a:spcAft>
            </a:pPr>
            <a:r>
              <a:rPr b="1" sz="1800"/>
              <a:t>Ten management information items turn the hypothesis range into a target; the public record cannot close any of them.</a:t>
            </a:r>
          </a:p>
          <a:p>
            <a:pPr>
              <a:spcAft>
                <a:spcPts val="600"/>
              </a:spcAft>
            </a:pPr>
            <a:r>
              <a:rPr sz="1600"/>
              <a:t>* Expense by nature by legal entity and for the insurance head office, FY2023 to FY2025.</a:t>
            </a:r>
          </a:p>
          <a:p>
            <a:pPr>
              <a:spcAft>
                <a:spcPts val="600"/>
              </a:spcAft>
            </a:pPr>
            <a:r>
              <a:rPr sz="1600"/>
              <a:t>* The split of insurance service expenses into incurred claims and other directly attributable expenses, by entity and function.</a:t>
            </a:r>
          </a:p>
          <a:p>
            <a:pPr>
              <a:spcAft>
                <a:spcPts val="600"/>
              </a:spcAft>
            </a:pPr>
            <a:r>
              <a:rPr sz="1600"/>
              <a:t>* The FY2025 income statement of the advice and investment businesses, with adviser headcount and premium per adviser.</a:t>
            </a:r>
          </a:p>
          <a:p>
            <a:pPr>
              <a:spcAft>
                <a:spcPts val="600"/>
              </a:spcAft>
            </a:pPr>
            <a:r>
              <a:rPr sz="1600"/>
              <a:t>Headcount by function and entity with spans and layers; in-force policy counts and product versions.</a:t>
            </a:r>
          </a:p>
          <a:p>
            <a:pPr>
              <a:spcAft>
                <a:spcPts val="600"/>
              </a:spcAft>
            </a:pPr>
            <a:r>
              <a:rPr sz="1600"/>
              <a:t>Commission and fees paid to Absa Bank by product and the distribution agreement; group recharges by service with VAT treatment.</a:t>
            </a:r>
          </a:p>
          <a:p>
            <a:pPr>
              <a:spcAft>
                <a:spcPts val="600"/>
              </a:spcAft>
            </a:pPr>
            <a:r>
              <a:rPr sz="1600"/>
              <a:t>The reinsurance programme by entity; board target covers, own funds and SCR by entity.</a:t>
            </a:r>
          </a:p>
          <a:p>
            <a:pPr>
              <a:spcAft>
                <a:spcPts val="600"/>
              </a:spcAft>
            </a:pPr>
            <a:r>
              <a:rPr sz="1600"/>
              <a:t>The platform and vendor inventory with contract values, and the cost of each licence (board, head of actuarial function, audit, levies).</a:t>
            </a:r>
          </a:p>
        </p:txBody>
      </p:sp>
      <p:sp>
        <p:nvSpPr>
          <p:cNvPr id="4" name="SmartArt Placeholder 3"/>
          <p:cNvSpPr>
            <a:spLocks noGrp="1"/>
          </p:cNvSpPr>
          <p:nvPr>
            <p:ph type="dgm" idx="15" sz="quarter"/>
          </p:nvPr>
        </p:nvSpPr>
        <p:spPr/>
      </p:sp>
      <p:sp>
        <p:nvSpPr>
          <p:cNvPr id="4" name="Date Placeholder 3">
            <a:extLst>
              <a:ext uri="{FF2B5EF4-FFF2-40B4-BE49-F238E27FC236}">
                <a16:creationId xmlns:a16="http://schemas.microsoft.com/office/drawing/2014/main" id="{C2E28B2B-ED84-D8B9-C6E0-AF4BC1706BD2}"/>
              </a:ext>
            </a:extLst>
          </p:cNvPr>
          <p:cNvSpPr>
            <a:spLocks noGrp="1"/>
          </p:cNvSpPr>
          <p:nvPr>
            <p:ph type="dt" sz="half" idx="17"/>
          </p:nvPr>
        </p:nvSpPr>
        <p:spPr/>
        <p:txBody>
          <a:bodyPr/>
          <a:lstStyle/>
          <a:p>
            <a:r>
              <a:t>7 October 2026</a:t>
            </a:r>
          </a:p>
        </p:txBody>
      </p:sp>
      <p:sp>
        <p:nvSpPr>
          <p:cNvPr id="5" name="Footer Placeholder 4">
            <a:extLst>
              <a:ext uri="{FF2B5EF4-FFF2-40B4-BE49-F238E27FC236}">
                <a16:creationId xmlns:a16="http://schemas.microsoft.com/office/drawing/2014/main" id="{422FBA85-AB9A-E34B-448A-B5BB1CE520BD}"/>
              </a:ext>
            </a:extLst>
          </p:cNvPr>
          <p:cNvSpPr>
            <a:spLocks noGrp="1"/>
          </p:cNvSpPr>
          <p:nvPr>
            <p:ph type="ftr" sz="quarter" idx="18"/>
          </p:nvPr>
        </p:nvSpPr>
        <p:spPr/>
        <p:txBody>
          <a:bodyPr/>
          <a:lstStyle/>
          <a:p>
            <a:r>
              <a:t>Draft, not for distribution</a:t>
            </a:r>
          </a:p>
        </p:txBody>
      </p:sp>
      <p:sp>
        <p:nvSpPr>
          <p:cNvPr id="6" name="Slide Number Placeholder 5">
            <a:extLst>
              <a:ext uri="{FF2B5EF4-FFF2-40B4-BE49-F238E27FC236}">
                <a16:creationId xmlns:a16="http://schemas.microsoft.com/office/drawing/2014/main" id="{6A1C081B-AFD3-2CFE-BC00-E7A72056889B}"/>
              </a:ext>
            </a:extLst>
          </p:cNvPr>
          <p:cNvSpPr>
            <a:spLocks noGrp="1"/>
          </p:cNvSpPr>
          <p:nvPr>
            <p:ph type="sldNum" sz="quarter" idx="19"/>
          </p:nvPr>
        </p:nvSpPr>
        <p:spPr/>
        <p:txBody>
          <a:bodyPr/>
          <a:lstStyle/>
          <a:p>
            <a:fld id="{F1BC30E3-FFE5-4B91-AA19-87A149EBB9EE}" type="slidenum">
              <a:rPr lang="en-GB" smtClean="0"/>
              <a:pPr/>
              <a:t>‹#›</a:t>
            </a:fld>
            <a:endParaRPr lang="en-GB" dirty="0"/>
          </a:p>
        </p:txBody>
      </p:sp>
      <p:sp>
        <p:nvSpPr>
          <p:cNvPr id="7" name="TextBox 6"/>
          <p:cNvSpPr txBox="1"/>
          <p:nvPr/>
        </p:nvSpPr>
        <p:spPr>
          <a:xfrm>
            <a:off x="484632" y="6053328"/>
            <a:ext cx="11228832" cy="274320"/>
          </a:xfrm>
          <a:prstGeom prst="rect">
            <a:avLst/>
          </a:prstGeom>
          <a:noFill/>
        </p:spPr>
        <p:txBody>
          <a:bodyPr wrap="square">
            <a:spAutoFit/>
          </a:bodyPr>
          <a:lstStyle/>
          <a:p>
            <a:r>
              <a:rPr sz="800">
                <a:solidFill>
                  <a:srgbClr val="747480"/>
                </a:solidFill>
              </a:rPr>
              <a:t>Source: 02_afs_cost_structure.md section 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Decisions and the next 90 days</a:t>
            </a:r>
          </a:p>
        </p:txBody>
      </p:sp>
      <p:sp>
        <p:nvSpPr>
          <p:cNvPr id="3" name="Content Placeholder 2"/>
          <p:cNvSpPr>
            <a:spLocks noGrp="1"/>
          </p:cNvSpPr>
          <p:nvPr>
            <p:ph idx="16" sz="quarter"/>
          </p:nvPr>
        </p:nvSpPr>
        <p:spPr>
          <a:xfrm>
            <a:ext cx="5074920" cy="0"/>
          </a:xfrm>
        </p:spPr>
        <p:txBody>
          <a:bodyPr wrap="square"/>
          <a:lstStyle/>
          <a:p>
            <a:pPr>
              <a:spcAft>
                <a:spcPts val="1000"/>
              </a:spcAft>
            </a:pPr>
            <a:r>
              <a:rPr b="1" sz="1300"/>
              <a:t>Two decisions come before any number is committed to, a third waits for the wave three gate, and 90 days of management information turn the range into a target.</a:t>
            </a:r>
          </a:p>
          <a:p>
            <a:pPr>
              <a:spcAft>
                <a:spcPts val="600"/>
              </a:spcAft>
            </a:pPr>
            <a:r>
              <a:rPr sz="1100"/>
              <a:t>Decision one: measure the economics on AFS as legal entities, with the bank fee as a cost, or on bancassurance as an activity, where it nets to nil. We recommend sizing on the entity view and showing the activity view alongside.</a:t>
            </a:r>
          </a:p>
          <a:p>
            <a:pPr>
              <a:spcAft>
                <a:spcPts val="600"/>
              </a:spcAft>
            </a:pPr>
            <a:r>
              <a:rPr sz="1100"/>
              <a:t>Decision two: collapse licences and platforms, or stop at shared services. The structural value sits behind the first; the cost to achieve roughly doubles with it.</a:t>
            </a:r>
          </a:p>
          <a:p>
            <a:pPr>
              <a:spcAft>
                <a:spcPts val="600"/>
              </a:spcAft>
            </a:pPr>
            <a:r>
              <a:rPr sz="1100"/>
              <a:t>Decision three, taken at the wave three gate and not now: run the operating programme alone or the structural programme, on the evidence from the frozen baseline, the tax ruling and the regulatory path.</a:t>
            </a:r>
          </a:p>
          <a:p>
            <a:pPr>
              <a:spcAft>
                <a:spcPts val="600"/>
              </a:spcAft>
            </a:pPr>
            <a:r>
              <a:rPr sz="1100"/>
              <a:t>Weeks 1 to 6 collect the ten items and freeze the baseline; weeks 7 to 10 replace each assumption with a fact and set a target with a confidence band per pool; weeks 11 to 13 take the two decisions, launch wave one and stand up the regulatory and tax workstream.</a:t>
            </a:r>
          </a:p>
        </p:txBody>
      </p:sp>
      <p:sp>
        <p:nvSpPr>
          <p:cNvPr id="5" name="SmartArt Placeholder 4"/>
          <p:cNvSpPr>
            <a:spLocks noGrp="1"/>
          </p:cNvSpPr>
          <p:nvPr>
            <p:ph type="dgm" idx="17" sz="quarter"/>
          </p:nvPr>
        </p:nvSpPr>
        <p:spPr/>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r>
              <a:t>7 October 2026</a:t>
            </a:r>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t>Draft, not for distribution</a:t>
            </a:r>
          </a:p>
        </p:txBody>
      </p:sp>
      <p:graphicFrame>
        <p:nvGraphicFramePr>
          <p:cNvPr id="7" name="Table 6"/>
          <p:cNvGraphicFramePr>
            <a:graphicFrameLocks noGrp="1"/>
          </p:cNvGraphicFramePr>
          <p:nvPr/>
        </p:nvGraphicFramePr>
        <p:xfrm>
          <a:off x="6353069" y="1411287"/>
          <a:ext cx="5356800" cy="2194560"/>
        </p:xfrm>
        <a:graphic>
          <a:graphicData uri="http://schemas.openxmlformats.org/drawingml/2006/table">
            <a:tbl>
              <a:tblPr firstRow="1" bandRow="1">
                <a:tableStyleId>{5C22544A-7EE6-4342-B048-85BDC9FD1C3A}</a:tableStyleId>
              </a:tblPr>
              <a:tblGrid>
                <a:gridCol w="837000"/>
                <a:gridCol w="2678400"/>
                <a:gridCol w="1841400"/>
              </a:tblGrid>
              <a:tr h="274320">
                <a:tc>
                  <a:txBody>
                    <a:bodyPr wrap="square"/>
                    <a:lstStyle/>
                    <a:p>
                      <a:r>
                        <a:rPr sz="900" b="1">
                          <a:solidFill>
                            <a:srgbClr val="FFFFFF"/>
                          </a:solidFill>
                          <a:latin typeface="Arial"/>
                        </a:rPr>
                        <a:t>Week</a:t>
                      </a:r>
                    </a:p>
                  </a:txBody>
                  <a:tcPr marL="45720" marR="45720" marT="18288" marB="18288">
                    <a:solidFill>
                      <a:srgbClr val="1A1A24"/>
                    </a:solidFill>
                  </a:tcPr>
                </a:tc>
                <a:tc>
                  <a:txBody>
                    <a:bodyPr wrap="square"/>
                    <a:lstStyle/>
                    <a:p>
                      <a:r>
                        <a:rPr sz="900" b="1">
                          <a:solidFill>
                            <a:srgbClr val="FFFFFF"/>
                          </a:solidFill>
                          <a:latin typeface="Arial"/>
                        </a:rPr>
                        <a:t>Item</a:t>
                      </a:r>
                    </a:p>
                  </a:txBody>
                  <a:tcPr marL="45720" marR="45720" marT="18288" marB="18288">
                    <a:solidFill>
                      <a:srgbClr val="1A1A24"/>
                    </a:solidFill>
                  </a:tcPr>
                </a:tc>
                <a:tc>
                  <a:txBody>
                    <a:bodyPr wrap="square"/>
                    <a:lstStyle/>
                    <a:p>
                      <a:r>
                        <a:rPr sz="900" b="1">
                          <a:solidFill>
                            <a:srgbClr val="FFFFFF"/>
                          </a:solidFill>
                          <a:latin typeface="Arial"/>
                        </a:rPr>
                        <a:t>Owner</a:t>
                      </a:r>
                    </a:p>
                  </a:txBody>
                  <a:tcPr marL="45720" marR="45720" marT="18288" marB="18288">
                    <a:solidFill>
                      <a:srgbClr val="1A1A24"/>
                    </a:solidFill>
                  </a:tcPr>
                </a:tc>
              </a:tr>
              <a:tr h="274320">
                <a:tc>
                  <a:txBody>
                    <a:bodyPr wrap="square"/>
                    <a:lstStyle/>
                    <a:p>
                      <a:r>
                        <a:rPr sz="900">
                          <a:solidFill>
                            <a:srgbClr val="1A1A24"/>
                          </a:solidFill>
                          <a:latin typeface="Arial"/>
                        </a:rPr>
                        <a:t>2</a:t>
                      </a:r>
                    </a:p>
                  </a:txBody>
                  <a:tcPr marL="45720" marR="45720" marT="18288" marB="18288">
                    <a:solidFill>
                      <a:srgbClr val="FFFFFF"/>
                    </a:solidFill>
                  </a:tcPr>
                </a:tc>
                <a:tc>
                  <a:txBody>
                    <a:bodyPr wrap="square"/>
                    <a:lstStyle/>
                    <a:p>
                      <a:r>
                        <a:rPr sz="900">
                          <a:solidFill>
                            <a:srgbClr val="1A1A24"/>
                          </a:solidFill>
                          <a:latin typeface="Arial"/>
                        </a:rPr>
                        <a:t>Expense by nature; attributable split</a:t>
                      </a:r>
                    </a:p>
                  </a:txBody>
                  <a:tcPr marL="45720" marR="45720" marT="18288" marB="18288">
                    <a:solidFill>
                      <a:srgbClr val="FFFFFF"/>
                    </a:solidFill>
                  </a:tcPr>
                </a:tc>
                <a:tc>
                  <a:txBody>
                    <a:bodyPr wrap="square"/>
                    <a:lstStyle/>
                    <a:p>
                      <a:r>
                        <a:rPr sz="900">
                          <a:solidFill>
                            <a:srgbClr val="1A1A24"/>
                          </a:solidFill>
                          <a:latin typeface="Arial"/>
                        </a:rPr>
                        <a:t>CFO; chief actuary</a:t>
                      </a:r>
                    </a:p>
                  </a:txBody>
                  <a:tcPr marL="45720" marR="45720" marT="18288" marB="18288">
                    <a:solidFill>
                      <a:srgbClr val="FFFFFF"/>
                    </a:solidFill>
                  </a:tcPr>
                </a:tc>
              </a:tr>
              <a:tr h="274320">
                <a:tc>
                  <a:txBody>
                    <a:bodyPr wrap="square"/>
                    <a:lstStyle/>
                    <a:p>
                      <a:r>
                        <a:rPr sz="900">
                          <a:solidFill>
                            <a:srgbClr val="1A1A24"/>
                          </a:solidFill>
                          <a:latin typeface="Arial"/>
                        </a:rPr>
                        <a:t>3</a:t>
                      </a:r>
                    </a:p>
                  </a:txBody>
                  <a:tcPr marL="45720" marR="45720" marT="18288" marB="18288">
                    <a:solidFill>
                      <a:srgbClr val="F6F6FA"/>
                    </a:solidFill>
                  </a:tcPr>
                </a:tc>
                <a:tc>
                  <a:txBody>
                    <a:bodyPr wrap="square"/>
                    <a:lstStyle/>
                    <a:p>
                      <a:r>
                        <a:rPr sz="900">
                          <a:solidFill>
                            <a:srgbClr val="1A1A24"/>
                          </a:solidFill>
                          <a:latin typeface="Arial"/>
                        </a:rPr>
                        <a:t>Headcount; policy counts; adviser data</a:t>
                      </a:r>
                    </a:p>
                  </a:txBody>
                  <a:tcPr marL="45720" marR="45720" marT="18288" marB="18288">
                    <a:solidFill>
                      <a:srgbClr val="F6F6FA"/>
                    </a:solidFill>
                  </a:tcPr>
                </a:tc>
                <a:tc>
                  <a:txBody>
                    <a:bodyPr wrap="square"/>
                    <a:lstStyle/>
                    <a:p>
                      <a:r>
                        <a:rPr sz="900">
                          <a:solidFill>
                            <a:srgbClr val="1A1A24"/>
                          </a:solidFill>
                          <a:latin typeface="Arial"/>
                        </a:rPr>
                        <a:t>HR; COO; head of advice</a:t>
                      </a:r>
                    </a:p>
                  </a:txBody>
                  <a:tcPr marL="45720" marR="45720" marT="18288" marB="18288">
                    <a:solidFill>
                      <a:srgbClr val="F6F6FA"/>
                    </a:solidFill>
                  </a:tcPr>
                </a:tc>
              </a:tr>
              <a:tr h="274320">
                <a:tc>
                  <a:txBody>
                    <a:bodyPr wrap="square"/>
                    <a:lstStyle/>
                    <a:p>
                      <a:r>
                        <a:rPr sz="900">
                          <a:solidFill>
                            <a:srgbClr val="1A1A24"/>
                          </a:solidFill>
                          <a:latin typeface="Arial"/>
                        </a:rPr>
                        <a:t>4</a:t>
                      </a:r>
                    </a:p>
                  </a:txBody>
                  <a:tcPr marL="45720" marR="45720" marT="18288" marB="18288">
                    <a:solidFill>
                      <a:srgbClr val="FFFFFF"/>
                    </a:solidFill>
                  </a:tcPr>
                </a:tc>
                <a:tc>
                  <a:txBody>
                    <a:bodyPr wrap="square"/>
                    <a:lstStyle/>
                    <a:p>
                      <a:r>
                        <a:rPr sz="900">
                          <a:solidFill>
                            <a:srgbClr val="1A1A24"/>
                          </a:solidFill>
                          <a:latin typeface="Arial"/>
                        </a:rPr>
                        <a:t>Bank fees and agreement; recharges and VAT</a:t>
                      </a:r>
                    </a:p>
                  </a:txBody>
                  <a:tcPr marL="45720" marR="45720" marT="18288" marB="18288">
                    <a:solidFill>
                      <a:srgbClr val="FFFFFF"/>
                    </a:solidFill>
                  </a:tcPr>
                </a:tc>
                <a:tc>
                  <a:txBody>
                    <a:bodyPr wrap="square"/>
                    <a:lstStyle/>
                    <a:p>
                      <a:r>
                        <a:rPr sz="900">
                          <a:solidFill>
                            <a:srgbClr val="1A1A24"/>
                          </a:solidFill>
                          <a:latin typeface="Arial"/>
                        </a:rPr>
                        <a:t>CFO; group finance and tax</a:t>
                      </a:r>
                    </a:p>
                  </a:txBody>
                  <a:tcPr marL="45720" marR="45720" marT="18288" marB="18288">
                    <a:solidFill>
                      <a:srgbClr val="FFFFFF"/>
                    </a:solidFill>
                  </a:tcPr>
                </a:tc>
              </a:tr>
              <a:tr h="274320">
                <a:tc>
                  <a:txBody>
                    <a:bodyPr wrap="square"/>
                    <a:lstStyle/>
                    <a:p>
                      <a:r>
                        <a:rPr sz="900">
                          <a:solidFill>
                            <a:srgbClr val="1A1A24"/>
                          </a:solidFill>
                          <a:latin typeface="Arial"/>
                        </a:rPr>
                        <a:t>5</a:t>
                      </a:r>
                    </a:p>
                  </a:txBody>
                  <a:tcPr marL="45720" marR="45720" marT="18288" marB="18288">
                    <a:solidFill>
                      <a:srgbClr val="F6F6FA"/>
                    </a:solidFill>
                  </a:tcPr>
                </a:tc>
                <a:tc>
                  <a:txBody>
                    <a:bodyPr wrap="square"/>
                    <a:lstStyle/>
                    <a:p>
                      <a:r>
                        <a:rPr sz="900">
                          <a:solidFill>
                            <a:srgbClr val="1A1A24"/>
                          </a:solidFill>
                          <a:latin typeface="Arial"/>
                        </a:rPr>
                        <a:t>Reinsurance programme; target covers and SCR</a:t>
                      </a:r>
                    </a:p>
                  </a:txBody>
                  <a:tcPr marL="45720" marR="45720" marT="18288" marB="18288">
                    <a:solidFill>
                      <a:srgbClr val="F6F6FA"/>
                    </a:solidFill>
                  </a:tcPr>
                </a:tc>
                <a:tc>
                  <a:txBody>
                    <a:bodyPr wrap="square"/>
                    <a:lstStyle/>
                    <a:p>
                      <a:r>
                        <a:rPr sz="900">
                          <a:solidFill>
                            <a:srgbClr val="1A1A24"/>
                          </a:solidFill>
                          <a:latin typeface="Arial"/>
                        </a:rPr>
                        <a:t>Chief actuary</a:t>
                      </a:r>
                    </a:p>
                  </a:txBody>
                  <a:tcPr marL="45720" marR="45720" marT="18288" marB="18288">
                    <a:solidFill>
                      <a:srgbClr val="F6F6FA"/>
                    </a:solidFill>
                  </a:tcPr>
                </a:tc>
              </a:tr>
              <a:tr h="274320">
                <a:tc>
                  <a:txBody>
                    <a:bodyPr wrap="square"/>
                    <a:lstStyle/>
                    <a:p>
                      <a:r>
                        <a:rPr sz="900">
                          <a:solidFill>
                            <a:srgbClr val="1A1A24"/>
                          </a:solidFill>
                          <a:latin typeface="Arial"/>
                        </a:rPr>
                        <a:t>6</a:t>
                      </a:r>
                    </a:p>
                  </a:txBody>
                  <a:tcPr marL="45720" marR="45720" marT="18288" marB="18288">
                    <a:solidFill>
                      <a:srgbClr val="FFFFFF"/>
                    </a:solidFill>
                  </a:tcPr>
                </a:tc>
                <a:tc>
                  <a:txBody>
                    <a:bodyPr wrap="square"/>
                    <a:lstStyle/>
                    <a:p>
                      <a:r>
                        <a:rPr sz="900">
                          <a:solidFill>
                            <a:srgbClr val="1A1A24"/>
                          </a:solidFill>
                          <a:latin typeface="Arial"/>
                        </a:rPr>
                        <a:t>Platform and vendor inventory; licence costs; advice P&amp;L</a:t>
                      </a:r>
                    </a:p>
                  </a:txBody>
                  <a:tcPr marL="45720" marR="45720" marT="18288" marB="18288">
                    <a:solidFill>
                      <a:srgbClr val="FFFFFF"/>
                    </a:solidFill>
                  </a:tcPr>
                </a:tc>
                <a:tc>
                  <a:txBody>
                    <a:bodyPr wrap="square"/>
                    <a:lstStyle/>
                    <a:p>
                      <a:r>
                        <a:rPr sz="900">
                          <a:solidFill>
                            <a:srgbClr val="1A1A24"/>
                          </a:solidFill>
                          <a:latin typeface="Arial"/>
                        </a:rPr>
                        <a:t>COO; CFO</a:t>
                      </a:r>
                    </a:p>
                  </a:txBody>
                  <a:tcPr marL="45720" marR="45720" marT="18288" marB="18288">
                    <a:solidFill>
                      <a:srgbClr val="FFFFFF"/>
                    </a:solidFill>
                  </a:tcPr>
                </a:tc>
              </a:tr>
              <a:tr h="274320">
                <a:tc>
                  <a:txBody>
                    <a:bodyPr wrap="square"/>
                    <a:lstStyle/>
                    <a:p>
                      <a:r>
                        <a:rPr sz="900">
                          <a:solidFill>
                            <a:srgbClr val="1A1A24"/>
                          </a:solidFill>
                          <a:latin typeface="Arial"/>
                        </a:rPr>
                        <a:t>7 to 10</a:t>
                      </a:r>
                    </a:p>
                  </a:txBody>
                  <a:tcPr marL="45720" marR="45720" marT="18288" marB="18288">
                    <a:solidFill>
                      <a:srgbClr val="F6F6FA"/>
                    </a:solidFill>
                  </a:tcPr>
                </a:tc>
                <a:tc>
                  <a:txBody>
                    <a:bodyPr wrap="square"/>
                    <a:lstStyle/>
                    <a:p>
                      <a:r>
                        <a:rPr sz="900">
                          <a:solidFill>
                            <a:srgbClr val="1A1A24"/>
                          </a:solidFill>
                          <a:latin typeface="Arial"/>
                        </a:rPr>
                        <a:t>Rebuild and re-benchmark</a:t>
                      </a:r>
                    </a:p>
                  </a:txBody>
                  <a:tcPr marL="45720" marR="45720" marT="18288" marB="18288">
                    <a:solidFill>
                      <a:srgbClr val="F6F6FA"/>
                    </a:solidFill>
                  </a:tcPr>
                </a:tc>
                <a:tc>
                  <a:txBody>
                    <a:bodyPr wrap="square"/>
                    <a:lstStyle/>
                    <a:p>
                      <a:r>
                        <a:rPr sz="900">
                          <a:solidFill>
                            <a:srgbClr val="1A1A24"/>
                          </a:solidFill>
                          <a:latin typeface="Arial"/>
                        </a:rPr>
                        <a:t>EY and AFS finance</a:t>
                      </a:r>
                    </a:p>
                  </a:txBody>
                  <a:tcPr marL="45720" marR="45720" marT="18288" marB="18288">
                    <a:solidFill>
                      <a:srgbClr val="F6F6FA"/>
                    </a:solidFill>
                  </a:tcPr>
                </a:tc>
              </a:tr>
              <a:tr h="274320">
                <a:tc>
                  <a:txBody>
                    <a:bodyPr wrap="square"/>
                    <a:lstStyle/>
                    <a:p>
                      <a:r>
                        <a:rPr sz="900">
                          <a:solidFill>
                            <a:srgbClr val="1A1A24"/>
                          </a:solidFill>
                          <a:latin typeface="Arial"/>
                        </a:rPr>
                        <a:t>11 to 13</a:t>
                      </a:r>
                    </a:p>
                  </a:txBody>
                  <a:tcPr marL="45720" marR="45720" marT="18288" marB="18288">
                    <a:solidFill>
                      <a:srgbClr val="FFFFFF"/>
                    </a:solidFill>
                  </a:tcPr>
                </a:tc>
                <a:tc>
                  <a:txBody>
                    <a:bodyPr wrap="square"/>
                    <a:lstStyle/>
                    <a:p>
                      <a:r>
                        <a:rPr sz="900">
                          <a:solidFill>
                            <a:srgbClr val="1A1A24"/>
                          </a:solidFill>
                          <a:latin typeface="Arial"/>
                        </a:rPr>
                        <a:t>Decisions and plan</a:t>
                      </a:r>
                    </a:p>
                  </a:txBody>
                  <a:tcPr marL="45720" marR="45720" marT="18288" marB="18288">
                    <a:solidFill>
                      <a:srgbClr val="FFFFFF"/>
                    </a:solidFill>
                  </a:tcPr>
                </a:tc>
                <a:tc>
                  <a:txBody>
                    <a:bodyPr wrap="square"/>
                    <a:lstStyle/>
                    <a:p>
                      <a:r>
                        <a:rPr sz="900">
                          <a:solidFill>
                            <a:srgbClr val="1A1A24"/>
                          </a:solidFill>
                          <a:latin typeface="Arial"/>
                        </a:rPr>
                        <a:t>Managing executive</a:t>
                      </a:r>
                    </a:p>
                  </a:txBody>
                  <a:tcPr marL="45720" marR="45720" marT="18288" marB="18288">
                    <a:solidFill>
                      <a:srgbClr val="FFFFFF"/>
                    </a:solidFill>
                  </a:tcPr>
                </a:tc>
              </a:tr>
            </a:tbl>
          </a:graphicData>
        </a:graphic>
      </p:graphicFrame>
      <p:sp>
        <p:nvSpPr>
          <p:cNvPr id="8" name="TextBox 7"/>
          <p:cNvSpPr txBox="1"/>
          <p:nvPr/>
        </p:nvSpPr>
        <p:spPr>
          <a:xfrm>
            <a:off x="484632" y="6053328"/>
            <a:ext cx="11228832" cy="274320"/>
          </a:xfrm>
          <a:prstGeom prst="rect">
            <a:avLst/>
          </a:prstGeom>
          <a:noFill/>
        </p:spPr>
        <p:txBody>
          <a:bodyPr wrap="square">
            <a:spAutoFit/>
          </a:bodyPr>
          <a:lstStyle/>
          <a:p>
            <a:r>
              <a:rPr sz="800">
                <a:solidFill>
                  <a:srgbClr val="747480"/>
                </a:solidFill>
              </a:rPr>
              <a:t>Source: 02_afs_cost_structure.md section 5; 01_framework.md section 12 for the scoping decisions already taken.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assumptions register and sources</a:t>
            </a:r>
          </a:p>
        </p:txBody>
      </p:sp>
      <p:sp>
        <p:nvSpPr>
          <p:cNvPr id="3" name="SmartArt Placeholder 2"/>
          <p:cNvSpPr>
            <a:spLocks noGrp="1"/>
          </p:cNvSpPr>
          <p:nvPr>
            <p:ph type="dgm" idx="15" sz="quarter"/>
          </p:nvPr>
        </p:nvSpPr>
        <p:spPr/>
      </p:sp>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r>
              <a:t>7 October 2026</a:t>
            </a:r>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t>Draft, not for distribution</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graphicFrame>
        <p:nvGraphicFramePr>
          <p:cNvPr id="6" name="Table 5"/>
          <p:cNvGraphicFramePr>
            <a:graphicFrameLocks noGrp="1"/>
          </p:cNvGraphicFramePr>
          <p:nvPr/>
        </p:nvGraphicFramePr>
        <p:xfrm>
          <a:off x="484632" y="1234440"/>
          <a:ext cx="11228828" cy="4663440"/>
        </p:xfrm>
        <a:graphic>
          <a:graphicData uri="http://schemas.openxmlformats.org/drawingml/2006/table">
            <a:tbl>
              <a:tblPr firstRow="1" bandRow="1">
                <a:tableStyleId>{5C22544A-7EE6-4342-B048-85BDC9FD1C3A}</a:tableStyleId>
              </a:tblPr>
              <a:tblGrid>
                <a:gridCol w="3286487"/>
                <a:gridCol w="547747"/>
                <a:gridCol w="547747"/>
                <a:gridCol w="547747"/>
                <a:gridCol w="6299100"/>
              </a:tblGrid>
              <a:tr h="160808">
                <a:tc>
                  <a:txBody>
                    <a:bodyPr wrap="square"/>
                    <a:lstStyle/>
                    <a:p>
                      <a:r>
                        <a:rPr sz="550" b="1">
                          <a:solidFill>
                            <a:srgbClr val="FFFFFF"/>
                          </a:solidFill>
                          <a:latin typeface="Arial"/>
                        </a:rPr>
                        <a:t>Assumption</a:t>
                      </a:r>
                    </a:p>
                  </a:txBody>
                  <a:tcPr marL="45720" marR="45720" marT="18288" marB="18288">
                    <a:solidFill>
                      <a:srgbClr val="1A1A24"/>
                    </a:solidFill>
                  </a:tcPr>
                </a:tc>
                <a:tc>
                  <a:txBody>
                    <a:bodyPr wrap="square"/>
                    <a:lstStyle/>
                    <a:p>
                      <a:r>
                        <a:rPr sz="550" b="1">
                          <a:solidFill>
                            <a:srgbClr val="FFFFFF"/>
                          </a:solidFill>
                          <a:latin typeface="Arial"/>
                        </a:rPr>
                        <a:t>Low</a:t>
                      </a:r>
                    </a:p>
                  </a:txBody>
                  <a:tcPr marL="45720" marR="45720" marT="18288" marB="18288">
                    <a:solidFill>
                      <a:srgbClr val="1A1A24"/>
                    </a:solidFill>
                  </a:tcPr>
                </a:tc>
                <a:tc>
                  <a:txBody>
                    <a:bodyPr wrap="square"/>
                    <a:lstStyle/>
                    <a:p>
                      <a:r>
                        <a:rPr sz="550" b="1">
                          <a:solidFill>
                            <a:srgbClr val="FFFFFF"/>
                          </a:solidFill>
                          <a:latin typeface="Arial"/>
                        </a:rPr>
                        <a:t>Base</a:t>
                      </a:r>
                    </a:p>
                  </a:txBody>
                  <a:tcPr marL="45720" marR="45720" marT="18288" marB="18288">
                    <a:solidFill>
                      <a:srgbClr val="1A1A24"/>
                    </a:solidFill>
                  </a:tcPr>
                </a:tc>
                <a:tc>
                  <a:txBody>
                    <a:bodyPr wrap="square"/>
                    <a:lstStyle/>
                    <a:p>
                      <a:r>
                        <a:rPr sz="550" b="1">
                          <a:solidFill>
                            <a:srgbClr val="FFFFFF"/>
                          </a:solidFill>
                          <a:latin typeface="Arial"/>
                        </a:rPr>
                        <a:t>High</a:t>
                      </a:r>
                    </a:p>
                  </a:txBody>
                  <a:tcPr marL="45720" marR="45720" marT="18288" marB="18288">
                    <a:solidFill>
                      <a:srgbClr val="1A1A24"/>
                    </a:solidFill>
                  </a:tcPr>
                </a:tc>
                <a:tc>
                  <a:txBody>
                    <a:bodyPr wrap="square"/>
                    <a:lstStyle/>
                    <a:p>
                      <a:r>
                        <a:rPr sz="550" b="1">
                          <a:solidFill>
                            <a:srgbClr val="FFFFFF"/>
                          </a:solidFill>
                          <a:latin typeface="Arial"/>
                        </a:rPr>
                        <a:t>Basis</a:t>
                      </a:r>
                    </a:p>
                  </a:txBody>
                  <a:tcPr marL="45720" marR="45720" marT="18288" marB="18288">
                    <a:solidFill>
                      <a:srgbClr val="1A1A24"/>
                    </a:solidFill>
                  </a:tcPr>
                </a:tc>
              </a:tr>
              <a:tr h="160808">
                <a:tc>
                  <a:txBody>
                    <a:bodyPr wrap="square"/>
                    <a:lstStyle/>
                    <a:p>
                      <a:r>
                        <a:rPr sz="550">
                          <a:solidFill>
                            <a:srgbClr val="1A1A24"/>
                          </a:solidFill>
                          <a:latin typeface="Arial"/>
                        </a:rPr>
                        <a:t>Cost of equity (Absa Group, FY2025)</a:t>
                      </a:r>
                    </a:p>
                  </a:txBody>
                  <a:tcPr marL="45720" marR="45720" marT="18288" marB="18288">
                    <a:solidFill>
                      <a:srgbClr val="FFFFFF"/>
                    </a:solidFill>
                  </a:tcPr>
                </a:tc>
                <a:tc>
                  <a:txBody>
                    <a:bodyPr wrap="square"/>
                    <a:lstStyle/>
                    <a:p>
                      <a:r>
                        <a:rPr sz="550">
                          <a:solidFill>
                            <a:srgbClr val="1A1A24"/>
                          </a:solidFill>
                          <a:latin typeface="Arial"/>
                        </a:rPr>
                        <a:t>14.5%</a:t>
                      </a:r>
                    </a:p>
                  </a:txBody>
                  <a:tcPr marL="45720" marR="45720" marT="18288" marB="18288">
                    <a:solidFill>
                      <a:srgbClr val="FFFFFF"/>
                    </a:solidFill>
                  </a:tcPr>
                </a:tc>
                <a:tc>
                  <a:txBody>
                    <a:bodyPr wrap="square"/>
                    <a:lstStyle/>
                    <a:p>
                      <a:r>
                        <a:rPr sz="550">
                          <a:solidFill>
                            <a:srgbClr val="1A1A24"/>
                          </a:solidFill>
                          <a:latin typeface="Arial"/>
                        </a:rPr>
                        <a:t>15.1%</a:t>
                      </a:r>
                    </a:p>
                  </a:txBody>
                  <a:tcPr marL="45720" marR="45720" marT="18288" marB="18288">
                    <a:solidFill>
                      <a:srgbClr val="FFFFFF"/>
                    </a:solidFill>
                  </a:tcPr>
                </a:tc>
                <a:tc>
                  <a:txBody>
                    <a:bodyPr wrap="square"/>
                    <a:lstStyle/>
                    <a:p>
                      <a:r>
                        <a:rPr sz="550">
                          <a:solidFill>
                            <a:srgbClr val="1A1A24"/>
                          </a:solidFill>
                          <a:latin typeface="Arial"/>
                        </a:rPr>
                        <a:t>16.0%</a:t>
                      </a:r>
                    </a:p>
                  </a:txBody>
                  <a:tcPr marL="45720" marR="45720" marT="18288" marB="18288">
                    <a:solidFill>
                      <a:srgbClr val="FFFFFF"/>
                    </a:solidFill>
                  </a:tcPr>
                </a:tc>
                <a:tc>
                  <a:txBody>
                    <a:bodyPr wrap="square"/>
                    <a:lstStyle/>
                    <a:p>
                      <a:r>
                        <a:rPr sz="550">
                          <a:solidFill>
                            <a:srgbClr val="1A1A24"/>
                          </a:solidFill>
                          <a:latin typeface="Arial"/>
                        </a:rPr>
                        <a:t>Fact for base: Absa Group Integrated Report 2025 p40 states cost of equity 15.1 percent (source AFS:IR25)</a:t>
                      </a:r>
                    </a:p>
                  </a:txBody>
                  <a:tcPr marL="45720" marR="45720" marT="18288" marB="18288">
                    <a:solidFill>
                      <a:srgbClr val="FFFFFF"/>
                    </a:solidFill>
                  </a:tcPr>
                </a:tc>
              </a:tr>
              <a:tr h="160808">
                <a:tc>
                  <a:txBody>
                    <a:bodyPr wrap="square"/>
                    <a:lstStyle/>
                    <a:p>
                      <a:r>
                        <a:rPr sz="550">
                          <a:solidFill>
                            <a:srgbClr val="1A1A24"/>
                          </a:solidFill>
                          <a:latin typeface="Arial"/>
                        </a:rPr>
                        <a:t>Other directly attributable expenses inside insurance service expenses, as share of insurance r</a:t>
                      </a:r>
                    </a:p>
                  </a:txBody>
                  <a:tcPr marL="45720" marR="45720" marT="18288" marB="18288">
                    <a:solidFill>
                      <a:srgbClr val="F6F6FA"/>
                    </a:solidFill>
                  </a:tcPr>
                </a:tc>
                <a:tc>
                  <a:txBody>
                    <a:bodyPr wrap="square"/>
                    <a:lstStyle/>
                    <a:p>
                      <a:r>
                        <a:rPr sz="550">
                          <a:solidFill>
                            <a:srgbClr val="1A1A24"/>
                          </a:solidFill>
                          <a:latin typeface="Arial"/>
                        </a:rPr>
                        <a:t>4.0%</a:t>
                      </a:r>
                    </a:p>
                  </a:txBody>
                  <a:tcPr marL="45720" marR="45720" marT="18288" marB="18288">
                    <a:solidFill>
                      <a:srgbClr val="F6F6FA"/>
                    </a:solidFill>
                  </a:tcPr>
                </a:tc>
                <a:tc>
                  <a:txBody>
                    <a:bodyPr wrap="square"/>
                    <a:lstStyle/>
                    <a:p>
                      <a:r>
                        <a:rPr sz="550">
                          <a:solidFill>
                            <a:srgbClr val="1A1A24"/>
                          </a:solidFill>
                          <a:latin typeface="Arial"/>
                        </a:rPr>
                        <a:t>8.0%</a:t>
                      </a:r>
                    </a:p>
                  </a:txBody>
                  <a:tcPr marL="45720" marR="45720" marT="18288" marB="18288">
                    <a:solidFill>
                      <a:srgbClr val="F6F6FA"/>
                    </a:solidFill>
                  </a:tcPr>
                </a:tc>
                <a:tc>
                  <a:txBody>
                    <a:bodyPr wrap="square"/>
                    <a:lstStyle/>
                    <a:p>
                      <a:r>
                        <a:rPr sz="550">
                          <a:solidFill>
                            <a:srgbClr val="1A1A24"/>
                          </a:solidFill>
                          <a:latin typeface="Arial"/>
                        </a:rPr>
                        <a:t>11.0%</a:t>
                      </a:r>
                    </a:p>
                  </a:txBody>
                  <a:tcPr marL="45720" marR="45720" marT="18288" marB="18288">
                    <a:solidFill>
                      <a:srgbClr val="F6F6FA"/>
                    </a:solidFill>
                  </a:tcPr>
                </a:tc>
                <a:tc>
                  <a:txBody>
                    <a:bodyPr wrap="square"/>
                    <a:lstStyle/>
                    <a:p>
                      <a:r>
                        <a:rPr sz="550">
                          <a:solidFill>
                            <a:srgbClr val="1A1A24"/>
                          </a:solidFill>
                          <a:latin typeface="Arial"/>
                        </a:rPr>
                        <a:t>Absa does not split attributable expenses from incurred claims (AFS notes.md). Peer evidence for the band</a:t>
                      </a:r>
                    </a:p>
                  </a:txBody>
                  <a:tcPr marL="45720" marR="45720" marT="18288" marB="18288">
                    <a:solidFill>
                      <a:srgbClr val="F6F6FA"/>
                    </a:solidFill>
                  </a:tcPr>
                </a:tc>
              </a:tr>
              <a:tr h="160808">
                <a:tc>
                  <a:txBody>
                    <a:bodyPr wrap="square"/>
                    <a:lstStyle/>
                    <a:p>
                      <a:r>
                        <a:rPr sz="550">
                          <a:solidFill>
                            <a:srgbClr val="1A1A24"/>
                          </a:solidFill>
                          <a:latin typeface="Arial"/>
                        </a:rPr>
                        <a:t>Target solvency cover for a South African AFS insurer (SAM SCR cover)</a:t>
                      </a:r>
                    </a:p>
                  </a:txBody>
                  <a:tcPr marL="45720" marR="45720" marT="18288" marB="18288">
                    <a:solidFill>
                      <a:srgbClr val="FFFFFF"/>
                    </a:solidFill>
                  </a:tcPr>
                </a:tc>
                <a:tc>
                  <a:txBody>
                    <a:bodyPr wrap="square"/>
                    <a:lstStyle/>
                    <a:p>
                      <a:r>
                        <a:rPr sz="550">
                          <a:solidFill>
                            <a:srgbClr val="1A1A24"/>
                          </a:solidFill>
                          <a:latin typeface="Arial"/>
                        </a:rPr>
                        <a:t>1.25x</a:t>
                      </a:r>
                    </a:p>
                  </a:txBody>
                  <a:tcPr marL="45720" marR="45720" marT="18288" marB="18288">
                    <a:solidFill>
                      <a:srgbClr val="FFFFFF"/>
                    </a:solidFill>
                  </a:tcPr>
                </a:tc>
                <a:tc>
                  <a:txBody>
                    <a:bodyPr wrap="square"/>
                    <a:lstStyle/>
                    <a:p>
                      <a:r>
                        <a:rPr sz="550">
                          <a:solidFill>
                            <a:srgbClr val="1A1A24"/>
                          </a:solidFill>
                          <a:latin typeface="Arial"/>
                        </a:rPr>
                        <a:t>1.35x</a:t>
                      </a:r>
                    </a:p>
                  </a:txBody>
                  <a:tcPr marL="45720" marR="45720" marT="18288" marB="18288">
                    <a:solidFill>
                      <a:srgbClr val="FFFFFF"/>
                    </a:solidFill>
                  </a:tcPr>
                </a:tc>
                <a:tc>
                  <a:txBody>
                    <a:bodyPr wrap="square"/>
                    <a:lstStyle/>
                    <a:p>
                      <a:r>
                        <a:rPr sz="550">
                          <a:solidFill>
                            <a:srgbClr val="1A1A24"/>
                          </a:solidFill>
                          <a:latin typeface="Arial"/>
                        </a:rPr>
                        <a:t>1.50x</a:t>
                      </a:r>
                    </a:p>
                  </a:txBody>
                  <a:tcPr marL="45720" marR="45720" marT="18288" marB="18288">
                    <a:solidFill>
                      <a:srgbClr val="FFFFFF"/>
                    </a:solidFill>
                  </a:tcPr>
                </a:tc>
                <a:tc>
                  <a:txBody>
                    <a:bodyPr wrap="square"/>
                    <a:lstStyle/>
                    <a:p>
                      <a:r>
                        <a:rPr sz="550">
                          <a:solidFill>
                            <a:srgbClr val="1A1A24"/>
                          </a:solidFill>
                          <a:latin typeface="Arial"/>
                        </a:rPr>
                        <a:t>Judgement. Reported solo covers at 31 Dec 2025: Absa Life 1.51, AIC 1.81, ARTIC 2.11, AFS insurance group</a:t>
                      </a:r>
                    </a:p>
                  </a:txBody>
                  <a:tcPr marL="45720" marR="45720" marT="18288" marB="18288">
                    <a:solidFill>
                      <a:srgbClr val="FFFFFF"/>
                    </a:solidFill>
                  </a:tcPr>
                </a:tc>
              </a:tr>
              <a:tr h="160808">
                <a:tc>
                  <a:txBody>
                    <a:bodyPr wrap="square"/>
                    <a:lstStyle/>
                    <a:p>
                      <a:r>
                        <a:rPr sz="550">
                          <a:solidFill>
                            <a:srgbClr val="1A1A24"/>
                          </a:solidFill>
                          <a:latin typeface="Arial"/>
                        </a:rPr>
                        <a:t>Own funds as a multiple of IFRS equity (approximation)</a:t>
                      </a:r>
                    </a:p>
                  </a:txBody>
                  <a:tcPr marL="45720" marR="45720" marT="18288" marB="18288">
                    <a:solidFill>
                      <a:srgbClr val="F6F6FA"/>
                    </a:solidFill>
                  </a:tcPr>
                </a:tc>
                <a:tc>
                  <a:txBody>
                    <a:bodyPr wrap="square"/>
                    <a:lstStyle/>
                    <a:p>
                      <a:r>
                        <a:rPr sz="550">
                          <a:solidFill>
                            <a:srgbClr val="1A1A24"/>
                          </a:solidFill>
                          <a:latin typeface="Arial"/>
                        </a:rPr>
                        <a:t>1.00x</a:t>
                      </a:r>
                    </a:p>
                  </a:txBody>
                  <a:tcPr marL="45720" marR="45720" marT="18288" marB="18288">
                    <a:solidFill>
                      <a:srgbClr val="F6F6FA"/>
                    </a:solidFill>
                  </a:tcPr>
                </a:tc>
                <a:tc>
                  <a:txBody>
                    <a:bodyPr wrap="square"/>
                    <a:lstStyle/>
                    <a:p>
                      <a:r>
                        <a:rPr sz="550">
                          <a:solidFill>
                            <a:srgbClr val="1A1A24"/>
                          </a:solidFill>
                          <a:latin typeface="Arial"/>
                        </a:rPr>
                        <a:t>1.00x</a:t>
                      </a:r>
                    </a:p>
                  </a:txBody>
                  <a:tcPr marL="45720" marR="45720" marT="18288" marB="18288">
                    <a:solidFill>
                      <a:srgbClr val="F6F6FA"/>
                    </a:solidFill>
                  </a:tcPr>
                </a:tc>
                <a:tc>
                  <a:txBody>
                    <a:bodyPr wrap="square"/>
                    <a:lstStyle/>
                    <a:p>
                      <a:r>
                        <a:rPr sz="550">
                          <a:solidFill>
                            <a:srgbClr val="1A1A24"/>
                          </a:solidFill>
                          <a:latin typeface="Arial"/>
                        </a:rPr>
                        <a:t>1.00x</a:t>
                      </a:r>
                    </a:p>
                  </a:txBody>
                  <a:tcPr marL="45720" marR="45720" marT="18288" marB="18288">
                    <a:solidFill>
                      <a:srgbClr val="F6F6FA"/>
                    </a:solidFill>
                  </a:tcPr>
                </a:tc>
                <a:tc>
                  <a:txBody>
                    <a:bodyPr wrap="square"/>
                    <a:lstStyle/>
                    <a:p>
                      <a:r>
                        <a:rPr sz="550">
                          <a:solidFill>
                            <a:srgbClr val="1A1A24"/>
                          </a:solidFill>
                          <a:latin typeface="Arial"/>
                        </a:rPr>
                        <a:t>SAM own funds are not disclosed; IFRS equity is used as the proxy. Held at 1.0 in all cases; the gap to t</a:t>
                      </a:r>
                    </a:p>
                  </a:txBody>
                  <a:tcPr marL="45720" marR="45720" marT="18288" marB="18288">
                    <a:solidFill>
                      <a:srgbClr val="F6F6FA"/>
                    </a:solidFill>
                  </a:tcPr>
                </a:tc>
              </a:tr>
              <a:tr h="160808">
                <a:tc>
                  <a:txBody>
                    <a:bodyPr wrap="square"/>
                    <a:lstStyle/>
                    <a:p>
                      <a:r>
                        <a:rPr sz="550">
                          <a:solidFill>
                            <a:srgbClr val="1A1A24"/>
                          </a:solidFill>
                          <a:latin typeface="Arial"/>
                        </a:rPr>
                        <a:t>Claims leakage as a share of net claims paid</a:t>
                      </a:r>
                    </a:p>
                  </a:txBody>
                  <a:tcPr marL="45720" marR="45720" marT="18288" marB="18288">
                    <a:solidFill>
                      <a:srgbClr val="FFFFFF"/>
                    </a:solidFill>
                  </a:tcPr>
                </a:tc>
                <a:tc>
                  <a:txBody>
                    <a:bodyPr wrap="square"/>
                    <a:lstStyle/>
                    <a:p>
                      <a:r>
                        <a:rPr sz="550">
                          <a:solidFill>
                            <a:srgbClr val="1A1A24"/>
                          </a:solidFill>
                          <a:latin typeface="Arial"/>
                        </a:rPr>
                        <a:t>1.0%</a:t>
                      </a:r>
                    </a:p>
                  </a:txBody>
                  <a:tcPr marL="45720" marR="45720" marT="18288" marB="18288">
                    <a:solidFill>
                      <a:srgbClr val="FFFFFF"/>
                    </a:solidFill>
                  </a:tcPr>
                </a:tc>
                <a:tc>
                  <a:txBody>
                    <a:bodyPr wrap="square"/>
                    <a:lstStyle/>
                    <a:p>
                      <a:r>
                        <a:rPr sz="550">
                          <a:solidFill>
                            <a:srgbClr val="1A1A24"/>
                          </a:solidFill>
                          <a:latin typeface="Arial"/>
                        </a:rPr>
                        <a:t>2.0%</a:t>
                      </a:r>
                    </a:p>
                  </a:txBody>
                  <a:tcPr marL="45720" marR="45720" marT="18288" marB="18288">
                    <a:solidFill>
                      <a:srgbClr val="FFFFFF"/>
                    </a:solidFill>
                  </a:tcPr>
                </a:tc>
                <a:tc>
                  <a:txBody>
                    <a:bodyPr wrap="square"/>
                    <a:lstStyle/>
                    <a:p>
                      <a:r>
                        <a:rPr sz="550">
                          <a:solidFill>
                            <a:srgbClr val="1A1A24"/>
                          </a:solidFill>
                          <a:latin typeface="Arial"/>
                        </a:rPr>
                        <a:t>3.0%</a:t>
                      </a:r>
                    </a:p>
                  </a:txBody>
                  <a:tcPr marL="45720" marR="45720" marT="18288" marB="18288">
                    <a:solidFill>
                      <a:srgbClr val="FFFFFF"/>
                    </a:solidFill>
                  </a:tcPr>
                </a:tc>
                <a:tc>
                  <a:txBody>
                    <a:bodyPr wrap="square"/>
                    <a:lstStyle/>
                    <a:p>
                      <a:r>
                        <a:rPr sz="550">
                          <a:solidFill>
                            <a:srgbClr val="1A1A24"/>
                          </a:solidFill>
                          <a:latin typeface="Arial"/>
                        </a:rPr>
                        <a:t>Judgement. No public disclosure exists for AFS or peers. The metric is evidenced by a claims leakage audi</a:t>
                      </a:r>
                    </a:p>
                  </a:txBody>
                  <a:tcPr marL="45720" marR="45720" marT="18288" marB="18288">
                    <a:solidFill>
                      <a:srgbClr val="FFFFFF"/>
                    </a:solidFill>
                  </a:tcPr>
                </a:tc>
              </a:tr>
              <a:tr h="160808">
                <a:tc>
                  <a:txBody>
                    <a:bodyPr wrap="square"/>
                    <a:lstStyle/>
                    <a:p>
                      <a:r>
                        <a:rPr sz="550">
                          <a:solidFill>
                            <a:srgbClr val="1A1A24"/>
                          </a:solidFill>
                          <a:latin typeface="Arial"/>
                        </a:rPr>
                        <a:t>Achievable saving on net reinsurance cost from group-wide placement</a:t>
                      </a:r>
                    </a:p>
                  </a:txBody>
                  <a:tcPr marL="45720" marR="45720" marT="18288" marB="18288">
                    <a:solidFill>
                      <a:srgbClr val="F6F6FA"/>
                    </a:solidFill>
                  </a:tcPr>
                </a:tc>
                <a:tc>
                  <a:txBody>
                    <a:bodyPr wrap="square"/>
                    <a:lstStyle/>
                    <a:p>
                      <a:r>
                        <a:rPr sz="550">
                          <a:solidFill>
                            <a:srgbClr val="1A1A24"/>
                          </a:solidFill>
                          <a:latin typeface="Arial"/>
                        </a:rPr>
                        <a:t>5.0%</a:t>
                      </a:r>
                    </a:p>
                  </a:txBody>
                  <a:tcPr marL="45720" marR="45720" marT="18288" marB="18288">
                    <a:solidFill>
                      <a:srgbClr val="F6F6FA"/>
                    </a:solidFill>
                  </a:tcPr>
                </a:tc>
                <a:tc>
                  <a:txBody>
                    <a:bodyPr wrap="square"/>
                    <a:lstStyle/>
                    <a:p>
                      <a:r>
                        <a:rPr sz="550">
                          <a:solidFill>
                            <a:srgbClr val="1A1A24"/>
                          </a:solidFill>
                          <a:latin typeface="Arial"/>
                        </a:rPr>
                        <a:t>10.0%</a:t>
                      </a:r>
                    </a:p>
                  </a:txBody>
                  <a:tcPr marL="45720" marR="45720" marT="18288" marB="18288">
                    <a:solidFill>
                      <a:srgbClr val="F6F6FA"/>
                    </a:solidFill>
                  </a:tcPr>
                </a:tc>
                <a:tc>
                  <a:txBody>
                    <a:bodyPr wrap="square"/>
                    <a:lstStyle/>
                    <a:p>
                      <a:r>
                        <a:rPr sz="550">
                          <a:solidFill>
                            <a:srgbClr val="1A1A24"/>
                          </a:solidFill>
                          <a:latin typeface="Arial"/>
                        </a:rPr>
                        <a:t>15.0%</a:t>
                      </a:r>
                    </a:p>
                  </a:txBody>
                  <a:tcPr marL="45720" marR="45720" marT="18288" marB="18288">
                    <a:solidFill>
                      <a:srgbClr val="F6F6FA"/>
                    </a:solidFill>
                  </a:tcPr>
                </a:tc>
                <a:tc>
                  <a:txBody>
                    <a:bodyPr wrap="square"/>
                    <a:lstStyle/>
                    <a:p>
                      <a:r>
                        <a:rPr sz="550">
                          <a:solidFill>
                            <a:srgbClr val="1A1A24"/>
                          </a:solidFill>
                          <a:latin typeface="Arial"/>
                        </a:rPr>
                        <a:t>Judgement. Applied to the net expense from reinsurance contracts held for Insurance SA.</a:t>
                      </a:r>
                    </a:p>
                  </a:txBody>
                  <a:tcPr marL="45720" marR="45720" marT="18288" marB="18288">
                    <a:solidFill>
                      <a:srgbClr val="F6F6FA"/>
                    </a:solidFill>
                  </a:tcPr>
                </a:tc>
              </a:tr>
              <a:tr h="160808">
                <a:tc>
                  <a:txBody>
                    <a:bodyPr wrap="square"/>
                    <a:lstStyle/>
                    <a:p>
                      <a:r>
                        <a:rPr sz="550">
                          <a:solidFill>
                            <a:srgbClr val="1A1A24"/>
                          </a:solidFill>
                          <a:latin typeface="Arial"/>
                        </a:rPr>
                        <a:t>Annual cost of one avoidable insurance licence (board, head of actuarial function, audit, levie</a:t>
                      </a:r>
                    </a:p>
                  </a:txBody>
                  <a:tcPr marL="45720" marR="45720" marT="18288" marB="18288">
                    <a:solidFill>
                      <a:srgbClr val="FFFFFF"/>
                    </a:solidFill>
                  </a:tcPr>
                </a:tc>
                <a:tc>
                  <a:txBody>
                    <a:bodyPr wrap="square"/>
                    <a:lstStyle/>
                    <a:p>
                      <a:r>
                        <a:rPr sz="550">
                          <a:solidFill>
                            <a:srgbClr val="1A1A24"/>
                          </a:solidFill>
                          <a:latin typeface="Arial"/>
                        </a:rPr>
                        <a:t>10 Rm</a:t>
                      </a:r>
                    </a:p>
                  </a:txBody>
                  <a:tcPr marL="45720" marR="45720" marT="18288" marB="18288">
                    <a:solidFill>
                      <a:srgbClr val="FFFFFF"/>
                    </a:solidFill>
                  </a:tcPr>
                </a:tc>
                <a:tc>
                  <a:txBody>
                    <a:bodyPr wrap="square"/>
                    <a:lstStyle/>
                    <a:p>
                      <a:r>
                        <a:rPr sz="550">
                          <a:solidFill>
                            <a:srgbClr val="1A1A24"/>
                          </a:solidFill>
                          <a:latin typeface="Arial"/>
                        </a:rPr>
                        <a:t>20 Rm</a:t>
                      </a:r>
                    </a:p>
                  </a:txBody>
                  <a:tcPr marL="45720" marR="45720" marT="18288" marB="18288">
                    <a:solidFill>
                      <a:srgbClr val="FFFFFF"/>
                    </a:solidFill>
                  </a:tcPr>
                </a:tc>
                <a:tc>
                  <a:txBody>
                    <a:bodyPr wrap="square"/>
                    <a:lstStyle/>
                    <a:p>
                      <a:r>
                        <a:rPr sz="550">
                          <a:solidFill>
                            <a:srgbClr val="1A1A24"/>
                          </a:solidFill>
                          <a:latin typeface="Arial"/>
                        </a:rPr>
                        <a:t>40 Rm</a:t>
                      </a:r>
                    </a:p>
                  </a:txBody>
                  <a:tcPr marL="45720" marR="45720" marT="18288" marB="18288">
                    <a:solidFill>
                      <a:srgbClr val="FFFFFF"/>
                    </a:solidFill>
                  </a:tcPr>
                </a:tc>
                <a:tc>
                  <a:txBody>
                    <a:bodyPr wrap="square"/>
                    <a:lstStyle/>
                    <a:p>
                      <a:r>
                        <a:rPr sz="550">
                          <a:solidFill>
                            <a:srgbClr val="1A1A24"/>
                          </a:solidFill>
                          <a:latin typeface="Arial"/>
                        </a:rPr>
                        <a:t>Judgement. Scale reference: First Assurance Kenya audit fees KES 7.6m (AFS-1477) and professional fees KE</a:t>
                      </a:r>
                    </a:p>
                  </a:txBody>
                  <a:tcPr marL="45720" marR="45720" marT="18288" marB="18288">
                    <a:solidFill>
                      <a:srgbClr val="FFFFFF"/>
                    </a:solidFill>
                  </a:tcPr>
                </a:tc>
              </a:tr>
              <a:tr h="160808">
                <a:tc>
                  <a:txBody>
                    <a:bodyPr wrap="square"/>
                    <a:lstStyle/>
                    <a:p>
                      <a:r>
                        <a:rPr sz="550">
                          <a:solidFill>
                            <a:srgbClr val="1A1A24"/>
                          </a:solidFill>
                          <a:latin typeface="Arial"/>
                        </a:rPr>
                        <a:t>Investment management cost on shareholder funds, basis points</a:t>
                      </a:r>
                    </a:p>
                  </a:txBody>
                  <a:tcPr marL="45720" marR="45720" marT="18288" marB="18288">
                    <a:solidFill>
                      <a:srgbClr val="F6F6FA"/>
                    </a:solidFill>
                  </a:tcPr>
                </a:tc>
                <a:tc>
                  <a:txBody>
                    <a:bodyPr wrap="square"/>
                    <a:lstStyle/>
                    <a:p>
                      <a:r>
                        <a:rPr sz="550">
                          <a:solidFill>
                            <a:srgbClr val="1A1A24"/>
                          </a:solidFill>
                          <a:latin typeface="Arial"/>
                        </a:rPr>
                        <a:t>20 bps</a:t>
                      </a:r>
                    </a:p>
                  </a:txBody>
                  <a:tcPr marL="45720" marR="45720" marT="18288" marB="18288">
                    <a:solidFill>
                      <a:srgbClr val="F6F6FA"/>
                    </a:solidFill>
                  </a:tcPr>
                </a:tc>
                <a:tc>
                  <a:txBody>
                    <a:bodyPr wrap="square"/>
                    <a:lstStyle/>
                    <a:p>
                      <a:r>
                        <a:rPr sz="550">
                          <a:solidFill>
                            <a:srgbClr val="1A1A24"/>
                          </a:solidFill>
                          <a:latin typeface="Arial"/>
                        </a:rPr>
                        <a:t>30 bps</a:t>
                      </a:r>
                    </a:p>
                  </a:txBody>
                  <a:tcPr marL="45720" marR="45720" marT="18288" marB="18288">
                    <a:solidFill>
                      <a:srgbClr val="F6F6FA"/>
                    </a:solidFill>
                  </a:tcPr>
                </a:tc>
                <a:tc>
                  <a:txBody>
                    <a:bodyPr wrap="square"/>
                    <a:lstStyle/>
                    <a:p>
                      <a:r>
                        <a:rPr sz="550">
                          <a:solidFill>
                            <a:srgbClr val="1A1A24"/>
                          </a:solidFill>
                          <a:latin typeface="Arial"/>
                        </a:rPr>
                        <a:t>40 bps</a:t>
                      </a:r>
                    </a:p>
                  </a:txBody>
                  <a:tcPr marL="45720" marR="45720" marT="18288" marB="18288">
                    <a:solidFill>
                      <a:srgbClr val="F6F6FA"/>
                    </a:solidFill>
                  </a:tcPr>
                </a:tc>
                <a:tc>
                  <a:txBody>
                    <a:bodyPr wrap="square"/>
                    <a:lstStyle/>
                    <a:p>
                      <a:r>
                        <a:rPr sz="550">
                          <a:solidFill>
                            <a:srgbClr val="1A1A24"/>
                          </a:solidFill>
                          <a:latin typeface="Arial"/>
                        </a:rPr>
                        <a:t>Judgement for a short-dated shareholder portfolio. Only the shareholder-borne fee is in scope; policyhold</a:t>
                      </a:r>
                    </a:p>
                  </a:txBody>
                  <a:tcPr marL="45720" marR="45720" marT="18288" marB="18288">
                    <a:solidFill>
                      <a:srgbClr val="F6F6FA"/>
                    </a:solidFill>
                  </a:tcPr>
                </a:tc>
              </a:tr>
              <a:tr h="160808">
                <a:tc>
                  <a:txBody>
                    <a:bodyPr wrap="square"/>
                    <a:lstStyle/>
                    <a:p>
                      <a:r>
                        <a:rPr sz="550">
                          <a:solidFill>
                            <a:srgbClr val="1A1A24"/>
                          </a:solidFill>
                          <a:latin typeface="Arial"/>
                        </a:rPr>
                        <a:t>Realisation factor applied to the gap to peer median</a:t>
                      </a:r>
                    </a:p>
                  </a:txBody>
                  <a:tcPr marL="45720" marR="45720" marT="18288" marB="18288">
                    <a:solidFill>
                      <a:srgbClr val="FFFFFF"/>
                    </a:solidFill>
                  </a:tcPr>
                </a:tc>
                <a:tc>
                  <a:txBody>
                    <a:bodyPr wrap="square"/>
                    <a:lstStyle/>
                    <a:p>
                      <a:r>
                        <a:rPr sz="550">
                          <a:solidFill>
                            <a:srgbClr val="1A1A24"/>
                          </a:solidFill>
                          <a:latin typeface="Arial"/>
                        </a:rPr>
                        <a:t>50.0%</a:t>
                      </a:r>
                    </a:p>
                  </a:txBody>
                  <a:tcPr marL="45720" marR="45720" marT="18288" marB="18288">
                    <a:solidFill>
                      <a:srgbClr val="FFFFFF"/>
                    </a:solidFill>
                  </a:tcPr>
                </a:tc>
                <a:tc>
                  <a:txBody>
                    <a:bodyPr wrap="square"/>
                    <a:lstStyle/>
                    <a:p>
                      <a:r>
                        <a:rPr sz="550">
                          <a:solidFill>
                            <a:srgbClr val="1A1A24"/>
                          </a:solidFill>
                          <a:latin typeface="Arial"/>
                        </a:rPr>
                        <a:t>75.0%</a:t>
                      </a:r>
                    </a:p>
                  </a:txBody>
                  <a:tcPr marL="45720" marR="45720" marT="18288" marB="18288">
                    <a:solidFill>
                      <a:srgbClr val="FFFFFF"/>
                    </a:solidFill>
                  </a:tcPr>
                </a:tc>
                <a:tc>
                  <a:txBody>
                    <a:bodyPr wrap="square"/>
                    <a:lstStyle/>
                    <a:p>
                      <a:r>
                        <a:rPr sz="550">
                          <a:solidFill>
                            <a:srgbClr val="1A1A24"/>
                          </a:solidFill>
                          <a:latin typeface="Arial"/>
                        </a:rPr>
                        <a:t>1.00x</a:t>
                      </a:r>
                    </a:p>
                  </a:txBody>
                  <a:tcPr marL="45720" marR="45720" marT="18288" marB="18288">
                    <a:solidFill>
                      <a:srgbClr val="FFFFFF"/>
                    </a:solidFill>
                  </a:tcPr>
                </a:tc>
                <a:tc>
                  <a:txBody>
                    <a:bodyPr wrap="square"/>
                    <a:lstStyle/>
                    <a:p>
                      <a:r>
                        <a:rPr sz="550">
                          <a:solidFill>
                            <a:srgbClr val="1A1A24"/>
                          </a:solidFill>
                          <a:latin typeface="Arial"/>
                        </a:rPr>
                        <a:t>Judgement. A benchmark gap is a hypothesis, not a target; the factor expresses how much of the gap to med</a:t>
                      </a:r>
                    </a:p>
                  </a:txBody>
                  <a:tcPr marL="45720" marR="45720" marT="18288" marB="18288">
                    <a:solidFill>
                      <a:srgbClr val="FFFFFF"/>
                    </a:solidFill>
                  </a:tcPr>
                </a:tc>
              </a:tr>
              <a:tr h="160808">
                <a:tc>
                  <a:txBody>
                    <a:bodyPr wrap="square"/>
                    <a:lstStyle/>
                    <a:p>
                      <a:r>
                        <a:rPr sz="550">
                          <a:solidFill>
                            <a:srgbClr val="1A1A24"/>
                          </a:solidFill>
                          <a:latin typeface="Arial"/>
                        </a:rPr>
                        <a:t>Realisation factor applied to the gap to peer top quartile</a:t>
                      </a:r>
                    </a:p>
                  </a:txBody>
                  <a:tcPr marL="45720" marR="45720" marT="18288" marB="18288">
                    <a:solidFill>
                      <a:srgbClr val="F6F6FA"/>
                    </a:solidFill>
                  </a:tcPr>
                </a:tc>
                <a:tc>
                  <a:txBody>
                    <a:bodyPr wrap="square"/>
                    <a:lstStyle/>
                    <a:p>
                      <a:r>
                        <a:rPr sz="550">
                          <a:solidFill>
                            <a:srgbClr val="1A1A24"/>
                          </a:solidFill>
                          <a:latin typeface="Arial"/>
                        </a:rPr>
                        <a:t>25.0%</a:t>
                      </a:r>
                    </a:p>
                  </a:txBody>
                  <a:tcPr marL="45720" marR="45720" marT="18288" marB="18288">
                    <a:solidFill>
                      <a:srgbClr val="F6F6FA"/>
                    </a:solidFill>
                  </a:tcPr>
                </a:tc>
                <a:tc>
                  <a:txBody>
                    <a:bodyPr wrap="square"/>
                    <a:lstStyle/>
                    <a:p>
                      <a:r>
                        <a:rPr sz="550">
                          <a:solidFill>
                            <a:srgbClr val="1A1A24"/>
                          </a:solidFill>
                          <a:latin typeface="Arial"/>
                        </a:rPr>
                        <a:t>50.0%</a:t>
                      </a:r>
                    </a:p>
                  </a:txBody>
                  <a:tcPr marL="45720" marR="45720" marT="18288" marB="18288">
                    <a:solidFill>
                      <a:srgbClr val="F6F6FA"/>
                    </a:solidFill>
                  </a:tcPr>
                </a:tc>
                <a:tc>
                  <a:txBody>
                    <a:bodyPr wrap="square"/>
                    <a:lstStyle/>
                    <a:p>
                      <a:r>
                        <a:rPr sz="550">
                          <a:solidFill>
                            <a:srgbClr val="1A1A24"/>
                          </a:solidFill>
                          <a:latin typeface="Arial"/>
                        </a:rPr>
                        <a:t>75.0%</a:t>
                      </a:r>
                    </a:p>
                  </a:txBody>
                  <a:tcPr marL="45720" marR="45720" marT="18288" marB="18288">
                    <a:solidFill>
                      <a:srgbClr val="F6F6FA"/>
                    </a:solidFill>
                  </a:tcPr>
                </a:tc>
                <a:tc>
                  <a:txBody>
                    <a:bodyPr wrap="square"/>
                    <a:lstStyle/>
                    <a:p>
                      <a:r>
                        <a:rPr sz="550">
                          <a:solidFill>
                            <a:srgbClr val="1A1A24"/>
                          </a:solidFill>
                          <a:latin typeface="Arial"/>
                        </a:rPr>
                        <a:t>Judgement, as above but for the stretch case.</a:t>
                      </a:r>
                    </a:p>
                  </a:txBody>
                  <a:tcPr marL="45720" marR="45720" marT="18288" marB="18288">
                    <a:solidFill>
                      <a:srgbClr val="F6F6FA"/>
                    </a:solidFill>
                  </a:tcPr>
                </a:tc>
              </a:tr>
              <a:tr h="160808">
                <a:tc>
                  <a:txBody>
                    <a:bodyPr wrap="square"/>
                    <a:lstStyle/>
                    <a:p>
                      <a:r>
                        <a:rPr sz="550">
                          <a:solidFill>
                            <a:srgbClr val="1A1A24"/>
                          </a:solidFill>
                          <a:latin typeface="Arial"/>
                        </a:rPr>
                        <a:t>Intermediary and investments block (AIFA, AIMS, Trust, Stockbrokers) operating expenses, FY2025</a:t>
                      </a:r>
                    </a:p>
                  </a:txBody>
                  <a:tcPr marL="45720" marR="45720" marT="18288" marB="18288">
                    <a:solidFill>
                      <a:srgbClr val="FFFFFF"/>
                    </a:solidFill>
                  </a:tcPr>
                </a:tc>
                <a:tc>
                  <a:txBody>
                    <a:bodyPr wrap="square"/>
                    <a:lstStyle/>
                    <a:p>
                      <a:r>
                        <a:rPr sz="550">
                          <a:solidFill>
                            <a:srgbClr val="1A1A24"/>
                          </a:solidFill>
                          <a:latin typeface="Arial"/>
                        </a:rPr>
                        <a:t>1,500 Rm</a:t>
                      </a:r>
                    </a:p>
                  </a:txBody>
                  <a:tcPr marL="45720" marR="45720" marT="18288" marB="18288">
                    <a:solidFill>
                      <a:srgbClr val="FFFFFF"/>
                    </a:solidFill>
                  </a:tcPr>
                </a:tc>
                <a:tc>
                  <a:txBody>
                    <a:bodyPr wrap="square"/>
                    <a:lstStyle/>
                    <a:p>
                      <a:r>
                        <a:rPr sz="550">
                          <a:solidFill>
                            <a:srgbClr val="1A1A24"/>
                          </a:solidFill>
                          <a:latin typeface="Arial"/>
                        </a:rPr>
                        <a:t>1,724 Rm</a:t>
                      </a:r>
                    </a:p>
                  </a:txBody>
                  <a:tcPr marL="45720" marR="45720" marT="18288" marB="18288">
                    <a:solidFill>
                      <a:srgbClr val="FFFFFF"/>
                    </a:solidFill>
                  </a:tcPr>
                </a:tc>
                <a:tc>
                  <a:txBody>
                    <a:bodyPr wrap="square"/>
                    <a:lstStyle/>
                    <a:p>
                      <a:r>
                        <a:rPr sz="550">
                          <a:solidFill>
                            <a:srgbClr val="1A1A24"/>
                          </a:solidFill>
                          <a:latin typeface="Arial"/>
                        </a:rPr>
                        <a:t>1,900 Rm</a:t>
                      </a:r>
                    </a:p>
                  </a:txBody>
                  <a:tcPr marL="45720" marR="45720" marT="18288" marB="18288">
                    <a:solidFill>
                      <a:srgbClr val="FFFFFF"/>
                    </a:solidFill>
                  </a:tcPr>
                </a:tc>
                <a:tc>
                  <a:txBody>
                    <a:bodyPr wrap="square"/>
                    <a:lstStyle/>
                    <a:p>
                      <a:r>
                        <a:rPr sz="550">
                          <a:solidFill>
                            <a:srgbClr val="1A1A24"/>
                          </a:solidFill>
                          <a:latin typeface="Arial"/>
                        </a:rPr>
                        <a:t>Fact anchor: Non-Banking Financial Services segment operating expenses R1 724m in FY2023 and R1 871m in F</a:t>
                      </a:r>
                    </a:p>
                  </a:txBody>
                  <a:tcPr marL="45720" marR="45720" marT="18288" marB="18288">
                    <a:solidFill>
                      <a:srgbClr val="FFFFFF"/>
                    </a:solidFill>
                  </a:tcPr>
                </a:tc>
              </a:tr>
              <a:tr h="160808">
                <a:tc>
                  <a:txBody>
                    <a:bodyPr wrap="square"/>
                    <a:lstStyle/>
                    <a:p>
                      <a:r>
                        <a:rPr sz="550">
                          <a:solidFill>
                            <a:srgbClr val="1A1A24"/>
                          </a:solidFill>
                          <a:latin typeface="Arial"/>
                        </a:rPr>
                        <a:t>Precedent savings as share of addressable cost base (from Phase 3 precedents)</a:t>
                      </a:r>
                    </a:p>
                  </a:txBody>
                  <a:tcPr marL="45720" marR="45720" marT="18288" marB="18288">
                    <a:solidFill>
                      <a:srgbClr val="F6F6FA"/>
                    </a:solidFill>
                  </a:tcPr>
                </a:tc>
                <a:tc>
                  <a:txBody>
                    <a:bodyPr wrap="square"/>
                    <a:lstStyle/>
                    <a:p>
                      <a:r>
                        <a:rPr sz="550">
                          <a:solidFill>
                            <a:srgbClr val="1A1A24"/>
                          </a:solidFill>
                          <a:latin typeface="Arial"/>
                        </a:rPr>
                        <a:t>6.0%</a:t>
                      </a:r>
                    </a:p>
                  </a:txBody>
                  <a:tcPr marL="45720" marR="45720" marT="18288" marB="18288">
                    <a:solidFill>
                      <a:srgbClr val="F6F6FA"/>
                    </a:solidFill>
                  </a:tcPr>
                </a:tc>
                <a:tc>
                  <a:txBody>
                    <a:bodyPr wrap="square"/>
                    <a:lstStyle/>
                    <a:p>
                      <a:r>
                        <a:rPr sz="550">
                          <a:solidFill>
                            <a:srgbClr val="1A1A24"/>
                          </a:solidFill>
                          <a:latin typeface="Arial"/>
                        </a:rPr>
                        <a:t>9.0%</a:t>
                      </a:r>
                    </a:p>
                  </a:txBody>
                  <a:tcPr marL="45720" marR="45720" marT="18288" marB="18288">
                    <a:solidFill>
                      <a:srgbClr val="F6F6FA"/>
                    </a:solidFill>
                  </a:tcPr>
                </a:tc>
                <a:tc>
                  <a:txBody>
                    <a:bodyPr wrap="square"/>
                    <a:lstStyle/>
                    <a:p>
                      <a:r>
                        <a:rPr sz="550">
                          <a:solidFill>
                            <a:srgbClr val="1A1A24"/>
                          </a:solidFill>
                          <a:latin typeface="Arial"/>
                        </a:rPr>
                        <a:t>13.0%</a:t>
                      </a:r>
                    </a:p>
                  </a:txBody>
                  <a:tcPr marL="45720" marR="45720" marT="18288" marB="18288">
                    <a:solidFill>
                      <a:srgbClr val="F6F6FA"/>
                    </a:solidFill>
                  </a:tcPr>
                </a:tc>
                <a:tc>
                  <a:txBody>
                    <a:bodyPr wrap="square"/>
                    <a:lstStyle/>
                    <a:p>
                      <a:r>
                        <a:rPr sz="550">
                          <a:solidFill>
                            <a:srgbClr val="1A1A24"/>
                          </a:solidFill>
                          <a:latin typeface="Arial"/>
                        </a:rPr>
                        <a:t>Derived from the precedents cluster: Old Mutual 5.9 percent target and 7.3 percent delivered (PR-005, PR-</a:t>
                      </a:r>
                    </a:p>
                  </a:txBody>
                  <a:tcPr marL="45720" marR="45720" marT="18288" marB="18288">
                    <a:solidFill>
                      <a:srgbClr val="F6F6FA"/>
                    </a:solidFill>
                  </a:tcPr>
                </a:tc>
              </a:tr>
              <a:tr h="160808">
                <a:tc>
                  <a:txBody>
                    <a:bodyPr wrap="square"/>
                    <a:lstStyle/>
                    <a:p>
                      <a:r>
                        <a:rPr sz="550">
                          <a:solidFill>
                            <a:srgbClr val="1A1A24"/>
                          </a:solidFill>
                          <a:latin typeface="Arial"/>
                        </a:rPr>
                        <a:t>Cost to achieve as a multiple of run-rate savings</a:t>
                      </a:r>
                    </a:p>
                  </a:txBody>
                  <a:tcPr marL="45720" marR="45720" marT="18288" marB="18288">
                    <a:solidFill>
                      <a:srgbClr val="FFFFFF"/>
                    </a:solidFill>
                  </a:tcPr>
                </a:tc>
                <a:tc>
                  <a:txBody>
                    <a:bodyPr wrap="square"/>
                    <a:lstStyle/>
                    <a:p>
                      <a:r>
                        <a:rPr sz="550">
                          <a:solidFill>
                            <a:srgbClr val="1A1A24"/>
                          </a:solidFill>
                          <a:latin typeface="Arial"/>
                        </a:rPr>
                        <a:t>50.0%</a:t>
                      </a:r>
                    </a:p>
                  </a:txBody>
                  <a:tcPr marL="45720" marR="45720" marT="18288" marB="18288">
                    <a:solidFill>
                      <a:srgbClr val="FFFFFF"/>
                    </a:solidFill>
                  </a:tcPr>
                </a:tc>
                <a:tc>
                  <a:txBody>
                    <a:bodyPr wrap="square"/>
                    <a:lstStyle/>
                    <a:p>
                      <a:r>
                        <a:rPr sz="550">
                          <a:solidFill>
                            <a:srgbClr val="1A1A24"/>
                          </a:solidFill>
                          <a:latin typeface="Arial"/>
                        </a:rPr>
                        <a:t>1.00x</a:t>
                      </a:r>
                    </a:p>
                  </a:txBody>
                  <a:tcPr marL="45720" marR="45720" marT="18288" marB="18288">
                    <a:solidFill>
                      <a:srgbClr val="FFFFFF"/>
                    </a:solidFill>
                  </a:tcPr>
                </a:tc>
                <a:tc>
                  <a:txBody>
                    <a:bodyPr wrap="square"/>
                    <a:lstStyle/>
                    <a:p>
                      <a:r>
                        <a:rPr sz="550">
                          <a:solidFill>
                            <a:srgbClr val="1A1A24"/>
                          </a:solidFill>
                          <a:latin typeface="Arial"/>
                        </a:rPr>
                        <a:t>1.80x</a:t>
                      </a:r>
                    </a:p>
                  </a:txBody>
                  <a:tcPr marL="45720" marR="45720" marT="18288" marB="18288">
                    <a:solidFill>
                      <a:srgbClr val="FFFFFF"/>
                    </a:solidFill>
                  </a:tcPr>
                </a:tc>
                <a:tc>
                  <a:txBody>
                    <a:bodyPr wrap="square"/>
                    <a:lstStyle/>
                    <a:p>
                      <a:r>
                        <a:rPr sz="550">
                          <a:solidFill>
                            <a:srgbClr val="1A1A24"/>
                          </a:solidFill>
                          <a:latin typeface="Arial"/>
                        </a:rPr>
                        <a:t>From precedents: 0.25x to 0.7x for headcount and procurement programmes (PR-009, PR-082, PR-076, PR-089);</a:t>
                      </a:r>
                    </a:p>
                  </a:txBody>
                  <a:tcPr marL="45720" marR="45720" marT="18288" marB="18288">
                    <a:solidFill>
                      <a:srgbClr val="FFFFFF"/>
                    </a:solidFill>
                  </a:tcPr>
                </a:tc>
              </a:tr>
              <a:tr h="160808">
                <a:tc>
                  <a:txBody>
                    <a:bodyPr wrap="square"/>
                    <a:lstStyle/>
                    <a:p>
                      <a:r>
                        <a:rPr sz="550">
                          <a:solidFill>
                            <a:srgbClr val="1A1A24"/>
                          </a:solidFill>
                          <a:latin typeface="Arial"/>
                        </a:rPr>
                        <a:t>Counterfactual: precedent savings as share of addressable base, programmes that did not consoli</a:t>
                      </a:r>
                    </a:p>
                  </a:txBody>
                  <a:tcPr marL="45720" marR="45720" marT="18288" marB="18288">
                    <a:solidFill>
                      <a:srgbClr val="F6F6FA"/>
                    </a:solidFill>
                  </a:tcPr>
                </a:tc>
                <a:tc>
                  <a:txBody>
                    <a:bodyPr wrap="square"/>
                    <a:lstStyle/>
                    <a:p>
                      <a:r>
                        <a:rPr sz="550">
                          <a:solidFill>
                            <a:srgbClr val="1A1A24"/>
                          </a:solidFill>
                          <a:latin typeface="Arial"/>
                        </a:rPr>
                        <a:t>5.6%</a:t>
                      </a:r>
                    </a:p>
                  </a:txBody>
                  <a:tcPr marL="45720" marR="45720" marT="18288" marB="18288">
                    <a:solidFill>
                      <a:srgbClr val="F6F6FA"/>
                    </a:solidFill>
                  </a:tcPr>
                </a:tc>
                <a:tc>
                  <a:txBody>
                    <a:bodyPr wrap="square"/>
                    <a:lstStyle/>
                    <a:p>
                      <a:r>
                        <a:rPr sz="550">
                          <a:solidFill>
                            <a:srgbClr val="1A1A24"/>
                          </a:solidFill>
                          <a:latin typeface="Arial"/>
                        </a:rPr>
                        <a:t>6.6%</a:t>
                      </a:r>
                    </a:p>
                  </a:txBody>
                  <a:tcPr marL="45720" marR="45720" marT="18288" marB="18288">
                    <a:solidFill>
                      <a:srgbClr val="F6F6FA"/>
                    </a:solidFill>
                  </a:tcPr>
                </a:tc>
                <a:tc>
                  <a:txBody>
                    <a:bodyPr wrap="square"/>
                    <a:lstStyle/>
                    <a:p>
                      <a:r>
                        <a:rPr sz="550">
                          <a:solidFill>
                            <a:srgbClr val="1A1A24"/>
                          </a:solidFill>
                          <a:latin typeface="Arial"/>
                        </a:rPr>
                        <a:t>7.6%</a:t>
                      </a:r>
                    </a:p>
                  </a:txBody>
                  <a:tcPr marL="45720" marR="45720" marT="18288" marB="18288">
                    <a:solidFill>
                      <a:srgbClr val="F6F6FA"/>
                    </a:solidFill>
                  </a:tcPr>
                </a:tc>
                <a:tc>
                  <a:txBody>
                    <a:bodyPr wrap="square"/>
                    <a:lstStyle/>
                    <a:p>
                      <a:r>
                        <a:rPr sz="550">
                          <a:solidFill>
                            <a:srgbClr val="1A1A24"/>
                          </a:solidFill>
                          <a:latin typeface="Arial"/>
                        </a:rPr>
                        <a:t>Derived from the three South African operating programmes: MMI R750m on R13 444m, 5.6 percent (PR-034); O</a:t>
                      </a:r>
                    </a:p>
                  </a:txBody>
                  <a:tcPr marL="45720" marR="45720" marT="18288" marB="18288">
                    <a:solidFill>
                      <a:srgbClr val="F6F6FA"/>
                    </a:solidFill>
                  </a:tcPr>
                </a:tc>
              </a:tr>
              <a:tr h="160808">
                <a:tc>
                  <a:txBody>
                    <a:bodyPr wrap="square"/>
                    <a:lstStyle/>
                    <a:p>
                      <a:r>
                        <a:rPr sz="550">
                          <a:solidFill>
                            <a:srgbClr val="1A1A24"/>
                          </a:solidFill>
                          <a:latin typeface="Arial"/>
                        </a:rPr>
                        <a:t>Counterfactual: cost to achieve multiple for headcount and procurement programmes without struc</a:t>
                      </a:r>
                    </a:p>
                  </a:txBody>
                  <a:tcPr marL="45720" marR="45720" marT="18288" marB="18288">
                    <a:solidFill>
                      <a:srgbClr val="FFFFFF"/>
                    </a:solidFill>
                  </a:tcPr>
                </a:tc>
                <a:tc>
                  <a:txBody>
                    <a:bodyPr wrap="square"/>
                    <a:lstStyle/>
                    <a:p>
                      <a:r>
                        <a:rPr sz="550">
                          <a:solidFill>
                            <a:srgbClr val="1A1A24"/>
                          </a:solidFill>
                          <a:latin typeface="Arial"/>
                        </a:rPr>
                        <a:t>25.0%</a:t>
                      </a:r>
                    </a:p>
                  </a:txBody>
                  <a:tcPr marL="45720" marR="45720" marT="18288" marB="18288">
                    <a:solidFill>
                      <a:srgbClr val="FFFFFF"/>
                    </a:solidFill>
                  </a:tcPr>
                </a:tc>
                <a:tc>
                  <a:txBody>
                    <a:bodyPr wrap="square"/>
                    <a:lstStyle/>
                    <a:p>
                      <a:r>
                        <a:rPr sz="550">
                          <a:solidFill>
                            <a:srgbClr val="1A1A24"/>
                          </a:solidFill>
                          <a:latin typeface="Arial"/>
                        </a:rPr>
                        <a:t>44.0%</a:t>
                      </a:r>
                    </a:p>
                  </a:txBody>
                  <a:tcPr marL="45720" marR="45720" marT="18288" marB="18288">
                    <a:solidFill>
                      <a:srgbClr val="FFFFFF"/>
                    </a:solidFill>
                  </a:tcPr>
                </a:tc>
                <a:tc>
                  <a:txBody>
                    <a:bodyPr wrap="square"/>
                    <a:lstStyle/>
                    <a:p>
                      <a:r>
                        <a:rPr sz="550">
                          <a:solidFill>
                            <a:srgbClr val="1A1A24"/>
                          </a:solidFill>
                          <a:latin typeface="Arial"/>
                        </a:rPr>
                        <a:t>70.0%</a:t>
                      </a:r>
                    </a:p>
                  </a:txBody>
                  <a:tcPr marL="45720" marR="45720" marT="18288" marB="18288">
                    <a:solidFill>
                      <a:srgbClr val="FFFFFF"/>
                    </a:solidFill>
                  </a:tcPr>
                </a:tc>
                <a:tc>
                  <a:txBody>
                    <a:bodyPr wrap="square"/>
                    <a:lstStyle/>
                    <a:p>
                      <a:r>
                        <a:rPr sz="550">
                          <a:solidFill>
                            <a:srgbClr val="1A1A24"/>
                          </a:solidFill>
                          <a:latin typeface="Arial"/>
                        </a:rPr>
                        <a:t>From precedents without licence or platform consolidation: Manulife 0.25x (PR-082), Old Mutual 0.26x (PR-</a:t>
                      </a:r>
                    </a:p>
                  </a:txBody>
                  <a:tcPr marL="45720" marR="45720" marT="18288" marB="18288">
                    <a:solidFill>
                      <a:srgbClr val="FFFFFF"/>
                    </a:solidFill>
                  </a:tcPr>
                </a:tc>
              </a:tr>
              <a:tr h="160808">
                <a:tc>
                  <a:txBody>
                    <a:bodyPr wrap="square"/>
                    <a:lstStyle/>
                    <a:p>
                      <a:r>
                        <a:rPr sz="550">
                          <a:solidFill>
                            <a:srgbClr val="1A1A24"/>
                          </a:solidFill>
                          <a:latin typeface="Arial"/>
                        </a:rPr>
                        <a:t>Counterfactual: cost to achieve multiple on the increment where licences or platforms are conso</a:t>
                      </a:r>
                    </a:p>
                  </a:txBody>
                  <a:tcPr marL="45720" marR="45720" marT="18288" marB="18288">
                    <a:solidFill>
                      <a:srgbClr val="F6F6FA"/>
                    </a:solidFill>
                  </a:tcPr>
                </a:tc>
                <a:tc>
                  <a:txBody>
                    <a:bodyPr wrap="square"/>
                    <a:lstStyle/>
                    <a:p>
                      <a:r>
                        <a:rPr sz="550">
                          <a:solidFill>
                            <a:srgbClr val="1A1A24"/>
                          </a:solidFill>
                          <a:latin typeface="Arial"/>
                        </a:rPr>
                        <a:t>1.50x</a:t>
                      </a:r>
                    </a:p>
                  </a:txBody>
                  <a:tcPr marL="45720" marR="45720" marT="18288" marB="18288">
                    <a:solidFill>
                      <a:srgbClr val="F6F6FA"/>
                    </a:solidFill>
                  </a:tcPr>
                </a:tc>
                <a:tc>
                  <a:txBody>
                    <a:bodyPr wrap="square"/>
                    <a:lstStyle/>
                    <a:p>
                      <a:r>
                        <a:rPr sz="550">
                          <a:solidFill>
                            <a:srgbClr val="1A1A24"/>
                          </a:solidFill>
                          <a:latin typeface="Arial"/>
                        </a:rPr>
                        <a:t>1.70x</a:t>
                      </a:r>
                    </a:p>
                  </a:txBody>
                  <a:tcPr marL="45720" marR="45720" marT="18288" marB="18288">
                    <a:solidFill>
                      <a:srgbClr val="F6F6FA"/>
                    </a:solidFill>
                  </a:tcPr>
                </a:tc>
                <a:tc>
                  <a:txBody>
                    <a:bodyPr wrap="square"/>
                    <a:lstStyle/>
                    <a:p>
                      <a:r>
                        <a:rPr sz="550">
                          <a:solidFill>
                            <a:srgbClr val="1A1A24"/>
                          </a:solidFill>
                          <a:latin typeface="Arial"/>
                        </a:rPr>
                        <a:t>2.00x</a:t>
                      </a:r>
                    </a:p>
                  </a:txBody>
                  <a:tcPr marL="45720" marR="45720" marT="18288" marB="18288">
                    <a:solidFill>
                      <a:srgbClr val="F6F6FA"/>
                    </a:solidFill>
                  </a:tcPr>
                </a:tc>
                <a:tc>
                  <a:txBody>
                    <a:bodyPr wrap="square"/>
                    <a:lstStyle/>
                    <a:p>
                      <a:r>
                        <a:rPr sz="550">
                          <a:solidFill>
                            <a:srgbClr val="1A1A24"/>
                          </a:solidFill>
                          <a:latin typeface="Arial"/>
                        </a:rPr>
                        <a:t>From precedents that consolidated entities or platforms: Quilter 1.54x (PR-158), Aegon 1.62x (PR-116), Pr</a:t>
                      </a:r>
                    </a:p>
                  </a:txBody>
                  <a:tcPr marL="45720" marR="45720" marT="18288" marB="18288">
                    <a:solidFill>
                      <a:srgbClr val="F6F6FA"/>
                    </a:solidFill>
                  </a:tcPr>
                </a:tc>
              </a:tr>
              <a:tr h="160808">
                <a:tc>
                  <a:txBody>
                    <a:bodyPr wrap="square"/>
                    <a:lstStyle/>
                    <a:p>
                      <a:r>
                        <a:rPr sz="550">
                          <a:solidFill>
                            <a:srgbClr val="1A1A24"/>
                          </a:solidFill>
                          <a:latin typeface="Arial"/>
                        </a:rPr>
                        <a:t>Counterfactual: share of the reinsurance price saving achievable by entity-level repricing with</a:t>
                      </a:r>
                    </a:p>
                  </a:txBody>
                  <a:tcPr marL="45720" marR="45720" marT="18288" marB="18288">
                    <a:solidFill>
                      <a:srgbClr val="FFFFFF"/>
                    </a:solidFill>
                  </a:tcPr>
                </a:tc>
                <a:tc>
                  <a:txBody>
                    <a:bodyPr wrap="square"/>
                    <a:lstStyle/>
                    <a:p>
                      <a:r>
                        <a:rPr sz="550">
                          <a:solidFill>
                            <a:srgbClr val="1A1A24"/>
                          </a:solidFill>
                          <a:latin typeface="Arial"/>
                        </a:rPr>
                        <a:t>25.0%</a:t>
                      </a:r>
                    </a:p>
                  </a:txBody>
                  <a:tcPr marL="45720" marR="45720" marT="18288" marB="18288">
                    <a:solidFill>
                      <a:srgbClr val="FFFFFF"/>
                    </a:solidFill>
                  </a:tcPr>
                </a:tc>
                <a:tc>
                  <a:txBody>
                    <a:bodyPr wrap="square"/>
                    <a:lstStyle/>
                    <a:p>
                      <a:r>
                        <a:rPr sz="550">
                          <a:solidFill>
                            <a:srgbClr val="1A1A24"/>
                          </a:solidFill>
                          <a:latin typeface="Arial"/>
                        </a:rPr>
                        <a:t>50.0%</a:t>
                      </a:r>
                    </a:p>
                  </a:txBody>
                  <a:tcPr marL="45720" marR="45720" marT="18288" marB="18288">
                    <a:solidFill>
                      <a:srgbClr val="FFFFFF"/>
                    </a:solidFill>
                  </a:tcPr>
                </a:tc>
                <a:tc>
                  <a:txBody>
                    <a:bodyPr wrap="square"/>
                    <a:lstStyle/>
                    <a:p>
                      <a:r>
                        <a:rPr sz="550">
                          <a:solidFill>
                            <a:srgbClr val="1A1A24"/>
                          </a:solidFill>
                          <a:latin typeface="Arial"/>
                        </a:rPr>
                        <a:t>75.0%</a:t>
                      </a:r>
                    </a:p>
                  </a:txBody>
                  <a:tcPr marL="45720" marR="45720" marT="18288" marB="18288">
                    <a:solidFill>
                      <a:srgbClr val="FFFFFF"/>
                    </a:solidFill>
                  </a:tcPr>
                </a:tc>
                <a:tc>
                  <a:txBody>
                    <a:bodyPr wrap="square"/>
                    <a:lstStyle/>
                    <a:p>
                      <a:r>
                        <a:rPr sz="550">
                          <a:solidFill>
                            <a:srgbClr val="1A1A24"/>
                          </a:solidFill>
                          <a:latin typeface="Arial"/>
                        </a:rPr>
                        <a:t>Judgement. Group-wide placement under the insurance group designation is a direct (structural) cell; enti</a:t>
                      </a:r>
                    </a:p>
                  </a:txBody>
                  <a:tcPr marL="45720" marR="45720" marT="18288" marB="18288">
                    <a:solidFill>
                      <a:srgbClr val="FFFFFF"/>
                    </a:solidFill>
                  </a:tcPr>
                </a:tc>
              </a:tr>
              <a:tr h="160808">
                <a:tc>
                  <a:txBody>
                    <a:bodyPr wrap="square"/>
                    <a:lstStyle/>
                    <a:p>
                      <a:r>
                        <a:rPr sz="550">
                          <a:solidFill>
                            <a:srgbClr val="1A1A24"/>
                          </a:solidFill>
                          <a:latin typeface="Arial"/>
                        </a:rPr>
                        <a:t>Years to full run-rate, operating programme (waves one and two)</a:t>
                      </a:r>
                    </a:p>
                  </a:txBody>
                  <a:tcPr marL="45720" marR="45720" marT="18288" marB="18288">
                    <a:solidFill>
                      <a:srgbClr val="F6F6FA"/>
                    </a:solidFill>
                  </a:tcPr>
                </a:tc>
                <a:tc>
                  <a:txBody>
                    <a:bodyPr wrap="square"/>
                    <a:lstStyle/>
                    <a:p>
                      <a:r>
                        <a:rPr sz="550">
                          <a:solidFill>
                            <a:srgbClr val="1A1A24"/>
                          </a:solidFill>
                          <a:latin typeface="Arial"/>
                        </a:rPr>
                        <a:t>2 years</a:t>
                      </a:r>
                    </a:p>
                  </a:txBody>
                  <a:tcPr marL="45720" marR="45720" marT="18288" marB="18288">
                    <a:solidFill>
                      <a:srgbClr val="F6F6FA"/>
                    </a:solidFill>
                  </a:tcPr>
                </a:tc>
                <a:tc>
                  <a:txBody>
                    <a:bodyPr wrap="square"/>
                    <a:lstStyle/>
                    <a:p>
                      <a:r>
                        <a:rPr sz="550">
                          <a:solidFill>
                            <a:srgbClr val="1A1A24"/>
                          </a:solidFill>
                          <a:latin typeface="Arial"/>
                        </a:rPr>
                        <a:t>2 years</a:t>
                      </a:r>
                    </a:p>
                  </a:txBody>
                  <a:tcPr marL="45720" marR="45720" marT="18288" marB="18288">
                    <a:solidFill>
                      <a:srgbClr val="F6F6FA"/>
                    </a:solidFill>
                  </a:tcPr>
                </a:tc>
                <a:tc>
                  <a:txBody>
                    <a:bodyPr wrap="square"/>
                    <a:lstStyle/>
                    <a:p>
                      <a:r>
                        <a:rPr sz="550">
                          <a:solidFill>
                            <a:srgbClr val="1A1A24"/>
                          </a:solidFill>
                          <a:latin typeface="Arial"/>
                        </a:rPr>
                        <a:t>3 years</a:t>
                      </a:r>
                    </a:p>
                  </a:txBody>
                  <a:tcPr marL="45720" marR="45720" marT="18288" marB="18288">
                    <a:solidFill>
                      <a:srgbClr val="F6F6FA"/>
                    </a:solidFill>
                  </a:tcPr>
                </a:tc>
                <a:tc>
                  <a:txBody>
                    <a:bodyPr wrap="square"/>
                    <a:lstStyle/>
                    <a:p>
                      <a:r>
                        <a:rPr sz="550">
                          <a:solidFill>
                            <a:srgbClr val="1A1A24"/>
                          </a:solidFill>
                          <a:latin typeface="Arial"/>
                        </a:rPr>
                        <a:t>Old Mutual two years (PR-006); Momentum Reset and Grow three years (PR-042); Old Mutual 2020 programme tw</a:t>
                      </a:r>
                    </a:p>
                  </a:txBody>
                  <a:tcPr marL="45720" marR="45720" marT="18288" marB="18288">
                    <a:solidFill>
                      <a:srgbClr val="F6F6FA"/>
                    </a:solidFill>
                  </a:tcPr>
                </a:tc>
              </a:tr>
              <a:tr h="160808">
                <a:tc>
                  <a:txBody>
                    <a:bodyPr wrap="square"/>
                    <a:lstStyle/>
                    <a:p>
                      <a:r>
                        <a:rPr sz="550">
                          <a:solidFill>
                            <a:srgbClr val="1A1A24"/>
                          </a:solidFill>
                          <a:latin typeface="Arial"/>
                        </a:rPr>
                        <a:t>Years to full run-rate, structural programme (wave three added)</a:t>
                      </a:r>
                    </a:p>
                  </a:txBody>
                  <a:tcPr marL="45720" marR="45720" marT="18288" marB="18288">
                    <a:solidFill>
                      <a:srgbClr val="FFFFFF"/>
                    </a:solidFill>
                  </a:tcPr>
                </a:tc>
                <a:tc>
                  <a:txBody>
                    <a:bodyPr wrap="square"/>
                    <a:lstStyle/>
                    <a:p>
                      <a:r>
                        <a:rPr sz="550">
                          <a:solidFill>
                            <a:srgbClr val="1A1A24"/>
                          </a:solidFill>
                          <a:latin typeface="Arial"/>
                        </a:rPr>
                        <a:t>3 years</a:t>
                      </a:r>
                    </a:p>
                  </a:txBody>
                  <a:tcPr marL="45720" marR="45720" marT="18288" marB="18288">
                    <a:solidFill>
                      <a:srgbClr val="FFFFFF"/>
                    </a:solidFill>
                  </a:tcPr>
                </a:tc>
                <a:tc>
                  <a:txBody>
                    <a:bodyPr wrap="square"/>
                    <a:lstStyle/>
                    <a:p>
                      <a:r>
                        <a:rPr sz="550">
                          <a:solidFill>
                            <a:srgbClr val="1A1A24"/>
                          </a:solidFill>
                          <a:latin typeface="Arial"/>
                        </a:rPr>
                        <a:t>3 years</a:t>
                      </a:r>
                    </a:p>
                  </a:txBody>
                  <a:tcPr marL="45720" marR="45720" marT="18288" marB="18288">
                    <a:solidFill>
                      <a:srgbClr val="FFFFFF"/>
                    </a:solidFill>
                  </a:tcPr>
                </a:tc>
                <a:tc>
                  <a:txBody>
                    <a:bodyPr wrap="square"/>
                    <a:lstStyle/>
                    <a:p>
                      <a:r>
                        <a:rPr sz="550">
                          <a:solidFill>
                            <a:srgbClr val="1A1A24"/>
                          </a:solidFill>
                          <a:latin typeface="Arial"/>
                        </a:rPr>
                        <a:t>4 years</a:t>
                      </a:r>
                    </a:p>
                  </a:txBody>
                  <a:tcPr marL="45720" marR="45720" marT="18288" marB="18288">
                    <a:solidFill>
                      <a:srgbClr val="FFFFFF"/>
                    </a:solidFill>
                  </a:tcPr>
                </a:tc>
                <a:tc>
                  <a:txBody>
                    <a:bodyPr wrap="square"/>
                    <a:lstStyle/>
                    <a:p>
                      <a:r>
                        <a:rPr sz="550">
                          <a:solidFill>
                            <a:srgbClr val="1A1A24"/>
                          </a:solidFill>
                          <a:latin typeface="Arial"/>
                        </a:rPr>
                        <a:t>Aegon 2021 to 2023 (PR-111); Phoenix transition programme 2018 to 2023 (PR-092); Zurich four years (PR-07</a:t>
                      </a:r>
                    </a:p>
                  </a:txBody>
                  <a:tcPr marL="45720" marR="45720" marT="18288" marB="18288">
                    <a:solidFill>
                      <a:srgbClr val="FFFFFF"/>
                    </a:solidFill>
                  </a:tcPr>
                </a:tc>
              </a:tr>
              <a:tr h="160808">
                <a:tc>
                  <a:txBody>
                    <a:bodyPr wrap="square"/>
                    <a:lstStyle/>
                    <a:p>
                      <a:r>
                        <a:rPr sz="550">
                          <a:solidFill>
                            <a:srgbClr val="1A1A24"/>
                          </a:solidFill>
                          <a:latin typeface="Arial"/>
                        </a:rPr>
                        <a:t>Share of operating run-rate delivered by end of year one</a:t>
                      </a:r>
                    </a:p>
                  </a:txBody>
                  <a:tcPr marL="45720" marR="45720" marT="18288" marB="18288">
                    <a:solidFill>
                      <a:srgbClr val="F6F6FA"/>
                    </a:solidFill>
                  </a:tcPr>
                </a:tc>
                <a:tc>
                  <a:txBody>
                    <a:bodyPr wrap="square"/>
                    <a:lstStyle/>
                    <a:p>
                      <a:r>
                        <a:rPr sz="550">
                          <a:solidFill>
                            <a:srgbClr val="1A1A24"/>
                          </a:solidFill>
                          <a:latin typeface="Arial"/>
                        </a:rPr>
                        <a:t>50.0%</a:t>
                      </a:r>
                    </a:p>
                  </a:txBody>
                  <a:tcPr marL="45720" marR="45720" marT="18288" marB="18288">
                    <a:solidFill>
                      <a:srgbClr val="F6F6FA"/>
                    </a:solidFill>
                  </a:tcPr>
                </a:tc>
                <a:tc>
                  <a:txBody>
                    <a:bodyPr wrap="square"/>
                    <a:lstStyle/>
                    <a:p>
                      <a:r>
                        <a:rPr sz="550">
                          <a:solidFill>
                            <a:srgbClr val="1A1A24"/>
                          </a:solidFill>
                          <a:latin typeface="Arial"/>
                        </a:rPr>
                        <a:t>60.0%</a:t>
                      </a:r>
                    </a:p>
                  </a:txBody>
                  <a:tcPr marL="45720" marR="45720" marT="18288" marB="18288">
                    <a:solidFill>
                      <a:srgbClr val="F6F6FA"/>
                    </a:solidFill>
                  </a:tcPr>
                </a:tc>
                <a:tc>
                  <a:txBody>
                    <a:bodyPr wrap="square"/>
                    <a:lstStyle/>
                    <a:p>
                      <a:r>
                        <a:rPr sz="550">
                          <a:solidFill>
                            <a:srgbClr val="1A1A24"/>
                          </a:solidFill>
                          <a:latin typeface="Arial"/>
                        </a:rPr>
                        <a:t>75.0%</a:t>
                      </a:r>
                    </a:p>
                  </a:txBody>
                  <a:tcPr marL="45720" marR="45720" marT="18288" marB="18288">
                    <a:solidFill>
                      <a:srgbClr val="F6F6FA"/>
                    </a:solidFill>
                  </a:tcPr>
                </a:tc>
                <a:tc>
                  <a:txBody>
                    <a:bodyPr wrap="square"/>
                    <a:lstStyle/>
                    <a:p>
                      <a:r>
                        <a:rPr sz="550">
                          <a:solidFill>
                            <a:srgbClr val="1A1A24"/>
                          </a:solidFill>
                          <a:latin typeface="Arial"/>
                        </a:rPr>
                        <a:t>Phoenix 44 percent of target in year one (PR-099 over PR-094); Aegon 61 percent (PR-117 over PR-112); Old</a:t>
                      </a:r>
                    </a:p>
                  </a:txBody>
                  <a:tcPr marL="45720" marR="45720" marT="18288" marB="18288">
                    <a:solidFill>
                      <a:srgbClr val="F6F6FA"/>
                    </a:solidFill>
                  </a:tcPr>
                </a:tc>
              </a:tr>
              <a:tr h="160808">
                <a:tc>
                  <a:txBody>
                    <a:bodyPr wrap="square"/>
                    <a:lstStyle/>
                    <a:p>
                      <a:r>
                        <a:rPr sz="550">
                          <a:solidFill>
                            <a:srgbClr val="1A1A24"/>
                          </a:solidFill>
                          <a:latin typeface="Arial"/>
                        </a:rPr>
                        <a:t>Share of operating run-rate delivered by end of year two</a:t>
                      </a:r>
                    </a:p>
                  </a:txBody>
                  <a:tcPr marL="45720" marR="45720" marT="18288" marB="18288">
                    <a:solidFill>
                      <a:srgbClr val="FFFFFF"/>
                    </a:solidFill>
                  </a:tcPr>
                </a:tc>
                <a:tc>
                  <a:txBody>
                    <a:bodyPr wrap="square"/>
                    <a:lstStyle/>
                    <a:p>
                      <a:r>
                        <a:rPr sz="550">
                          <a:solidFill>
                            <a:srgbClr val="1A1A24"/>
                          </a:solidFill>
                          <a:latin typeface="Arial"/>
                        </a:rPr>
                        <a:t>90.0%</a:t>
                      </a:r>
                    </a:p>
                  </a:txBody>
                  <a:tcPr marL="45720" marR="45720" marT="18288" marB="18288">
                    <a:solidFill>
                      <a:srgbClr val="FFFFFF"/>
                    </a:solidFill>
                  </a:tcPr>
                </a:tc>
                <a:tc>
                  <a:txBody>
                    <a:bodyPr wrap="square"/>
                    <a:lstStyle/>
                    <a:p>
                      <a:r>
                        <a:rPr sz="550">
                          <a:solidFill>
                            <a:srgbClr val="1A1A24"/>
                          </a:solidFill>
                          <a:latin typeface="Arial"/>
                        </a:rPr>
                        <a:t>1.00x</a:t>
                      </a:r>
                    </a:p>
                  </a:txBody>
                  <a:tcPr marL="45720" marR="45720" marT="18288" marB="18288">
                    <a:solidFill>
                      <a:srgbClr val="FFFFFF"/>
                    </a:solidFill>
                  </a:tcPr>
                </a:tc>
                <a:tc>
                  <a:txBody>
                    <a:bodyPr wrap="square"/>
                    <a:lstStyle/>
                    <a:p>
                      <a:r>
                        <a:rPr sz="550">
                          <a:solidFill>
                            <a:srgbClr val="1A1A24"/>
                          </a:solidFill>
                          <a:latin typeface="Arial"/>
                        </a:rPr>
                        <a:t>1.00x</a:t>
                      </a:r>
                    </a:p>
                  </a:txBody>
                  <a:tcPr marL="45720" marR="45720" marT="18288" marB="18288">
                    <a:solidFill>
                      <a:srgbClr val="FFFFFF"/>
                    </a:solidFill>
                  </a:tcPr>
                </a:tc>
                <a:tc>
                  <a:txBody>
                    <a:bodyPr wrap="square"/>
                    <a:lstStyle/>
                    <a:p>
                      <a:r>
                        <a:rPr sz="550">
                          <a:solidFill>
                            <a:srgbClr val="1A1A24"/>
                          </a:solidFill>
                          <a:latin typeface="Arial"/>
                        </a:rPr>
                        <a:t>Aegon 92 percent (PR-118 over PR-112); Old Mutual 124 percent (PR-012 over PR-004); Momentum at target (P</a:t>
                      </a:r>
                    </a:p>
                  </a:txBody>
                  <a:tcPr marL="45720" marR="45720" marT="18288" marB="18288">
                    <a:solidFill>
                      <a:srgbClr val="FFFFFF"/>
                    </a:solidFill>
                  </a:tcPr>
                </a:tc>
              </a:tr>
              <a:tr h="160808">
                <a:tc>
                  <a:txBody>
                    <a:bodyPr wrap="square"/>
                    <a:lstStyle/>
                    <a:p>
                      <a:r>
                        <a:rPr sz="550">
                          <a:solidFill>
                            <a:srgbClr val="1A1A24"/>
                          </a:solidFill>
                          <a:latin typeface="Arial"/>
                        </a:rPr>
                        <a:t>Share of structural (wave three) run-rate delivered by end of year one</a:t>
                      </a:r>
                    </a:p>
                  </a:txBody>
                  <a:tcPr marL="45720" marR="45720" marT="18288" marB="18288">
                    <a:solidFill>
                      <a:srgbClr val="F6F6FA"/>
                    </a:solidFill>
                  </a:tcPr>
                </a:tc>
                <a:tc>
                  <a:txBody>
                    <a:bodyPr wrap="square"/>
                    <a:lstStyle/>
                    <a:p>
                      <a:r>
                        <a:rPr sz="550">
                          <a:solidFill>
                            <a:srgbClr val="1A1A24"/>
                          </a:solidFill>
                          <a:latin typeface="Arial"/>
                        </a:rPr>
                        <a:t>0.0%</a:t>
                      </a:r>
                    </a:p>
                  </a:txBody>
                  <a:tcPr marL="45720" marR="45720" marT="18288" marB="18288">
                    <a:solidFill>
                      <a:srgbClr val="F6F6FA"/>
                    </a:solidFill>
                  </a:tcPr>
                </a:tc>
                <a:tc>
                  <a:txBody>
                    <a:bodyPr wrap="square"/>
                    <a:lstStyle/>
                    <a:p>
                      <a:r>
                        <a:rPr sz="550">
                          <a:solidFill>
                            <a:srgbClr val="1A1A24"/>
                          </a:solidFill>
                          <a:latin typeface="Arial"/>
                        </a:rPr>
                        <a:t>10.0%</a:t>
                      </a:r>
                    </a:p>
                  </a:txBody>
                  <a:tcPr marL="45720" marR="45720" marT="18288" marB="18288">
                    <a:solidFill>
                      <a:srgbClr val="F6F6FA"/>
                    </a:solidFill>
                  </a:tcPr>
                </a:tc>
                <a:tc>
                  <a:txBody>
                    <a:bodyPr wrap="square"/>
                    <a:lstStyle/>
                    <a:p>
                      <a:r>
                        <a:rPr sz="550">
                          <a:solidFill>
                            <a:srgbClr val="1A1A24"/>
                          </a:solidFill>
                          <a:latin typeface="Arial"/>
                        </a:rPr>
                        <a:t>20.0%</a:t>
                      </a:r>
                    </a:p>
                  </a:txBody>
                  <a:tcPr marL="45720" marR="45720" marT="18288" marB="18288">
                    <a:solidFill>
                      <a:srgbClr val="F6F6FA"/>
                    </a:solidFill>
                  </a:tcPr>
                </a:tc>
                <a:tc>
                  <a:txBody>
                    <a:bodyPr wrap="square"/>
                    <a:lstStyle/>
                    <a:p>
                      <a:r>
                        <a:rPr sz="550">
                          <a:solidFill>
                            <a:srgbClr val="1A1A24"/>
                          </a:solidFill>
                          <a:latin typeface="Arial"/>
                        </a:rPr>
                        <a:t>Judgement. Wave three opens at month six behind the tax ruling and the regulatory path; little run-rate l</a:t>
                      </a:r>
                    </a:p>
                  </a:txBody>
                  <a:tcPr marL="45720" marR="45720" marT="18288" marB="18288">
                    <a:solidFill>
                      <a:srgbClr val="F6F6FA"/>
                    </a:solidFill>
                  </a:tcPr>
                </a:tc>
              </a:tr>
              <a:tr h="160808">
                <a:tc>
                  <a:txBody>
                    <a:bodyPr wrap="square"/>
                    <a:lstStyle/>
                    <a:p>
                      <a:r>
                        <a:rPr sz="550">
                          <a:solidFill>
                            <a:srgbClr val="1A1A24"/>
                          </a:solidFill>
                          <a:latin typeface="Arial"/>
                        </a:rPr>
                        <a:t>Share of structural (wave three) run-rate delivered by end of year two</a:t>
                      </a:r>
                    </a:p>
                  </a:txBody>
                  <a:tcPr marL="45720" marR="45720" marT="18288" marB="18288">
                    <a:solidFill>
                      <a:srgbClr val="FFFFFF"/>
                    </a:solidFill>
                  </a:tcPr>
                </a:tc>
                <a:tc>
                  <a:txBody>
                    <a:bodyPr wrap="square"/>
                    <a:lstStyle/>
                    <a:p>
                      <a:r>
                        <a:rPr sz="550">
                          <a:solidFill>
                            <a:srgbClr val="1A1A24"/>
                          </a:solidFill>
                          <a:latin typeface="Arial"/>
                        </a:rPr>
                        <a:t>40.0%</a:t>
                      </a:r>
                    </a:p>
                  </a:txBody>
                  <a:tcPr marL="45720" marR="45720" marT="18288" marB="18288">
                    <a:solidFill>
                      <a:srgbClr val="FFFFFF"/>
                    </a:solidFill>
                  </a:tcPr>
                </a:tc>
                <a:tc>
                  <a:txBody>
                    <a:bodyPr wrap="square"/>
                    <a:lstStyle/>
                    <a:p>
                      <a:r>
                        <a:rPr sz="550">
                          <a:solidFill>
                            <a:srgbClr val="1A1A24"/>
                          </a:solidFill>
                          <a:latin typeface="Arial"/>
                        </a:rPr>
                        <a:t>50.0%</a:t>
                      </a:r>
                    </a:p>
                  </a:txBody>
                  <a:tcPr marL="45720" marR="45720" marT="18288" marB="18288">
                    <a:solidFill>
                      <a:srgbClr val="FFFFFF"/>
                    </a:solidFill>
                  </a:tcPr>
                </a:tc>
                <a:tc>
                  <a:txBody>
                    <a:bodyPr wrap="square"/>
                    <a:lstStyle/>
                    <a:p>
                      <a:r>
                        <a:rPr sz="550">
                          <a:solidFill>
                            <a:srgbClr val="1A1A24"/>
                          </a:solidFill>
                          <a:latin typeface="Arial"/>
                        </a:rPr>
                        <a:t>70.0%</a:t>
                      </a:r>
                    </a:p>
                  </a:txBody>
                  <a:tcPr marL="45720" marR="45720" marT="18288" marB="18288">
                    <a:solidFill>
                      <a:srgbClr val="FFFFFF"/>
                    </a:solidFill>
                  </a:tcPr>
                </a:tc>
                <a:tc>
                  <a:txBody>
                    <a:bodyPr wrap="square"/>
                    <a:lstStyle/>
                    <a:p>
                      <a:r>
                        <a:rPr sz="550">
                          <a:solidFill>
                            <a:srgbClr val="1A1A24"/>
                          </a:solidFill>
                          <a:latin typeface="Arial"/>
                        </a:rPr>
                        <a:t>Judgement anchored on Phoenix (44 percent in year one, full by year five, PR-099) and Aegon (92 percent b</a:t>
                      </a:r>
                    </a:p>
                  </a:txBody>
                  <a:tcPr marL="45720" marR="45720" marT="18288" marB="18288">
                    <a:solidFill>
                      <a:srgbClr val="FFFFFF"/>
                    </a:solidFill>
                  </a:tcPr>
                </a:tc>
              </a:tr>
              <a:tr h="160808">
                <a:tc>
                  <a:txBody>
                    <a:bodyPr wrap="square"/>
                    <a:lstStyle/>
                    <a:p>
                      <a:r>
                        <a:rPr sz="550">
                          <a:solidFill>
                            <a:srgbClr val="1A1A24"/>
                          </a:solidFill>
                          <a:latin typeface="Arial"/>
                        </a:rPr>
                        <a:t>Share of cost to achieve spent in year one</a:t>
                      </a:r>
                    </a:p>
                  </a:txBody>
                  <a:tcPr marL="45720" marR="45720" marT="18288" marB="18288">
                    <a:solidFill>
                      <a:srgbClr val="F6F6FA"/>
                    </a:solidFill>
                  </a:tcPr>
                </a:tc>
                <a:tc>
                  <a:txBody>
                    <a:bodyPr wrap="square"/>
                    <a:lstStyle/>
                    <a:p>
                      <a:r>
                        <a:rPr sz="550">
                          <a:solidFill>
                            <a:srgbClr val="1A1A24"/>
                          </a:solidFill>
                          <a:latin typeface="Arial"/>
                        </a:rPr>
                        <a:t>50.0%</a:t>
                      </a:r>
                    </a:p>
                  </a:txBody>
                  <a:tcPr marL="45720" marR="45720" marT="18288" marB="18288">
                    <a:solidFill>
                      <a:srgbClr val="F6F6FA"/>
                    </a:solidFill>
                  </a:tcPr>
                </a:tc>
                <a:tc>
                  <a:txBody>
                    <a:bodyPr wrap="square"/>
                    <a:lstStyle/>
                    <a:p>
                      <a:r>
                        <a:rPr sz="550">
                          <a:solidFill>
                            <a:srgbClr val="1A1A24"/>
                          </a:solidFill>
                          <a:latin typeface="Arial"/>
                        </a:rPr>
                        <a:t>50.0%</a:t>
                      </a:r>
                    </a:p>
                  </a:txBody>
                  <a:tcPr marL="45720" marR="45720" marT="18288" marB="18288">
                    <a:solidFill>
                      <a:srgbClr val="F6F6FA"/>
                    </a:solidFill>
                  </a:tcPr>
                </a:tc>
                <a:tc>
                  <a:txBody>
                    <a:bodyPr wrap="square"/>
                    <a:lstStyle/>
                    <a:p>
                      <a:r>
                        <a:rPr sz="550">
                          <a:solidFill>
                            <a:srgbClr val="1A1A24"/>
                          </a:solidFill>
                          <a:latin typeface="Arial"/>
                        </a:rPr>
                        <a:t>50.0%</a:t>
                      </a:r>
                    </a:p>
                  </a:txBody>
                  <a:tcPr marL="45720" marR="45720" marT="18288" marB="18288">
                    <a:solidFill>
                      <a:srgbClr val="F6F6FA"/>
                    </a:solidFill>
                  </a:tcPr>
                </a:tc>
                <a:tc>
                  <a:txBody>
                    <a:bodyPr wrap="square"/>
                    <a:lstStyle/>
                    <a:p>
                      <a:r>
                        <a:rPr sz="550">
                          <a:solidFill>
                            <a:srgbClr val="1A1A24"/>
                          </a:solidFill>
                          <a:latin typeface="Arial"/>
                        </a:rPr>
                        <a:t>Judgement. Programmes front-load restructuring and platform cost; Aegon spent most of its EUR 650m in the</a:t>
                      </a:r>
                    </a:p>
                  </a:txBody>
                  <a:tcPr marL="45720" marR="45720" marT="18288" marB="18288">
                    <a:solidFill>
                      <a:srgbClr val="F6F6FA"/>
                    </a:solidFill>
                  </a:tcPr>
                </a:tc>
              </a:tr>
              <a:tr h="160808">
                <a:tc>
                  <a:txBody>
                    <a:bodyPr wrap="square"/>
                    <a:lstStyle/>
                    <a:p>
                      <a:r>
                        <a:rPr sz="550">
                          <a:solidFill>
                            <a:srgbClr val="1A1A24"/>
                          </a:solidFill>
                          <a:latin typeface="Arial"/>
                        </a:rPr>
                        <a:t>Share of cost to achieve spent in year two</a:t>
                      </a:r>
                    </a:p>
                  </a:txBody>
                  <a:tcPr marL="45720" marR="45720" marT="18288" marB="18288">
                    <a:solidFill>
                      <a:srgbClr val="FFFFFF"/>
                    </a:solidFill>
                  </a:tcPr>
                </a:tc>
                <a:tc>
                  <a:txBody>
                    <a:bodyPr wrap="square"/>
                    <a:lstStyle/>
                    <a:p>
                      <a:r>
                        <a:rPr sz="550">
                          <a:solidFill>
                            <a:srgbClr val="1A1A24"/>
                          </a:solidFill>
                          <a:latin typeface="Arial"/>
                        </a:rPr>
                        <a:t>35.0%</a:t>
                      </a:r>
                    </a:p>
                  </a:txBody>
                  <a:tcPr marL="45720" marR="45720" marT="18288" marB="18288">
                    <a:solidFill>
                      <a:srgbClr val="FFFFFF"/>
                    </a:solidFill>
                  </a:tcPr>
                </a:tc>
                <a:tc>
                  <a:txBody>
                    <a:bodyPr wrap="square"/>
                    <a:lstStyle/>
                    <a:p>
                      <a:r>
                        <a:rPr sz="550">
                          <a:solidFill>
                            <a:srgbClr val="1A1A24"/>
                          </a:solidFill>
                          <a:latin typeface="Arial"/>
                        </a:rPr>
                        <a:t>35.0%</a:t>
                      </a:r>
                    </a:p>
                  </a:txBody>
                  <a:tcPr marL="45720" marR="45720" marT="18288" marB="18288">
                    <a:solidFill>
                      <a:srgbClr val="FFFFFF"/>
                    </a:solidFill>
                  </a:tcPr>
                </a:tc>
                <a:tc>
                  <a:txBody>
                    <a:bodyPr wrap="square"/>
                    <a:lstStyle/>
                    <a:p>
                      <a:r>
                        <a:rPr sz="550">
                          <a:solidFill>
                            <a:srgbClr val="1A1A24"/>
                          </a:solidFill>
                          <a:latin typeface="Arial"/>
                        </a:rPr>
                        <a:t>35.0%</a:t>
                      </a:r>
                    </a:p>
                  </a:txBody>
                  <a:tcPr marL="45720" marR="45720" marT="18288" marB="18288">
                    <a:solidFill>
                      <a:srgbClr val="FFFFFF"/>
                    </a:solidFill>
                  </a:tcPr>
                </a:tc>
                <a:tc>
                  <a:txBody>
                    <a:bodyPr wrap="square"/>
                    <a:lstStyle/>
                    <a:p>
                      <a:r>
                        <a:rPr sz="550">
                          <a:solidFill>
                            <a:srgbClr val="1A1A24"/>
                          </a:solidFill>
                          <a:latin typeface="Arial"/>
                        </a:rPr>
                        <a:t>Judgement, as above.</a:t>
                      </a:r>
                    </a:p>
                  </a:txBody>
                  <a:tcPr marL="45720" marR="45720" marT="18288" marB="18288">
                    <a:solidFill>
                      <a:srgbClr val="FFFFFF"/>
                    </a:solidFill>
                  </a:tcPr>
                </a:tc>
              </a:tr>
              <a:tr h="160808">
                <a:tc>
                  <a:txBody>
                    <a:bodyPr wrap="square"/>
                    <a:lstStyle/>
                    <a:p>
                      <a:r>
                        <a:rPr sz="550">
                          <a:solidFill>
                            <a:srgbClr val="1A1A24"/>
                          </a:solidFill>
                          <a:latin typeface="Arial"/>
                        </a:rPr>
                        <a:t>Planning split: share of savings from people and operating model</a:t>
                      </a:r>
                    </a:p>
                  </a:txBody>
                  <a:tcPr marL="45720" marR="45720" marT="18288" marB="18288">
                    <a:solidFill>
                      <a:srgbClr val="F6F6FA"/>
                    </a:solidFill>
                  </a:tcPr>
                </a:tc>
                <a:tc>
                  <a:txBody>
                    <a:bodyPr wrap="square"/>
                    <a:lstStyle/>
                    <a:p>
                      <a:r>
                        <a:rPr sz="550">
                          <a:solidFill>
                            <a:srgbClr val="1A1A24"/>
                          </a:solidFill>
                          <a:latin typeface="Arial"/>
                        </a:rPr>
                        <a:t>48.0%</a:t>
                      </a:r>
                    </a:p>
                  </a:txBody>
                  <a:tcPr marL="45720" marR="45720" marT="18288" marB="18288">
                    <a:solidFill>
                      <a:srgbClr val="F6F6FA"/>
                    </a:solidFill>
                  </a:tcPr>
                </a:tc>
                <a:tc>
                  <a:txBody>
                    <a:bodyPr wrap="square"/>
                    <a:lstStyle/>
                    <a:p>
                      <a:r>
                        <a:rPr sz="550">
                          <a:solidFill>
                            <a:srgbClr val="1A1A24"/>
                          </a:solidFill>
                          <a:latin typeface="Arial"/>
                        </a:rPr>
                        <a:t>48.0%</a:t>
                      </a:r>
                    </a:p>
                  </a:txBody>
                  <a:tcPr marL="45720" marR="45720" marT="18288" marB="18288">
                    <a:solidFill>
                      <a:srgbClr val="F6F6FA"/>
                    </a:solidFill>
                  </a:tcPr>
                </a:tc>
                <a:tc>
                  <a:txBody>
                    <a:bodyPr wrap="square"/>
                    <a:lstStyle/>
                    <a:p>
                      <a:r>
                        <a:rPr sz="550">
                          <a:solidFill>
                            <a:srgbClr val="1A1A24"/>
                          </a:solidFill>
                          <a:latin typeface="Arial"/>
                        </a:rPr>
                        <a:t>48.0%</a:t>
                      </a:r>
                    </a:p>
                  </a:txBody>
                  <a:tcPr marL="45720" marR="45720" marT="18288" marB="18288">
                    <a:solidFill>
                      <a:srgbClr val="F6F6FA"/>
                    </a:solidFill>
                  </a:tcPr>
                </a:tc>
                <a:tc>
                  <a:txBody>
                    <a:bodyPr wrap="square"/>
                    <a:lstStyle/>
                    <a:p>
                      <a:r>
                        <a:rPr sz="550">
                          <a:solidFill>
                            <a:srgbClr val="1A1A24"/>
                          </a:solidFill>
                          <a:latin typeface="Arial"/>
                        </a:rPr>
                        <a:t>Fact anchor: Old Mutual R1bn programme, 48 percent people and operating model (PR-014). Planning assumpti</a:t>
                      </a:r>
                    </a:p>
                  </a:txBody>
                  <a:tcPr marL="45720" marR="45720" marT="18288" marB="18288">
                    <a:solidFill>
                      <a:srgbClr val="F6F6FA"/>
                    </a:solidFill>
                  </a:tcPr>
                </a:tc>
              </a:tr>
              <a:tr h="160808">
                <a:tc>
                  <a:txBody>
                    <a:bodyPr wrap="square"/>
                    <a:lstStyle/>
                    <a:p>
                      <a:r>
                        <a:rPr sz="550">
                          <a:solidFill>
                            <a:srgbClr val="1A1A24"/>
                          </a:solidFill>
                          <a:latin typeface="Arial"/>
                        </a:rPr>
                        <a:t>Planning split: share of savings from IT and IT processes</a:t>
                      </a:r>
                    </a:p>
                  </a:txBody>
                  <a:tcPr marL="45720" marR="45720" marT="18288" marB="18288">
                    <a:solidFill>
                      <a:srgbClr val="FFFFFF"/>
                    </a:solidFill>
                  </a:tcPr>
                </a:tc>
                <a:tc>
                  <a:txBody>
                    <a:bodyPr wrap="square"/>
                    <a:lstStyle/>
                    <a:p>
                      <a:r>
                        <a:rPr sz="550">
                          <a:solidFill>
                            <a:srgbClr val="1A1A24"/>
                          </a:solidFill>
                          <a:latin typeface="Arial"/>
                        </a:rPr>
                        <a:t>18.0%</a:t>
                      </a:r>
                    </a:p>
                  </a:txBody>
                  <a:tcPr marL="45720" marR="45720" marT="18288" marB="18288">
                    <a:solidFill>
                      <a:srgbClr val="FFFFFF"/>
                    </a:solidFill>
                  </a:tcPr>
                </a:tc>
                <a:tc>
                  <a:txBody>
                    <a:bodyPr wrap="square"/>
                    <a:lstStyle/>
                    <a:p>
                      <a:r>
                        <a:rPr sz="550">
                          <a:solidFill>
                            <a:srgbClr val="1A1A24"/>
                          </a:solidFill>
                          <a:latin typeface="Arial"/>
                        </a:rPr>
                        <a:t>18.0%</a:t>
                      </a:r>
                    </a:p>
                  </a:txBody>
                  <a:tcPr marL="45720" marR="45720" marT="18288" marB="18288">
                    <a:solidFill>
                      <a:srgbClr val="FFFFFF"/>
                    </a:solidFill>
                  </a:tcPr>
                </a:tc>
                <a:tc>
                  <a:txBody>
                    <a:bodyPr wrap="square"/>
                    <a:lstStyle/>
                    <a:p>
                      <a:r>
                        <a:rPr sz="550">
                          <a:solidFill>
                            <a:srgbClr val="1A1A24"/>
                          </a:solidFill>
                          <a:latin typeface="Arial"/>
                        </a:rPr>
                        <a:t>18.0%</a:t>
                      </a:r>
                    </a:p>
                  </a:txBody>
                  <a:tcPr marL="45720" marR="45720" marT="18288" marB="18288">
                    <a:solidFill>
                      <a:srgbClr val="FFFFFF"/>
                    </a:solidFill>
                  </a:tcPr>
                </a:tc>
                <a:tc>
                  <a:txBody>
                    <a:bodyPr wrap="square"/>
                    <a:lstStyle/>
                    <a:p>
                      <a:r>
                        <a:rPr sz="550">
                          <a:solidFill>
                            <a:srgbClr val="1A1A24"/>
                          </a:solidFill>
                          <a:latin typeface="Arial"/>
                        </a:rPr>
                        <a:t>Fact anchor: Old Mutual, 18 percent (PR-015).</a:t>
                      </a:r>
                    </a:p>
                  </a:txBody>
                  <a:tcPr marL="45720" marR="45720" marT="18288" marB="18288">
                    <a:solidFill>
                      <a:srgbClr val="FFFFFF"/>
                    </a:solidFill>
                  </a:tcPr>
                </a:tc>
              </a:tr>
              <a:tr h="160816">
                <a:tc>
                  <a:txBody>
                    <a:bodyPr wrap="square"/>
                    <a:lstStyle/>
                    <a:p>
                      <a:r>
                        <a:rPr sz="550">
                          <a:solidFill>
                            <a:srgbClr val="1A1A24"/>
                          </a:solidFill>
                          <a:latin typeface="Arial"/>
                        </a:rPr>
                        <a:t>Planning split: share of savings from consultants and procurement</a:t>
                      </a:r>
                    </a:p>
                  </a:txBody>
                  <a:tcPr marL="45720" marR="45720" marT="18288" marB="18288">
                    <a:solidFill>
                      <a:srgbClr val="F6F6FA"/>
                    </a:solidFill>
                  </a:tcPr>
                </a:tc>
                <a:tc>
                  <a:txBody>
                    <a:bodyPr wrap="square"/>
                    <a:lstStyle/>
                    <a:p>
                      <a:r>
                        <a:rPr sz="550">
                          <a:solidFill>
                            <a:srgbClr val="1A1A24"/>
                          </a:solidFill>
                          <a:latin typeface="Arial"/>
                        </a:rPr>
                        <a:t>7.0%</a:t>
                      </a:r>
                    </a:p>
                  </a:txBody>
                  <a:tcPr marL="45720" marR="45720" marT="18288" marB="18288">
                    <a:solidFill>
                      <a:srgbClr val="F6F6FA"/>
                    </a:solidFill>
                  </a:tcPr>
                </a:tc>
                <a:tc>
                  <a:txBody>
                    <a:bodyPr wrap="square"/>
                    <a:lstStyle/>
                    <a:p>
                      <a:r>
                        <a:rPr sz="550">
                          <a:solidFill>
                            <a:srgbClr val="1A1A24"/>
                          </a:solidFill>
                          <a:latin typeface="Arial"/>
                        </a:rPr>
                        <a:t>7.0%</a:t>
                      </a:r>
                    </a:p>
                  </a:txBody>
                  <a:tcPr marL="45720" marR="45720" marT="18288" marB="18288">
                    <a:solidFill>
                      <a:srgbClr val="F6F6FA"/>
                    </a:solidFill>
                  </a:tcPr>
                </a:tc>
                <a:tc>
                  <a:txBody>
                    <a:bodyPr wrap="square"/>
                    <a:lstStyle/>
                    <a:p>
                      <a:r>
                        <a:rPr sz="550">
                          <a:solidFill>
                            <a:srgbClr val="1A1A24"/>
                          </a:solidFill>
                          <a:latin typeface="Arial"/>
                        </a:rPr>
                        <a:t>7.0%</a:t>
                      </a:r>
                    </a:p>
                  </a:txBody>
                  <a:tcPr marL="45720" marR="45720" marT="18288" marB="18288">
                    <a:solidFill>
                      <a:srgbClr val="F6F6FA"/>
                    </a:solidFill>
                  </a:tcPr>
                </a:tc>
                <a:tc>
                  <a:txBody>
                    <a:bodyPr wrap="square"/>
                    <a:lstStyle/>
                    <a:p>
                      <a:r>
                        <a:rPr sz="550">
                          <a:solidFill>
                            <a:srgbClr val="1A1A24"/>
                          </a:solidFill>
                          <a:latin typeface="Arial"/>
                        </a:rPr>
                        <a:t>Fact anchor: Old Mutual, 7 percent (PR-016). The remaining 27 percent was not attributed in the disclosur</a:t>
                      </a:r>
                    </a:p>
                  </a:txBody>
                  <a:tcPr marL="45720" marR="45720" marT="18288" marB="18288">
                    <a:solidFill>
                      <a:srgbClr val="F6F6FA"/>
                    </a:solidFill>
                  </a:tcPr>
                </a:tc>
              </a:tr>
            </a:tbl>
          </a:graphicData>
        </a:graphic>
      </p:graphicFrame>
      <p:sp>
        <p:nvSpPr>
          <p:cNvPr id="7" name="TextBox 6"/>
          <p:cNvSpPr txBox="1"/>
          <p:nvPr/>
        </p:nvSpPr>
        <p:spPr>
          <a:xfrm>
            <a:off x="484632" y="6053328"/>
            <a:ext cx="11228832" cy="274320"/>
          </a:xfrm>
          <a:prstGeom prst="rect">
            <a:avLst/>
          </a:prstGeom>
          <a:noFill/>
        </p:spPr>
        <p:txBody>
          <a:bodyPr wrap="square">
            <a:spAutoFit/>
          </a:bodyPr>
          <a:lstStyle/>
          <a:p>
            <a:r>
              <a:rPr sz="800">
                <a:solidFill>
                  <a:srgbClr val="747480"/>
                </a:solidFill>
              </a:rPr>
              <a:t>Source: afs_cost_benchmark.xlsx, Normalisation tab section B (28 assumptions, the 15 added for sections I and I2 marked Counterfactual, phasing or planning split); 249 sources with URLs and pages in source_log.csv; verification pass of 327 checks in verification_report.md.</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0583EFC-AA0D-E31B-0531-2E686677268A}"/>
              </a:ext>
            </a:extLst>
          </p:cNvPr>
          <p:cNvSpPr txBox="1">
            <a:spLocks/>
          </p:cNvSpPr>
          <p:nvPr/>
        </p:nvSpPr>
        <p:spPr>
          <a:xfrm>
            <a:off x="8406581" y="563952"/>
            <a:ext cx="3309810" cy="3076227"/>
          </a:xfrm>
          <a:prstGeom prst="rect">
            <a:avLst/>
          </a:prstGeom>
          <a:noFill/>
        </p:spPr>
        <p:txBody>
          <a:bodyPr wrap="square" lIns="0" tIns="36576" rIns="0" bIns="0" rtlCol="0" anchor="t">
            <a:spAutoFit/>
          </a:bodyPr>
          <a:lstStyle/>
          <a:p>
            <a:pPr lvl="0">
              <a:buClr>
                <a:srgbClr val="FFD200"/>
              </a:buClr>
              <a:buSzPct val="70000"/>
              <a:defRPr/>
            </a:pPr>
            <a:r>
              <a:rPr lang="en-US" sz="800" kern="0" dirty="0">
                <a:solidFill>
                  <a:srgbClr val="FFFFFF"/>
                </a:solidFill>
                <a:latin typeface="EYInterstate" panose="02000503020000020004" pitchFamily="2" charset="0"/>
              </a:rPr>
              <a:t>EY refers to the global organization, and may refer to one or more, of the member firms of Ernst &amp; Young Global Limited, each of which is a separate legal entity. Ernst &amp; Young Global Limited, a UK company limited by guarantee, does not provide services to clients. Information about how EY collects and uses personal data and a description of the rights individuals have under data protection legislation are available via ey.com/privacy. EY member firms do not practice law where prohibited by local laws. For more information about our organization, please visit ey.com.</a:t>
            </a:r>
          </a:p>
          <a:p>
            <a:pPr lvl="0">
              <a:buClr>
                <a:srgbClr val="FFD200"/>
              </a:buClr>
              <a:buSzPct val="70000"/>
              <a:defRPr/>
            </a:pPr>
            <a:endParaRPr lang="en-US" sz="800" kern="0" dirty="0">
              <a:solidFill>
                <a:srgbClr val="FFFFFF"/>
              </a:solidFill>
              <a:latin typeface="EYInterstate" panose="02000503020000020004" pitchFamily="2" charset="0"/>
            </a:endParaRPr>
          </a:p>
          <a:p>
            <a:pPr lvl="0">
              <a:buClr>
                <a:srgbClr val="FFD200"/>
              </a:buClr>
              <a:buSzPct val="70000"/>
              <a:defRPr/>
            </a:pPr>
            <a:r>
              <a:rPr lang="en-US" sz="800" kern="0" dirty="0">
                <a:solidFill>
                  <a:srgbClr val="FFFFFF"/>
                </a:solidFill>
                <a:latin typeface="EYInterstate" panose="02000503020000020004" pitchFamily="2" charset="0"/>
              </a:rPr>
              <a:t>[Optional sector or service line descriptor — refer to The Branding Zone]</a:t>
            </a:r>
            <a:endParaRPr lang="en-US" sz="800" dirty="0">
              <a:latin typeface="EYInterstate" panose="02000503020000020004" pitchFamily="2" charset="0"/>
            </a:endParaRPr>
          </a:p>
          <a:p>
            <a:pPr lvl="0">
              <a:buClr>
                <a:srgbClr val="FFD200"/>
              </a:buClr>
              <a:buSzPct val="70000"/>
              <a:defRPr/>
            </a:pPr>
            <a:endParaRPr lang="en-US" sz="800" kern="0" dirty="0">
              <a:solidFill>
                <a:srgbClr val="FFFFFF"/>
              </a:solidFill>
              <a:latin typeface="EYInterstate" panose="02000503020000020004" pitchFamily="2" charset="0"/>
            </a:endParaRPr>
          </a:p>
          <a:p>
            <a:pPr>
              <a:buClr>
                <a:srgbClr val="FFD200"/>
              </a:buClr>
              <a:buSzPct val="70000"/>
              <a:defRPr/>
            </a:pPr>
            <a:r>
              <a:rPr lang="en-US" sz="800" kern="0" dirty="0">
                <a:solidFill>
                  <a:srgbClr val="FFFFFF"/>
                </a:solidFill>
              </a:rPr>
              <a:t>© 2024 [member firm name]. </a:t>
            </a:r>
          </a:p>
          <a:p>
            <a:pPr>
              <a:buClr>
                <a:srgbClr val="FFD200"/>
              </a:buClr>
              <a:buSzPct val="70000"/>
              <a:defRPr/>
            </a:pPr>
            <a:r>
              <a:rPr lang="en-US" sz="800" kern="0" dirty="0">
                <a:solidFill>
                  <a:srgbClr val="FFFFFF"/>
                </a:solidFill>
              </a:rPr>
              <a:t>All Rights Reserved.</a:t>
            </a:r>
          </a:p>
          <a:p>
            <a:pPr>
              <a:buClr>
                <a:srgbClr val="FFD200"/>
              </a:buClr>
              <a:buSzPct val="70000"/>
              <a:defRPr/>
            </a:pPr>
            <a:endParaRPr lang="en-US" sz="800" kern="0" dirty="0">
              <a:solidFill>
                <a:srgbClr val="FFFFFF"/>
              </a:solidFill>
            </a:endParaRPr>
          </a:p>
          <a:p>
            <a:pPr>
              <a:buClr>
                <a:srgbClr val="FFD200"/>
              </a:buClr>
              <a:buSzPct val="70000"/>
              <a:defRPr/>
            </a:pPr>
            <a:r>
              <a:rPr lang="en-US" sz="800" kern="0" dirty="0">
                <a:solidFill>
                  <a:srgbClr val="FFFFFF"/>
                </a:solidFill>
              </a:rPr>
              <a:t>XXXXX-</a:t>
            </a:r>
            <a:r>
              <a:rPr lang="en-US" sz="800" kern="0" dirty="0" err="1">
                <a:solidFill>
                  <a:srgbClr val="FFFFFF"/>
                </a:solidFill>
              </a:rPr>
              <a:t>XXXGbl</a:t>
            </a:r>
            <a:endParaRPr lang="en-US" sz="800" kern="0" dirty="0">
              <a:solidFill>
                <a:srgbClr val="FFFFFF"/>
              </a:solidFill>
            </a:endParaRPr>
          </a:p>
          <a:p>
            <a:pPr>
              <a:buClr>
                <a:srgbClr val="FFD200"/>
              </a:buClr>
              <a:buSzPct val="70000"/>
              <a:defRPr/>
            </a:pPr>
            <a:r>
              <a:rPr lang="en-US" sz="800" kern="0" dirty="0">
                <a:solidFill>
                  <a:srgbClr val="FFFFFF"/>
                </a:solidFill>
              </a:rPr>
              <a:t>ED MMYY</a:t>
            </a:r>
          </a:p>
          <a:p>
            <a:pPr>
              <a:buClr>
                <a:srgbClr val="FFD200"/>
              </a:buClr>
              <a:buSzPct val="70000"/>
              <a:defRPr/>
            </a:pPr>
            <a:endParaRPr lang="en-US" sz="800" kern="0" dirty="0">
              <a:solidFill>
                <a:srgbClr val="FFFFFF"/>
              </a:solidFill>
            </a:endParaRPr>
          </a:p>
          <a:p>
            <a:pPr>
              <a:buClr>
                <a:srgbClr val="FFD200"/>
              </a:buClr>
              <a:buSzPct val="70000"/>
              <a:defRPr/>
            </a:pPr>
            <a:r>
              <a:rPr lang="en-US" sz="800" kern="0" dirty="0">
                <a:solidFill>
                  <a:srgbClr val="FFFFFF"/>
                </a:solidFill>
              </a:rPr>
              <a:t>[Optional environmental statement — refer to The Branding Zone]</a:t>
            </a:r>
            <a:endParaRPr lang="en-US" sz="800" dirty="0"/>
          </a:p>
          <a:p>
            <a:pPr>
              <a:buClr>
                <a:srgbClr val="FFD200"/>
              </a:buClr>
              <a:buSzPct val="70000"/>
              <a:defRPr/>
            </a:pPr>
            <a:endParaRPr lang="en-US" sz="800" kern="0" dirty="0">
              <a:solidFill>
                <a:srgbClr val="FFFFFF"/>
              </a:solidFill>
            </a:endParaRPr>
          </a:p>
          <a:p>
            <a:pPr lvl="0">
              <a:buClr>
                <a:srgbClr val="FFD200"/>
              </a:buClr>
              <a:buSzPct val="70000"/>
              <a:defRPr/>
            </a:pPr>
            <a:r>
              <a:rPr lang="en-US" sz="700" kern="0" dirty="0">
                <a:solidFill>
                  <a:srgbClr val="FFFFFF"/>
                </a:solidFill>
              </a:rPr>
              <a:t>[Required legal disclaimer — refer to The Branding Zone]</a:t>
            </a:r>
          </a:p>
          <a:p>
            <a:pPr lvl="0">
              <a:spcAft>
                <a:spcPts val="600"/>
              </a:spcAft>
              <a:buClr>
                <a:srgbClr val="FFD200"/>
              </a:buClr>
              <a:buSzPct val="70000"/>
              <a:defRPr/>
            </a:pPr>
            <a:endParaRPr lang="en-US" sz="700" kern="0" dirty="0">
              <a:solidFill>
                <a:srgbClr val="FFFFFF"/>
              </a:solidFill>
            </a:endParaRPr>
          </a:p>
          <a:p>
            <a:pPr lvl="0">
              <a:spcAft>
                <a:spcPts val="600"/>
              </a:spcAft>
              <a:buClr>
                <a:srgbClr val="FFD200"/>
              </a:buClr>
              <a:buSzPct val="70000"/>
              <a:defRPr/>
            </a:pPr>
            <a:r>
              <a:rPr lang="en-US" sz="1100" kern="0" dirty="0">
                <a:solidFill>
                  <a:srgbClr val="FFFFFF"/>
                </a:solidFill>
                <a:latin typeface="EYInterstate" panose="02000503020000020004" pitchFamily="2" charset="0"/>
              </a:rPr>
              <a:t>ey.com</a:t>
            </a:r>
          </a:p>
        </p:txBody>
      </p:sp>
      <p:sp>
        <p:nvSpPr>
          <p:cNvPr id="6" name="TextBox 5">
            <a:extLst>
              <a:ext uri="{FF2B5EF4-FFF2-40B4-BE49-F238E27FC236}">
                <a16:creationId xmlns:a16="http://schemas.microsoft.com/office/drawing/2014/main" id="{D2986B74-7E42-457A-6212-94C04D004929}"/>
              </a:ext>
            </a:extLst>
          </p:cNvPr>
          <p:cNvSpPr txBox="1">
            <a:spLocks/>
          </p:cNvSpPr>
          <p:nvPr/>
        </p:nvSpPr>
        <p:spPr>
          <a:xfrm>
            <a:off x="481958" y="563952"/>
            <a:ext cx="3303461" cy="3514808"/>
          </a:xfrm>
          <a:prstGeom prst="rect">
            <a:avLst/>
          </a:prstGeom>
          <a:noFill/>
        </p:spPr>
        <p:txBody>
          <a:bodyPr wrap="square" lIns="0" tIns="36576" rIns="0" bIns="0" rtlCol="0" anchor="t">
            <a:spAutoFit/>
          </a:bodyPr>
          <a:lstStyle/>
          <a:p>
            <a:pPr lvl="0">
              <a:spcAft>
                <a:spcPts val="600"/>
              </a:spcAft>
              <a:buClr>
                <a:srgbClr val="FFD200"/>
              </a:buClr>
              <a:buSzPct val="70000"/>
              <a:defRPr/>
            </a:pPr>
            <a:r>
              <a:rPr kumimoji="0" lang="en-US" sz="1200" b="1" i="0" u="none" strike="noStrike" kern="0" cap="none" spc="0" normalizeH="0" baseline="0" noProof="0" dirty="0">
                <a:ln>
                  <a:noFill/>
                </a:ln>
                <a:solidFill>
                  <a:srgbClr val="FFE600"/>
                </a:solidFill>
                <a:effectLst/>
                <a:uLnTx/>
                <a:uFillTx/>
                <a:latin typeface="EYInterstate" panose="02000503020000020004" pitchFamily="2" charset="0"/>
              </a:rPr>
              <a:t>EY  </a:t>
            </a:r>
            <a:r>
              <a:rPr kumimoji="0" lang="en-US" sz="1200" b="0" i="0" u="none" strike="noStrike" kern="0" cap="none" spc="0" normalizeH="0" baseline="0" noProof="0" dirty="0">
                <a:ln>
                  <a:noFill/>
                </a:ln>
                <a:solidFill>
                  <a:srgbClr val="FFE600"/>
                </a:solidFill>
                <a:effectLst/>
                <a:uLnTx/>
                <a:uFillTx/>
                <a:latin typeface="EYInterstate" panose="02000503020000020004" pitchFamily="2" charset="0"/>
                <a:cs typeface="Arial"/>
              </a:rPr>
              <a:t>|  </a:t>
            </a:r>
            <a:r>
              <a:rPr lang="en-US" sz="1200" kern="0" dirty="0">
                <a:solidFill>
                  <a:srgbClr val="FFE600"/>
                </a:solidFill>
                <a:latin typeface="EYInterstate" panose="02000503020000020004" pitchFamily="2" charset="0"/>
                <a:cs typeface="Arial"/>
              </a:rPr>
              <a:t>Building a better working world</a:t>
            </a:r>
            <a:endParaRPr kumimoji="0" lang="en-US" sz="1200" b="0" i="0" u="none" strike="noStrike" kern="0" cap="none" spc="0" normalizeH="0" baseline="0" noProof="0" dirty="0">
              <a:ln>
                <a:noFill/>
              </a:ln>
              <a:solidFill>
                <a:srgbClr val="FFE600"/>
              </a:solidFill>
              <a:effectLst/>
              <a:uLnTx/>
              <a:uFillTx/>
              <a:latin typeface="EYInterstate" panose="02000503020000020004" pitchFamily="2" charset="0"/>
              <a:cs typeface="Arial"/>
            </a:endParaRPr>
          </a:p>
          <a:p>
            <a:pPr marL="0" marR="0" lvl="0" indent="0" defTabSz="914400" eaLnBrk="1" fontAlgn="auto" latinLnBrk="0" hangingPunct="1">
              <a:lnSpc>
                <a:spcPct val="100000"/>
              </a:lnSpc>
              <a:spcBef>
                <a:spcPts val="0"/>
              </a:spcBef>
              <a:spcAft>
                <a:spcPts val="0"/>
              </a:spcAft>
              <a:buClr>
                <a:srgbClr val="FFD200"/>
              </a:buClr>
              <a:buSzPct val="70000"/>
              <a:buFontTx/>
              <a:buNone/>
              <a:tabLst/>
              <a:defRPr/>
            </a:pPr>
            <a:endParaRPr kumimoji="0" lang="en-US" sz="1100" b="0" i="0" u="none" strike="noStrike" kern="0" cap="none" spc="0" normalizeH="0" baseline="0" noProof="0" dirty="0">
              <a:ln>
                <a:noFill/>
              </a:ln>
              <a:solidFill>
                <a:srgbClr val="FFFFFF"/>
              </a:solidFill>
              <a:effectLst/>
              <a:uLnTx/>
              <a:uFillTx/>
              <a:latin typeface="EYInterstate" panose="02000503020000020004" pitchFamily="2" charset="0"/>
              <a:cs typeface="Arial"/>
            </a:endParaRPr>
          </a:p>
          <a:p>
            <a:pPr marR="0">
              <a:spcBef>
                <a:spcPts val="0"/>
              </a:spcBef>
              <a:spcAft>
                <a:spcPts val="0"/>
              </a:spcAft>
              <a:buClr>
                <a:srgbClr val="FFD200"/>
              </a:buClr>
              <a:buSzPct val="70000"/>
              <a:defRPr/>
            </a:pPr>
            <a:r>
              <a:rPr lang="en-US" sz="1100" kern="0" dirty="0">
                <a:solidFill>
                  <a:srgbClr val="FFFFFF"/>
                </a:solidFill>
                <a:latin typeface="EYInterstate" panose="02000503020000020004" pitchFamily="2" charset="0"/>
              </a:rPr>
              <a:t>EY is building a better working world by creating new value for clients, people, society and the planet, while building trust in capital markets.</a:t>
            </a:r>
          </a:p>
          <a:p>
            <a:pPr marR="0">
              <a:spcBef>
                <a:spcPts val="0"/>
              </a:spcBef>
              <a:spcAft>
                <a:spcPts val="0"/>
              </a:spcAft>
              <a:buClr>
                <a:srgbClr val="FFD200"/>
              </a:buClr>
              <a:buSzPct val="70000"/>
              <a:defRPr/>
            </a:pPr>
            <a:r>
              <a:rPr lang="en-US" sz="1100" kern="0" dirty="0">
                <a:solidFill>
                  <a:srgbClr val="FFFFFF"/>
                </a:solidFill>
                <a:latin typeface="EYInterstate" panose="02000503020000020004" pitchFamily="2" charset="0"/>
              </a:rPr>
              <a:t> </a:t>
            </a:r>
          </a:p>
          <a:p>
            <a:pPr marR="0">
              <a:spcBef>
                <a:spcPts val="0"/>
              </a:spcBef>
              <a:spcAft>
                <a:spcPts val="0"/>
              </a:spcAft>
              <a:buClr>
                <a:srgbClr val="FFD200"/>
              </a:buClr>
              <a:buSzPct val="70000"/>
              <a:defRPr/>
            </a:pPr>
            <a:r>
              <a:rPr lang="en-US" sz="1100" kern="0" dirty="0">
                <a:solidFill>
                  <a:srgbClr val="FFFFFF"/>
                </a:solidFill>
                <a:latin typeface="EYInterstate" panose="02000503020000020004" pitchFamily="2" charset="0"/>
              </a:rPr>
              <a:t>Enabled by data, AI and advanced technology, </a:t>
            </a:r>
            <a:br>
              <a:rPr lang="en-US" sz="1100" kern="0" dirty="0">
                <a:solidFill>
                  <a:srgbClr val="FFFFFF"/>
                </a:solidFill>
                <a:latin typeface="EYInterstate" panose="02000503020000020004" pitchFamily="2" charset="0"/>
              </a:rPr>
            </a:br>
            <a:r>
              <a:rPr lang="en-US" sz="1100" kern="0" dirty="0">
                <a:solidFill>
                  <a:srgbClr val="FFFFFF"/>
                </a:solidFill>
                <a:latin typeface="EYInterstate" panose="02000503020000020004" pitchFamily="2" charset="0"/>
              </a:rPr>
              <a:t>EY teams help clients shape the future with confidence and develop answers for the most pressing issues of today and tomorrow. </a:t>
            </a:r>
          </a:p>
          <a:p>
            <a:pPr marR="0">
              <a:spcBef>
                <a:spcPts val="0"/>
              </a:spcBef>
              <a:spcAft>
                <a:spcPts val="0"/>
              </a:spcAft>
              <a:buClr>
                <a:srgbClr val="FFD200"/>
              </a:buClr>
              <a:buSzPct val="70000"/>
              <a:defRPr/>
            </a:pPr>
            <a:r>
              <a:rPr lang="en-US" sz="1100" kern="0" dirty="0">
                <a:solidFill>
                  <a:srgbClr val="FFFFFF"/>
                </a:solidFill>
                <a:latin typeface="EYInterstate" panose="02000503020000020004" pitchFamily="2" charset="0"/>
              </a:rPr>
              <a:t> </a:t>
            </a:r>
          </a:p>
          <a:p>
            <a:pPr marR="0">
              <a:spcBef>
                <a:spcPts val="0"/>
              </a:spcBef>
              <a:spcAft>
                <a:spcPts val="0"/>
              </a:spcAft>
              <a:buClr>
                <a:srgbClr val="FFD200"/>
              </a:buClr>
              <a:buSzPct val="70000"/>
              <a:defRPr/>
            </a:pPr>
            <a:r>
              <a:rPr lang="en-US" sz="1100" kern="0" dirty="0">
                <a:solidFill>
                  <a:srgbClr val="FFFFFF"/>
                </a:solidFill>
                <a:latin typeface="EYInterstate" panose="02000503020000020004" pitchFamily="2" charset="0"/>
              </a:rPr>
              <a:t>EY teams work across a full spectrum of </a:t>
            </a:r>
            <a:br>
              <a:rPr lang="en-US" sz="1100" kern="0" dirty="0">
                <a:solidFill>
                  <a:srgbClr val="FFFFFF"/>
                </a:solidFill>
                <a:latin typeface="EYInterstate" panose="02000503020000020004" pitchFamily="2" charset="0"/>
              </a:rPr>
            </a:br>
            <a:r>
              <a:rPr lang="en-US" sz="1100" kern="0" dirty="0">
                <a:solidFill>
                  <a:srgbClr val="FFFFFF"/>
                </a:solidFill>
                <a:latin typeface="EYInterstate" panose="02000503020000020004" pitchFamily="2" charset="0"/>
              </a:rPr>
              <a:t>services in assurance, consulting, tax, strategy and transactions. Fueled by sector insights, </a:t>
            </a:r>
            <a:br>
              <a:rPr lang="en-US" sz="1100" kern="0" dirty="0">
                <a:solidFill>
                  <a:srgbClr val="FFFFFF"/>
                </a:solidFill>
                <a:latin typeface="EYInterstate" panose="02000503020000020004" pitchFamily="2" charset="0"/>
              </a:rPr>
            </a:br>
            <a:r>
              <a:rPr lang="en-US" sz="1100" kern="0" dirty="0">
                <a:solidFill>
                  <a:srgbClr val="FFFFFF"/>
                </a:solidFill>
                <a:latin typeface="EYInterstate" panose="02000503020000020004" pitchFamily="2" charset="0"/>
              </a:rPr>
              <a:t>a globally connected, multidisciplinary network and diverse ecosystem partners, EY teams can provide services in more than 150 countries </a:t>
            </a:r>
            <a:br>
              <a:rPr lang="en-US" sz="1100" kern="0" dirty="0">
                <a:solidFill>
                  <a:srgbClr val="FFFFFF"/>
                </a:solidFill>
                <a:latin typeface="EYInterstate" panose="02000503020000020004" pitchFamily="2" charset="0"/>
              </a:rPr>
            </a:br>
            <a:r>
              <a:rPr lang="en-US" sz="1100" kern="0" dirty="0">
                <a:solidFill>
                  <a:srgbClr val="FFFFFF"/>
                </a:solidFill>
                <a:latin typeface="EYInterstate" panose="02000503020000020004" pitchFamily="2" charset="0"/>
              </a:rPr>
              <a:t>and territories.</a:t>
            </a:r>
          </a:p>
          <a:p>
            <a:pPr marR="0">
              <a:spcBef>
                <a:spcPts val="0"/>
              </a:spcBef>
              <a:spcAft>
                <a:spcPts val="0"/>
              </a:spcAft>
              <a:buClr>
                <a:srgbClr val="FFD200"/>
              </a:buClr>
              <a:buSzPct val="70000"/>
              <a:defRPr/>
            </a:pPr>
            <a:r>
              <a:rPr lang="en-US" sz="1100" kern="0" dirty="0">
                <a:solidFill>
                  <a:srgbClr val="FFFFFF"/>
                </a:solidFill>
                <a:latin typeface="EYInterstate" panose="02000503020000020004" pitchFamily="2" charset="0"/>
              </a:rPr>
              <a:t> </a:t>
            </a:r>
          </a:p>
          <a:p>
            <a:pPr marR="0">
              <a:spcBef>
                <a:spcPts val="0"/>
              </a:spcBef>
              <a:spcAft>
                <a:spcPts val="0"/>
              </a:spcAft>
              <a:buClr>
                <a:srgbClr val="FFD200"/>
              </a:buClr>
              <a:buSzPct val="70000"/>
              <a:defRPr/>
            </a:pPr>
            <a:r>
              <a:rPr lang="en-US" sz="1100" kern="0" dirty="0">
                <a:solidFill>
                  <a:schemeClr val="tx2"/>
                </a:solidFill>
                <a:latin typeface="EYInterstate" panose="02000503020000020004" pitchFamily="2" charset="0"/>
              </a:rPr>
              <a:t>All in to shape the future with confidence. </a:t>
            </a:r>
          </a:p>
        </p:txBody>
      </p:sp>
      <p:sp>
        <p:nvSpPr>
          <p:cNvPr id="2" name="Title 1">
            <a:extLst>
              <a:ext uri="{FF2B5EF4-FFF2-40B4-BE49-F238E27FC236}">
                <a16:creationId xmlns:a16="http://schemas.microsoft.com/office/drawing/2014/main" id="{E21448D1-6F64-E5CA-6637-523F1D15F24E}"/>
              </a:ext>
            </a:extLst>
          </p:cNvPr>
          <p:cNvSpPr>
            <a:spLocks noGrp="1"/>
          </p:cNvSpPr>
          <p:nvPr>
            <p:ph type="title" idx="4294967295"/>
          </p:nvPr>
        </p:nvSpPr>
        <p:spPr>
          <a:xfrm>
            <a:off x="483827" y="-470898"/>
            <a:ext cx="11224347" cy="470898"/>
          </a:xfrm>
        </p:spPr>
        <p:txBody>
          <a:bodyPr vert="horz" lIns="0" tIns="0" rIns="0" bIns="0" rtlCol="0" anchor="b" anchorCtr="0">
            <a:noAutofit/>
          </a:bodyPr>
          <a:lstStyle/>
          <a:p>
            <a:r>
              <a:rPr lang="en-US" dirty="0"/>
              <a:t>Boilerplate</a:t>
            </a:r>
          </a:p>
        </p:txBody>
      </p:sp>
    </p:spTree>
    <p:extLst>
      <p:ext uri="{BB962C8B-B14F-4D97-AF65-F5344CB8AC3E}">
        <p14:creationId xmlns:p14="http://schemas.microsoft.com/office/powerpoint/2010/main" val="696633224"/>
      </p:ext>
    </p:extLst>
  </p:cSld>
  <p:clrMapOvr>
    <a:masterClrMapping/>
  </p:clrMapOvr>
</p:sld>
</file>

<file path=ppt/theme/theme1.xml><?xml version="1.0" encoding="utf-8"?>
<a:theme xmlns:a="http://schemas.openxmlformats.org/drawingml/2006/main" name="Large Text [LIGHT]">
  <a:themeElements>
    <a:clrScheme name="Custom 86">
      <a:dk1>
        <a:srgbClr val="FFFFFF"/>
      </a:dk1>
      <a:lt1>
        <a:srgbClr val="1A1A24"/>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0F69AE"/>
      </a:hlink>
      <a:folHlink>
        <a:srgbClr val="0F69AE"/>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cap="flat" cmpd="sng" algn="ctr">
          <a:solidFill>
            <a:srgbClr val="747480"/>
          </a:solidFill>
          <a:prstDash val="solid"/>
          <a:miter lim="800000"/>
          <a:headEnd type="none" w="med" len="med"/>
          <a:tailEnd type="none" w="med" len="med"/>
        </a:ln>
      </a:spPr>
      <a:bodyPr lIns="108000" tIns="108000" rIns="108000" bIns="108000" rtlCol="0" anchor="t" anchorCtr="0"/>
      <a:lstStyle>
        <a:defPPr marL="252000" indent="-252000" algn="l">
          <a:lnSpc>
            <a:spcPct val="90000"/>
          </a:lnSpc>
          <a:spcBef>
            <a:spcPts val="400"/>
          </a:spcBef>
          <a:spcAft>
            <a:spcPts val="400"/>
          </a:spcAft>
          <a:buClr>
            <a:schemeClr val="tx2"/>
          </a:buClr>
          <a:buFont typeface="Wingdings" pitchFamily="2" charset="2"/>
          <a:buChar char="§"/>
          <a:defRPr sz="20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Light-global-widescreen-presentation-template-v2.4" id="{D6B24B20-A38F-49E0-8B4C-3B18E59861ED}" vid="{B4A4574A-FF19-41AC-AC5C-2AEF6DC59539}"/>
    </a:ext>
  </a:extLst>
</a:theme>
</file>

<file path=ppt/theme/theme2.xml><?xml version="1.0" encoding="utf-8"?>
<a:theme xmlns:a="http://schemas.openxmlformats.org/drawingml/2006/main" name="Small Text [LIGHT]">
  <a:themeElements>
    <a:clrScheme name="Custom 87">
      <a:dk1>
        <a:srgbClr val="FFFFFF"/>
      </a:dk1>
      <a:lt1>
        <a:srgbClr val="1A1A24"/>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0F69AE"/>
      </a:hlink>
      <a:folHlink>
        <a:srgbClr val="0F69AE"/>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cap="flat" cmpd="sng" algn="ctr">
          <a:solidFill>
            <a:srgbClr val="747480"/>
          </a:solidFill>
          <a:prstDash val="solid"/>
          <a:miter lim="800000"/>
          <a:headEnd type="none" w="med" len="med"/>
          <a:tailEnd type="none" w="med" len="med"/>
        </a:ln>
        <a:effectLst/>
      </a:spPr>
      <a:bodyPr lIns="108000" tIns="108000" rIns="108000" bIns="108000" rtlCol="0" anchor="t" anchorCtr="0"/>
      <a:lstStyle>
        <a:defPPr marL="252000" marR="0" indent="-252000" algn="l" defTabSz="914400" eaLnBrk="1" fontAlgn="auto" latinLnBrk="0" hangingPunct="1">
          <a:lnSpc>
            <a:spcPct val="90000"/>
          </a:lnSpc>
          <a:spcBef>
            <a:spcPts val="400"/>
          </a:spcBef>
          <a:spcAft>
            <a:spcPts val="400"/>
          </a:spcAft>
          <a:buClr>
            <a:srgbClr val="FFE600"/>
          </a:buClr>
          <a:buSzTx/>
          <a:buFont typeface="Wingdings" pitchFamily="2" charset="2"/>
          <a:buChar char="§"/>
          <a:tabLst/>
          <a:defRPr kumimoji="0" sz="2000" b="0" i="0" u="none" strike="noStrike" kern="0" cap="none" spc="0" normalizeH="0" baseline="0" noProof="0" dirty="0" err="1" smtClean="0">
            <a:ln>
              <a:noFill/>
            </a:ln>
            <a:solidFill>
              <a:srgbClr val="1A1A24"/>
            </a:solidFill>
            <a:effectLst/>
            <a:uLnTx/>
            <a:uFillTx/>
            <a:latin typeface="EYInterstate Light"/>
            <a:ea typeface="+mn-ea"/>
            <a:cs typeface="+mn-cs"/>
          </a:defRPr>
        </a:defPPr>
      </a:lst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Light-global-widescreen-presentation-template-v2.4" id="{D6B24B20-A38F-49E0-8B4C-3B18E59861ED}" vid="{42FBC55A-A29C-4CC5-8889-604B283E390C}"/>
    </a:ext>
  </a:extLst>
</a:theme>
</file>

<file path=ppt/theme/theme3.xml><?xml version="1.0" encoding="utf-8"?>
<a:theme xmlns:a="http://schemas.openxmlformats.org/drawingml/2006/main" name="EY Core Slides">
  <a:themeElements>
    <a:clrScheme name="Custom 88">
      <a:dk1>
        <a:srgbClr val="FFFFFF"/>
      </a:dk1>
      <a:lt1>
        <a:srgbClr val="1A1A24"/>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0F69AE"/>
      </a:hlink>
      <a:folHlink>
        <a:srgbClr val="0F69AE"/>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cap="flat" cmpd="sng" algn="ctr">
          <a:solidFill>
            <a:srgbClr val="747480"/>
          </a:solidFill>
          <a:prstDash val="solid"/>
          <a:miter lim="800000"/>
          <a:headEnd type="none" w="med" len="med"/>
          <a:tailEnd type="none" w="med" len="med"/>
        </a:ln>
        <a:effectLst/>
      </a:spPr>
      <a:bodyPr lIns="108000" tIns="108000" rIns="108000" bIns="108000" rtlCol="0" anchor="t" anchorCtr="0"/>
      <a:lstStyle>
        <a:defPPr marL="252000" marR="0" indent="-252000" algn="l" defTabSz="914400" eaLnBrk="1" fontAlgn="auto" latinLnBrk="0" hangingPunct="1">
          <a:lnSpc>
            <a:spcPct val="90000"/>
          </a:lnSpc>
          <a:spcBef>
            <a:spcPts val="400"/>
          </a:spcBef>
          <a:spcAft>
            <a:spcPts val="400"/>
          </a:spcAft>
          <a:buClr>
            <a:srgbClr val="FFE600"/>
          </a:buClr>
          <a:buSzTx/>
          <a:buFont typeface="Wingdings" pitchFamily="2" charset="2"/>
          <a:buChar char="§"/>
          <a:tabLst/>
          <a:defRPr kumimoji="0" sz="2000" b="0" i="0" u="none" strike="noStrike" kern="0" cap="none" spc="0" normalizeH="0" baseline="0" noProof="0" dirty="0" err="1" smtClean="0">
            <a:ln>
              <a:noFill/>
            </a:ln>
            <a:solidFill>
              <a:srgbClr val="1A1A24"/>
            </a:solidFill>
            <a:effectLst/>
            <a:uLnTx/>
            <a:uFillTx/>
          </a:defRPr>
        </a:defPPr>
      </a:lst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Light-global-widescreen-presentation-template-v2.4" id="{D6B24B20-A38F-49E0-8B4C-3B18E59861ED}" vid="{DADDA970-60F5-479C-9C43-537F08503304}"/>
    </a:ext>
  </a:extLst>
</a:theme>
</file>

<file path=ppt/theme/theme4.xml><?xml version="1.0" encoding="utf-8"?>
<a:theme xmlns:a="http://schemas.openxmlformats.org/drawingml/2006/main" name="1_EY Core Slides">
  <a:themeElements>
    <a:clrScheme name="Custom 84">
      <a:dk1>
        <a:srgbClr val="1A1A24"/>
      </a:dk1>
      <a:lt1>
        <a:srgbClr val="FFFFFF"/>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FFE600"/>
      </a:hlink>
      <a:folHlink>
        <a:srgbClr val="FFE600"/>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tx2"/>
          </a:solidFill>
          <a:miter lim="800000"/>
        </a:ln>
      </a:spPr>
      <a:bodyPr lIns="108000" tIns="108000" rIns="108000" bIns="108000" rtlCol="0" anchor="t" anchorCtr="0"/>
      <a:lstStyle>
        <a:defPPr marL="252000" indent="-252000" algn="l">
          <a:lnSpc>
            <a:spcPct val="90000"/>
          </a:lnSpc>
          <a:spcBef>
            <a:spcPts val="400"/>
          </a:spcBef>
          <a:spcAft>
            <a:spcPts val="400"/>
          </a:spcAft>
          <a:buClr>
            <a:schemeClr val="tx2"/>
          </a:buClr>
          <a:buFont typeface="Wingdings" pitchFamily="2" charset="2"/>
          <a:buChar char="§"/>
          <a:defRPr sz="20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Light-global-widescreen-presentation-template-v2.4" id="{D6B24B20-A38F-49E0-8B4C-3B18E59861ED}" vid="{B481CEBC-20DF-49DE-BE43-0D8071211E9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E24D6B7C3717C47AB301E11BF9B4951" ma:contentTypeVersion="4" ma:contentTypeDescription="Create a new document." ma:contentTypeScope="" ma:versionID="6a2ac9e823fe16b7fbf39f49d883e91a">
  <xsd:schema xmlns:xsd="http://www.w3.org/2001/XMLSchema" xmlns:xs="http://www.w3.org/2001/XMLSchema" xmlns:p="http://schemas.microsoft.com/office/2006/metadata/properties" xmlns:ns2="714879ae-1033-45c6-9be3-c577918c63c3" targetNamespace="http://schemas.microsoft.com/office/2006/metadata/properties" ma:root="true" ma:fieldsID="67b307d9afce70da7b4a92e414b6e779" ns2:_="">
    <xsd:import namespace="714879ae-1033-45c6-9be3-c577918c63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4879ae-1033-45c6-9be3-c577918c63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AC014D9-0F8B-4066-823B-E589F64FAF10}">
  <ds:schemaRefs>
    <ds:schemaRef ds:uri="http://schemas.microsoft.com/sharepoint/v3/contenttype/forms"/>
  </ds:schemaRefs>
</ds:datastoreItem>
</file>

<file path=customXml/itemProps2.xml><?xml version="1.0" encoding="utf-8"?>
<ds:datastoreItem xmlns:ds="http://schemas.openxmlformats.org/officeDocument/2006/customXml" ds:itemID="{45087F47-891A-4332-AEE8-A122FCE56C49}">
  <ds:schemaRefs>
    <ds:schemaRef ds:uri="http://purl.org/dc/elements/1.1/"/>
    <ds:schemaRef ds:uri="http://schemas.microsoft.com/office/2006/documentManagement/types"/>
    <ds:schemaRef ds:uri="http://schemas.openxmlformats.org/package/2006/metadata/core-properties"/>
    <ds:schemaRef ds:uri="714879ae-1033-45c6-9be3-c577918c63c3"/>
    <ds:schemaRef ds:uri="http://www.w3.org/XML/1998/namespace"/>
    <ds:schemaRef ds:uri="http://purl.org/dc/terms/"/>
    <ds:schemaRef ds:uri="http://schemas.microsoft.com/office/2006/metadata/properties"/>
    <ds:schemaRef ds:uri="http://schemas.microsoft.com/office/infopath/2007/PartnerControls"/>
    <ds:schemaRef ds:uri="http://purl.org/dc/dcmitype/"/>
  </ds:schemaRefs>
</ds:datastoreItem>
</file>

<file path=customXml/itemProps3.xml><?xml version="1.0" encoding="utf-8"?>
<ds:datastoreItem xmlns:ds="http://schemas.openxmlformats.org/officeDocument/2006/customXml" ds:itemID="{FBF3EB86-FB13-4C5C-B0AA-1D887D1073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4879ae-1033-45c6-9be3-c577918c63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Light-global-widescreen-presentation-template-v2.4</Template>
  <TotalTime>1</TotalTime>
  <Words>2886</Words>
  <Application>Microsoft Office PowerPoint</Application>
  <PresentationFormat>Widescreen</PresentationFormat>
  <Paragraphs>585</Paragraphs>
  <Slides>67</Slides>
  <Notes>16</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67</vt:i4>
      </vt:variant>
    </vt:vector>
  </HeadingPairs>
  <TitlesOfParts>
    <vt:vector size="78" baseType="lpstr">
      <vt:lpstr>Arial</vt:lpstr>
      <vt:lpstr>Calibri</vt:lpstr>
      <vt:lpstr>EYInterstate</vt:lpstr>
      <vt:lpstr>EYInterstate Light</vt:lpstr>
      <vt:lpstr>Georgia Pro</vt:lpstr>
      <vt:lpstr>Times</vt:lpstr>
      <vt:lpstr>Wingdings</vt:lpstr>
      <vt:lpstr>Large Text [LIGHT]</vt:lpstr>
      <vt:lpstr>Small Text [LIGHT]</vt:lpstr>
      <vt:lpstr>EY Core Slides</vt:lpstr>
      <vt:lpstr>1_EY Core Slides</vt:lpstr>
      <vt:lpstr>Template guidance</vt:lpstr>
      <vt:lpstr>Key principles for using the template</vt:lpstr>
      <vt:lpstr>What good pacing looks like</vt:lpstr>
      <vt:lpstr>Accessibility tips</vt:lpstr>
      <vt:lpstr>Core template layouts  25 slide layouts to use</vt:lpstr>
      <vt:lpstr>Spectrum 1</vt:lpstr>
      <vt:lpstr>Spectrum 2</vt:lpstr>
      <vt:lpstr>Spectrum 3</vt:lpstr>
      <vt:lpstr>Yellow Frame</vt:lpstr>
      <vt:lpstr>Yellow Frame slide with author details</vt:lpstr>
      <vt:lpstr>Frame color 1</vt:lpstr>
      <vt:lpstr>Frame color 2</vt:lpstr>
      <vt:lpstr>Frame color 3</vt:lpstr>
      <vt:lpstr>Frame color 4</vt:lpstr>
      <vt:lpstr>Frame color 5</vt:lpstr>
      <vt:lpstr>Frame color 6</vt:lpstr>
      <vt:lpstr>Frame color 7</vt:lpstr>
      <vt:lpstr>Section header 1</vt:lpstr>
      <vt:lpstr>Section header 2</vt:lpstr>
      <vt:lpstr>Section header 3</vt:lpstr>
      <vt:lpstr>Section header 4</vt:lpstr>
      <vt:lpstr>Section header 5</vt:lpstr>
      <vt:lpstr>Section header 6</vt:lpstr>
      <vt:lpstr>Contents</vt:lpstr>
      <vt:lpstr>Agenda</vt:lpstr>
      <vt:lpstr>Key statement</vt:lpstr>
      <vt:lpstr>Key statement 2</vt:lpstr>
      <vt:lpstr>Quote goes here.</vt:lpstr>
      <vt:lpstr>Add media</vt:lpstr>
      <vt:lpstr>Blank</vt:lpstr>
      <vt:lpstr>Large content light  template layouts 10 slide layouts to use</vt:lpstr>
      <vt:lpstr>Title and content template layout</vt:lpstr>
      <vt:lpstr>Two content template layout</vt:lpstr>
      <vt:lpstr>Three content template layout</vt:lpstr>
      <vt:lpstr>Three content with highlight template layout</vt:lpstr>
      <vt:lpstr>Key numbers template layout</vt:lpstr>
      <vt:lpstr>Video and caption template layout</vt:lpstr>
      <vt:lpstr>Content and image template layout</vt:lpstr>
      <vt:lpstr>Team</vt:lpstr>
      <vt:lpstr>Title only template layout</vt:lpstr>
      <vt:lpstr>Small content light  template layouts  13 slide layouts to use</vt:lpstr>
      <vt:lpstr>Title and content template layout</vt:lpstr>
      <vt:lpstr>Two content template layout</vt:lpstr>
      <vt:lpstr>Three content template layout</vt:lpstr>
      <vt:lpstr>Four content template layout</vt:lpstr>
      <vt:lpstr>Eight content template layout</vt:lpstr>
      <vt:lpstr>Three content with highlight template layout</vt:lpstr>
      <vt:lpstr>Content and image template layout</vt:lpstr>
      <vt:lpstr>Content and two image template layout</vt:lpstr>
      <vt:lpstr>Content and three image template layout</vt:lpstr>
      <vt:lpstr>Video and caption template layout</vt:lpstr>
      <vt:lpstr>Team</vt:lpstr>
      <vt:lpstr>Teams</vt:lpstr>
      <vt:lpstr>Title only template layout</vt:lpstr>
      <vt:lpstr>Data visualization  9 slide layouts to use</vt:lpstr>
      <vt:lpstr>Primary color diagram</vt:lpstr>
      <vt:lpstr>Primary color charts</vt:lpstr>
      <vt:lpstr>Primary color table</vt:lpstr>
      <vt:lpstr>Spectrum gradients diagram 2</vt:lpstr>
      <vt:lpstr>Spectrum gradients charts</vt:lpstr>
      <vt:lpstr>Spectrum gradients charts 2</vt:lpstr>
      <vt:lpstr>Advanced color diagram</vt:lpstr>
      <vt:lpstr>Advanced color diagram 2</vt:lpstr>
      <vt:lpstr>Advanced color charts</vt:lpstr>
      <vt:lpstr>Boilerplate</vt:lpstr>
      <vt:lpstr>New PowerPoint template, October 2024  Our brand expansion includes new Breakthrough and Spectrum Frames. Spectrum Frames feature heavily in this template, but Breakthrough Frames do not.  Breakthrough Frames require a high level of design crafting from trained creative professionals. They’re not easily created in PowerPoint.   Instead, use the Spectrum Frames provided throughout this template.</vt:lpstr>
      <vt:lpstr>Color notes</vt:lpstr>
    </vt:vector>
  </TitlesOfParts>
  <Company>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Harris</dc:creator>
  <cp:lastModifiedBy>Michael Harris</cp:lastModifiedBy>
  <cp:revision>1</cp:revision>
  <dcterms:created xsi:type="dcterms:W3CDTF">2026-07-11T13:16:58Z</dcterms:created>
  <dcterms:modified xsi:type="dcterms:W3CDTF">2026-07-11T13:18:15Z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0x01010039AC5ADA8D426E4FBEDF652E9440888F</vt:lpwstr>
  </property>
</Properties>
</file>