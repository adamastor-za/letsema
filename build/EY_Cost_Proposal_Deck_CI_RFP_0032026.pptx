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43" r:id="rId4"/>
    <p:sldMasterId id="2147484129" r:id="rId5"/>
    <p:sldMasterId id="2147484074" r:id="rId6"/>
    <p:sldMasterId id="2147484209" r:id="rId7"/>
  </p:sldMasterIdLst>
  <p:notesMasterIdLst>
    <p:notesMasterId r:id="rId75"/>
  </p:notesMasterIdLst>
  <p:handoutMasterIdLst>
    <p:handoutMasterId r:id="rId76"/>
  </p:handoutMasterIdLst>
  <p:sldIdLst>
    <p:sldId id="256" r:id="rId13"/>
    <p:sldId id="257" r:id="rId43"/>
    <p:sldId id="258" r:id="rId33"/>
    <p:sldId id="259" r:id="rId65"/>
    <p:sldId id="260" r:id="rId83"/>
    <p:sldId id="261" r:id="rId84"/>
    <p:sldId id="262" r:id="rId49"/>
    <p:sldId id="263" r:id="rId41"/>
    <p:sldId id="264" r:id="rId50"/>
    <p:sldId id="265" r:id="rId72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re Template Slides" id="{FBB67E76-04FE-4302-A0D6-4AB89CA6987A}">
          <p14:sldIdLst>
            <p14:sldId id="1881839131"/>
            <p14:sldId id="1881839121"/>
            <p14:sldId id="1881839129"/>
            <p14:sldId id="325"/>
            <p14:sldId id="1881838994"/>
            <p14:sldId id="419"/>
            <p14:sldId id="1881839055"/>
            <p14:sldId id="1881839056"/>
            <p14:sldId id="1881839134"/>
            <p14:sldId id="1881839135"/>
            <p14:sldId id="1881839136"/>
            <p14:sldId id="1881839137"/>
            <p14:sldId id="1881839138"/>
            <p14:sldId id="1881839139"/>
            <p14:sldId id="1881839140"/>
            <p14:sldId id="1881839141"/>
            <p14:sldId id="1881839142"/>
            <p14:sldId id="316"/>
            <p14:sldId id="1881838956"/>
            <p14:sldId id="1881838957"/>
            <p14:sldId id="1881838958"/>
            <p14:sldId id="1881838959"/>
            <p14:sldId id="1881839067"/>
            <p14:sldId id="317"/>
            <p14:sldId id="339"/>
            <p14:sldId id="366"/>
            <p14:sldId id="1881838960"/>
            <p14:sldId id="1881838961"/>
            <p14:sldId id="1881838962"/>
            <p14:sldId id="1881839119"/>
          </p14:sldIdLst>
        </p14:section>
        <p14:section name="Large Content [LIGHT] Template Slides" id="{60133F68-BC6E-364E-AB06-1A31FE4C371A}">
          <p14:sldIdLst>
            <p14:sldId id="1881839030"/>
            <p14:sldId id="1881839132"/>
            <p14:sldId id="1881839063"/>
            <p14:sldId id="1881839064"/>
            <p14:sldId id="1881839034"/>
            <p14:sldId id="1881839035"/>
            <p14:sldId id="1881839036"/>
            <p14:sldId id="1881839037"/>
            <p14:sldId id="1881839038"/>
            <p14:sldId id="1881839039"/>
          </p14:sldIdLst>
        </p14:section>
        <p14:section name="Small Content [LIGHT] Template Slides" id="{3C17C418-23C7-B140-923C-583C4A9B2930}">
          <p14:sldIdLst>
            <p14:sldId id="1881839040"/>
            <p14:sldId id="1881839133"/>
            <p14:sldId id="1881839042"/>
            <p14:sldId id="1881839043"/>
            <p14:sldId id="1881839044"/>
            <p14:sldId id="1881839045"/>
            <p14:sldId id="1881839046"/>
            <p14:sldId id="1881839047"/>
            <p14:sldId id="1881839048"/>
            <p14:sldId id="1881839049"/>
            <p14:sldId id="1881839050"/>
            <p14:sldId id="1881839051"/>
            <p14:sldId id="1881839052"/>
            <p14:sldId id="1881839053"/>
          </p14:sldIdLst>
        </p14:section>
        <p14:section name="Data visualization" id="{99F1D1C2-26B7-4958-9918-92B928ADFD3B}">
          <p14:sldIdLst>
            <p14:sldId id="1881839092"/>
            <p14:sldId id="1881839095"/>
            <p14:sldId id="1881839091"/>
            <p14:sldId id="1881839107"/>
            <p14:sldId id="1881839096"/>
            <p14:sldId id="1881839093"/>
            <p14:sldId id="1881839099"/>
            <p14:sldId id="1881839081"/>
            <p14:sldId id="1881839100"/>
            <p14:sldId id="1881839101"/>
          </p14:sldIdLst>
        </p14:section>
        <p14:section name="Ending slides" id="{9627547A-2946-4DF2-82C7-3620E77F356D}">
          <p14:sldIdLst>
            <p14:sldId id="1881839130"/>
            <p14:sldId id="1881839104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E458B67-C412-0511-FAB3-4B17EB321652}" name="Chris Kramer" initials="CK" userId="S::Christopher.Kramer@ey.com::91898555-a6b5-4c1b-8618-941af9b6286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7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C4CD"/>
    <a:srgbClr val="F6F6FA"/>
    <a:srgbClr val="1A1A24"/>
    <a:srgbClr val="747480"/>
    <a:srgbClr val="32FFFF"/>
    <a:srgbClr val="FF00FF"/>
    <a:srgbClr val="C5FD45"/>
    <a:srgbClr val="80FBFD"/>
    <a:srgbClr val="FFE600"/>
    <a:srgbClr val="EB4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57" autoAdjust="0"/>
  </p:normalViewPr>
  <p:slideViewPr>
    <p:cSldViewPr snapToGrid="0" snapToObjects="1" showGuides="1">
      <p:cViewPr varScale="1">
        <p:scale>
          <a:sx n="91" d="100"/>
          <a:sy n="91" d="100"/>
        </p:scale>
        <p:origin x="322" y="91"/>
      </p:cViewPr>
      <p:guideLst/>
    </p:cSldViewPr>
  </p:slideViewPr>
  <p:outlineViewPr>
    <p:cViewPr>
      <p:scale>
        <a:sx n="33" d="100"/>
        <a:sy n="33" d="100"/>
      </p:scale>
      <p:origin x="0" y="-11262"/>
    </p:cViewPr>
  </p:outlineViewPr>
  <p:notesTextViewPr>
    <p:cViewPr>
      <p:scale>
        <a:sx n="50" d="100"/>
        <a:sy n="50" d="100"/>
      </p:scale>
      <p:origin x="0" y="0"/>
    </p:cViewPr>
  </p:notesTextViewPr>
  <p:sorterViewPr>
    <p:cViewPr varScale="1">
      <p:scale>
        <a:sx n="1" d="1"/>
        <a:sy n="1" d="1"/>
      </p:scale>
      <p:origin x="0" y="-22440"/>
    </p:cViewPr>
  </p:sorterViewPr>
  <p:notesViewPr>
    <p:cSldViewPr snapToGrid="0" snapToObjects="1" showGuides="1">
      <p:cViewPr varScale="1">
        <p:scale>
          <a:sx n="79" d="100"/>
          <a:sy n="79" d="100"/>
        </p:scale>
        <p:origin x="2172" y="114"/>
      </p:cViewPr>
      <p:guideLst>
        <p:guide orient="horz" pos="2909"/>
        <p:guide pos="2189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3" Type="http://schemas.openxmlformats.org/officeDocument/2006/relationships/slide" Target="slides/slide1.xml"/><Relationship Id="rId33" Type="http://schemas.openxmlformats.org/officeDocument/2006/relationships/slide" Target="slides/slide3.xml"/><Relationship Id="rId41" Type="http://schemas.openxmlformats.org/officeDocument/2006/relationships/slide" Target="slides/slide8.xml"/><Relationship Id="rId43" Type="http://schemas.openxmlformats.org/officeDocument/2006/relationships/slide" Target="slides/slide2.xml"/><Relationship Id="rId49" Type="http://schemas.openxmlformats.org/officeDocument/2006/relationships/slide" Target="slides/slide7.xml"/><Relationship Id="rId50" Type="http://schemas.openxmlformats.org/officeDocument/2006/relationships/slide" Target="slides/slide9.xml"/><Relationship Id="rId65" Type="http://schemas.openxmlformats.org/officeDocument/2006/relationships/slide" Target="slides/slide4.xml"/><Relationship Id="rId72" Type="http://schemas.openxmlformats.org/officeDocument/2006/relationships/slide" Target="slides/slide10.xml"/><Relationship Id="rId75" Type="http://schemas.openxmlformats.org/officeDocument/2006/relationships/notesMaster" Target="notesMasters/notesMaster1.xml"/><Relationship Id="rId76" Type="http://schemas.openxmlformats.org/officeDocument/2006/relationships/handoutMaster" Target="handoutMasters/handoutMaster1.xml"/><Relationship Id="rId77" Type="http://schemas.openxmlformats.org/officeDocument/2006/relationships/commentAuthors" Target="commentAuthors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Relationship Id="rId82" Type="http://schemas.microsoft.com/office/2018/10/relationships/authors" Target="authors.xml"/><Relationship Id="rId83" Type="http://schemas.openxmlformats.org/officeDocument/2006/relationships/slide" Target="slides/slide5.xml"/><Relationship Id="rId84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F46A4B97-00A5-44E7-B49F-659C8D90A0D8}" type="datetimeFigureOut">
              <a:rPr lang="en-GB" smtClean="0">
                <a:latin typeface="Arial" pitchFamily="34" charset="0"/>
              </a:rPr>
              <a:t>11/07/2026</a:t>
            </a:fld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509B038-C0E1-4257-A8F7-E83797F429AE}" type="datetimeFigureOut">
              <a:rPr lang="en-GB" smtClean="0"/>
              <a:t>11/07/2026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5288" y="692150"/>
            <a:ext cx="615950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5240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03D42-F7B8-A6EC-5181-A06150781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DA807-57CB-9560-2A49-C6E3FE72F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92B68-6058-48E9-0A37-8DA7B69DE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4D17F-BD2E-B335-67D3-5ACB828E5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42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9293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03D42-F7B8-A6EC-5181-A06150781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DA807-57CB-9560-2A49-C6E3FE72F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92B68-6058-48E9-0A37-8DA7B69DE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4D17F-BD2E-B335-67D3-5ACB828E5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43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05431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6" y="369888"/>
            <a:ext cx="11224800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EF5EE-C1B0-CB56-30BC-F2EA02D0DD7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53898BEC-6674-4B10-9A95-1B1E7C9060E3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9B410-713F-D002-C7AD-50375ABC03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77F87-1E81-7C70-C23C-765CF083A3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F851C8EF-1338-D82C-0A79-D82F19A8A652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3827" y="1209871"/>
            <a:ext cx="112248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765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70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3469-5BB8-40A8-9B5D-6AD61965D7D9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82DA146A-5709-F447-3346-204EE5B815A7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3481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2686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39851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A00A-665A-4303-A29D-1ED418210110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DBBCF896-27E0-C01F-F29F-E119A69C26B8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759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85522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4312222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auto">
          <a:xfrm>
            <a:off x="8138670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4839-9649-4B53-A3EA-AC7730617800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222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8670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2598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C4898-07B2-4A34-B4C1-97EA83C388DD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2016125"/>
            <a:ext cx="5610479" cy="4033837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97C4A53-D484-0A91-32DE-DC7DFBC6D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9"/>
            <a:ext cx="5610479" cy="10574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martArt Placeholder 13">
            <a:extLst>
              <a:ext uri="{FF2B5EF4-FFF2-40B4-BE49-F238E27FC236}">
                <a16:creationId xmlns:a16="http://schemas.microsoft.com/office/drawing/2014/main" id="{5E68C722-CAA8-3CF2-F9DD-E5B39ADB52BF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SmartArt Placeholder 14">
            <a:extLst>
              <a:ext uri="{FF2B5EF4-FFF2-40B4-BE49-F238E27FC236}">
                <a16:creationId xmlns:a16="http://schemas.microsoft.com/office/drawing/2014/main" id="{9FAE36C1-9D06-0B3F-8C2C-7956FDBBC48B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6645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6926-A98A-4458-A31F-AAEB45E760CD}" type="datetime3">
              <a:rPr lang="en-US" smtClean="0"/>
              <a:t>11 July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2523291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0886606-7F7C-229B-523F-A51D629D8F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2096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DFDFED0-9426-6F78-EE09-B416D35596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38670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0D1CEB-1876-8DB7-6913-D6F96D953A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5523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344ED76-364E-1538-DFB0-B25FC3D75E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2096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CFE1354-17C3-F8BE-C22A-B4DC2FEEE4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8670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Highlight line 1">
            <a:extLst>
              <a:ext uri="{FF2B5EF4-FFF2-40B4-BE49-F238E27FC236}">
                <a16:creationId xmlns:a16="http://schemas.microsoft.com/office/drawing/2014/main" id="{34F207C9-9A8B-EF87-98D3-1C82E5A73D92}"/>
              </a:ext>
            </a:extLst>
          </p:cNvPr>
          <p:cNvSpPr>
            <a:spLocks noGrp="1"/>
          </p:cNvSpPr>
          <p:nvPr>
            <p:ph type="dgm" sz="quarter" idx="19" hasCustomPrompt="1"/>
          </p:nvPr>
        </p:nvSpPr>
        <p:spPr>
          <a:xfrm>
            <a:off x="485523" y="2386525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Highlight line 2">
            <a:extLst>
              <a:ext uri="{FF2B5EF4-FFF2-40B4-BE49-F238E27FC236}">
                <a16:creationId xmlns:a16="http://schemas.microsoft.com/office/drawing/2014/main" id="{F2F8A8EF-34AC-8909-599F-945923D00AEF}"/>
              </a:ext>
            </a:extLst>
          </p:cNvPr>
          <p:cNvSpPr>
            <a:spLocks noGrp="1"/>
          </p:cNvSpPr>
          <p:nvPr>
            <p:ph type="dgm" sz="quarter" idx="20" hasCustomPrompt="1"/>
          </p:nvPr>
        </p:nvSpPr>
        <p:spPr>
          <a:xfrm>
            <a:off x="4312096" y="2386525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Highlight line 3">
            <a:extLst>
              <a:ext uri="{FF2B5EF4-FFF2-40B4-BE49-F238E27FC236}">
                <a16:creationId xmlns:a16="http://schemas.microsoft.com/office/drawing/2014/main" id="{FAEBBCA3-F771-49F4-C4AD-11D468F96AB6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8138670" y="2386525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364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593C-742F-4ACB-9EDA-A69C3A2A1B41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7AA8680C-DF0E-A59A-1D40-85E5B348B8F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5524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85579B-86BF-EE24-023A-9F648CFE07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4632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514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89568-CF1E-47A1-8D4A-16809EE0BA80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C20394-F6AE-DC91-F7F3-91384D3756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8C26B76-6BF1-741E-77C9-1AE58FAA9D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523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5250BC2-E0E2-741C-128C-67991E7FE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8572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BAB1B720-8C35-31CC-E8BA-A24F76EC23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8572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56EF2-9996-0FB9-D7B0-C8F68A711B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1620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BDC17D8-DC6B-1BF9-23DC-FF6D20C0F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620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DE2BFA5-8DD3-AAE2-BA88-2C21E5EA38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64669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A6334C15-AC9A-3BC9-AC49-BB8588AC06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670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0BA6537A-D367-6DF9-2A2C-F0EF216DD53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7323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1ABE1BD9-533C-1930-8960-4BAE5CA7463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80372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FFEBD01-EBC9-7BDA-3CC5-39B4C8203AA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73420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38869CAE-EFD2-4214-1658-F59F26B2225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66469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032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274D7-F369-4AAB-A2F9-B9A50811F718}" type="datetime3">
              <a:rPr lang="en-US" smtClean="0"/>
              <a:t>11 July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Highlight line 1">
            <a:extLst>
              <a:ext uri="{FF2B5EF4-FFF2-40B4-BE49-F238E27FC236}">
                <a16:creationId xmlns:a16="http://schemas.microsoft.com/office/drawing/2014/main" id="{D638E914-C7FD-199D-8EA9-54168F74DB4B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621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without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657C9-63D2-49CD-83E6-A14162FB84D8}" type="datetime3">
              <a:rPr lang="en-US" smtClean="0"/>
              <a:t>11 July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0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28B2B-ED84-D8B9-C6E0-AF4BC1706BD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8AD6562-534C-460E-9220-88AF17BCBE4D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FBA85-AB9A-E34B-448A-B5BB1CE520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C081B-AFD3-2CFE-BC00-E7A72056889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67D32DCB-72F6-BC64-6A9F-4F444D870309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4377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7"/>
            <a:ext cx="5356800" cy="4638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ED27-72F6-4DF1-9F0D-AE3207A4D1FA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3BFD9291-7C93-C8C3-E865-14F1ED772B4B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sz="800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3862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2688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39853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A9678-3998-4221-9489-94AC1737C9CB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Highlight line 1">
            <a:extLst>
              <a:ext uri="{FF2B5EF4-FFF2-40B4-BE49-F238E27FC236}">
                <a16:creationId xmlns:a16="http://schemas.microsoft.com/office/drawing/2014/main" id="{E5CC5342-66A4-BF03-2DC2-BB34A77EA402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sz="800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80645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77372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9221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E3949-B69A-4036-ABEF-E13ED583B59E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A89EC53-4B4E-25EA-86D3-0A198384FA8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61070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Highlight line 1">
            <a:extLst>
              <a:ext uri="{FF2B5EF4-FFF2-40B4-BE49-F238E27FC236}">
                <a16:creationId xmlns:a16="http://schemas.microsoft.com/office/drawing/2014/main" id="{D8436614-E485-73D8-1866-645F4E1B657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sz="800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1833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77455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9388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57C9-5C93-4E58-8D42-FE341B1F0959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A89EC53-4B4E-25EA-86D3-0A198384FA8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61321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091EC5-9CD6-B52C-F192-1D28C197D5E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85523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F5F74F9-864E-3DD7-6291-763A9D830F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377372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EC6B6C9-6D62-F36C-8404-9E032EF106E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269221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D7F9E8A1-A5A0-CC6C-3FD8-D24AC966E14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61070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B4B85666-74E6-3B59-B428-DA6F69438EFB}"/>
              </a:ext>
            </a:extLst>
          </p:cNvPr>
          <p:cNvSpPr>
            <a:spLocks noGrp="1"/>
          </p:cNvSpPr>
          <p:nvPr>
            <p:ph type="dgm" sz="quarter" idx="20" hasCustomPrompt="1"/>
          </p:nvPr>
        </p:nvSpPr>
        <p:spPr>
          <a:xfrm>
            <a:off x="485775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sz="800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535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5521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2222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138670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DC9-FBF9-4117-BF57-FB1EF1DD1AAF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222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8670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1D1C9E-8438-3A10-53E8-497704D4A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75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36304-4A4F-43F8-8665-AF62D176DEA2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7"/>
            <a:ext cx="5610479" cy="4638673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8C567-2561-2AD2-63FE-0886450D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561047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SmartArt Placeholder 13">
            <a:extLst>
              <a:ext uri="{FF2B5EF4-FFF2-40B4-BE49-F238E27FC236}">
                <a16:creationId xmlns:a16="http://schemas.microsoft.com/office/drawing/2014/main" id="{36E374FE-EF38-20ED-2BF5-CB693F717A11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SmartArt Placeholder 14">
            <a:extLst>
              <a:ext uri="{FF2B5EF4-FFF2-40B4-BE49-F238E27FC236}">
                <a16:creationId xmlns:a16="http://schemas.microsoft.com/office/drawing/2014/main" id="{E7A756FE-60E8-9B30-EBA2-BFCA0731818E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9692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3C260-8204-40D7-BB54-DA19102078EB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3568952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9938" y="0"/>
            <a:ext cx="3802061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119AB-28F4-6336-28B6-59438D27F15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311524" y="1411287"/>
            <a:ext cx="3568952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9361665-A619-0AEE-E8F0-5711C798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7394953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SmartArt Placeholder 13">
            <a:extLst>
              <a:ext uri="{FF2B5EF4-FFF2-40B4-BE49-F238E27FC236}">
                <a16:creationId xmlns:a16="http://schemas.microsoft.com/office/drawing/2014/main" id="{4810EDA4-155A-A258-0118-EFE8D82F818C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SmartArt Placeholder 14">
            <a:extLst>
              <a:ext uri="{FF2B5EF4-FFF2-40B4-BE49-F238E27FC236}">
                <a16:creationId xmlns:a16="http://schemas.microsoft.com/office/drawing/2014/main" id="{FDFC33E0-8D2C-02F1-3F63-6C8E60CA183B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2171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4C59E-718C-47C3-8D13-8A8A2A6017C0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977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5113" y="0"/>
            <a:ext cx="3036886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119AB-28F4-6336-28B6-59438D27F15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3290888" y="1411287"/>
            <a:ext cx="2549525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468690-9C07-32F0-8029-E127A361B770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6117908" y="1411287"/>
            <a:ext cx="2549525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4452E42-0F44-3CC2-78EC-9EE78A1B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82588"/>
            <a:ext cx="8181910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SmartArt Placeholder 13">
            <a:extLst>
              <a:ext uri="{FF2B5EF4-FFF2-40B4-BE49-F238E27FC236}">
                <a16:creationId xmlns:a16="http://schemas.microsoft.com/office/drawing/2014/main" id="{CDF6C7E5-B2CD-8A12-144D-E84B4B13BBE5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SmartArt Placeholder 14">
            <a:extLst>
              <a:ext uri="{FF2B5EF4-FFF2-40B4-BE49-F238E27FC236}">
                <a16:creationId xmlns:a16="http://schemas.microsoft.com/office/drawing/2014/main" id="{9E0B55F5-4343-46A7-2F1A-1F8478175303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75374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A28FD-5139-458C-8BB4-5CABE063094F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7AA8680C-DF0E-A59A-1D40-85E5B348B8F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5524" y="1411287"/>
            <a:ext cx="8160263" cy="4638675"/>
          </a:xfrm>
        </p:spPr>
        <p:txBody>
          <a:bodyPr/>
          <a:lstStyle/>
          <a:p>
            <a:r>
              <a:rPr lang="en-GB" dirty="0"/>
              <a:t>Click icon to add media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85579B-86BF-EE24-023A-9F648CFE07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4632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6215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84D1-1BD5-4E29-9299-646D88205D2B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C20394-F6AE-DC91-F7F3-91384D3756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8C26B76-6BF1-741E-77C9-1AE58FAA9D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523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5250BC2-E0E2-741C-128C-67991E7FE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8661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BAB1B720-8C35-31CC-E8BA-A24F76EC23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8661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56EF2-9996-0FB9-D7B0-C8F68A711B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1799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BDC17D8-DC6B-1BF9-23DC-FF6D20C0F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799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DE2BFA5-8DD3-AAE2-BA88-2C21E5EA38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64936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A6334C15-AC9A-3BC9-AC49-BB8588AC06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937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47795BA7-FED2-3A4E-668F-CA4916635A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7323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AF8E8AE1-116F-1D7C-AFB6-535FEA2ADD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80461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34B1E875-44CC-11CC-E72A-001D464384F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73598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8D314131-1577-B46C-596B-C2AD516D1E6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66736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835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2C1B3-7D36-416C-82D5-2DA170BC535E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1B7BC80A-0B74-DD25-90D5-7D9F71589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07923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F5E5E41-09E4-029C-0E75-C9B547EC8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7923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1A34F1E0-A87C-7178-6538-22253973A9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5523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74E37A4-57E6-2CDF-2A5F-3C554861B7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5523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116B2E5-B73A-D121-0F3D-AD18A29831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07923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EEB861F1-1DCD-AC14-72C5-74E3CBEDCC6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923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2AD0FA3F-F163-4A05-299B-BC661CE2D5A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85523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E5857066-46A9-72C9-EBC1-46A671B0000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07923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18DCA9A-F508-544F-26AE-564194DADC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7923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0057E680-F84B-F640-97B3-1574895E590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85523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7A0A840B-4CD0-8E51-0DB8-CAA8C5CE56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07923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907FD0F3-2EFB-1048-729B-F8D9C5387E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07923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0" name="Picture Placeholder 12">
            <a:extLst>
              <a:ext uri="{FF2B5EF4-FFF2-40B4-BE49-F238E27FC236}">
                <a16:creationId xmlns:a16="http://schemas.microsoft.com/office/drawing/2014/main" id="{8F182A88-FA5D-6BF5-64A4-F27206333D0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85523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0E55779C-A246-7AA1-1246-32F3BAC3E9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99772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AE906D56-BF94-FEC3-DB85-DEC802C0EDF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99772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CF08BE99-68E9-C172-4584-192EAC7EBA2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3377372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61B59087-059A-8552-985C-C458B49492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77372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B80CEAFC-3F56-53A9-7CA1-6FF2EFEA9F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99772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1F927087-C230-38DF-C1BC-D979647576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99772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7" name="Picture Placeholder 12">
            <a:extLst>
              <a:ext uri="{FF2B5EF4-FFF2-40B4-BE49-F238E27FC236}">
                <a16:creationId xmlns:a16="http://schemas.microsoft.com/office/drawing/2014/main" id="{E5B079F2-242E-7156-DFAD-AED073123B53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372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BAD8BB7A-C875-E730-22F2-58BF881807E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99772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428864EC-7BF7-9E3F-14AA-1569F68FDBF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99772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40" name="Picture Placeholder 12">
            <a:extLst>
              <a:ext uri="{FF2B5EF4-FFF2-40B4-BE49-F238E27FC236}">
                <a16:creationId xmlns:a16="http://schemas.microsoft.com/office/drawing/2014/main" id="{01784631-4FDE-2C65-08D2-90389B52BB27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3377372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0154653D-5642-2E90-794A-C1E075F2C19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99772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7B745924-C16B-48BF-AE37-F5CD447BF3B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99772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43" name="Picture Placeholder 12">
            <a:extLst>
              <a:ext uri="{FF2B5EF4-FFF2-40B4-BE49-F238E27FC236}">
                <a16:creationId xmlns:a16="http://schemas.microsoft.com/office/drawing/2014/main" id="{4E35CBCD-AFBE-52EA-7BC2-89F29ED83F88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377372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C6A4FD7C-43FE-CC16-4728-179DD98E56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91621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CCC5923F-9079-4223-BD7D-2ECA17762C8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291621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D730576F-217C-362A-C36F-674299D51B9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6269221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683AAA8B-B0B9-8676-2816-59B9081C344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69221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66FDE5EC-EECA-8ACE-6501-3066CB7FE8A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291621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73D20F87-E90C-42D0-0ED6-6300216BB30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91621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0" name="Picture Placeholder 12">
            <a:extLst>
              <a:ext uri="{FF2B5EF4-FFF2-40B4-BE49-F238E27FC236}">
                <a16:creationId xmlns:a16="http://schemas.microsoft.com/office/drawing/2014/main" id="{03693376-1C6C-F15B-897B-29DF694405E9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269221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77461B86-A1F2-292C-BC4A-3A720C40ECF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291621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2" name="Text Placeholder 9">
            <a:extLst>
              <a:ext uri="{FF2B5EF4-FFF2-40B4-BE49-F238E27FC236}">
                <a16:creationId xmlns:a16="http://schemas.microsoft.com/office/drawing/2014/main" id="{32236890-E7EA-252D-D7B2-D649918B3AD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291621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3" name="Picture Placeholder 12">
            <a:extLst>
              <a:ext uri="{FF2B5EF4-FFF2-40B4-BE49-F238E27FC236}">
                <a16:creationId xmlns:a16="http://schemas.microsoft.com/office/drawing/2014/main" id="{9D7279F8-145F-2BC9-392D-C195932B23E9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69221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38CC5E8C-843D-F801-E86E-74E733EC4AC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291621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1F5E5E23-4BD8-2BF8-132F-46B1EEF1CE4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291621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6" name="Picture Placeholder 12">
            <a:extLst>
              <a:ext uri="{FF2B5EF4-FFF2-40B4-BE49-F238E27FC236}">
                <a16:creationId xmlns:a16="http://schemas.microsoft.com/office/drawing/2014/main" id="{5CD9EB6F-BA12-B7A4-0F8D-EF9271F7223A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269221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23566F37-EF18-0360-14F6-C03B1215951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183471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58D642CD-278F-34F9-CF75-99A7339353C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183471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9" name="Picture Placeholder 12">
            <a:extLst>
              <a:ext uri="{FF2B5EF4-FFF2-40B4-BE49-F238E27FC236}">
                <a16:creationId xmlns:a16="http://schemas.microsoft.com/office/drawing/2014/main" id="{4F6E90F8-DB8A-5E9D-7163-AC30457FEAC0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161070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60" name="Text Placeholder 9">
            <a:extLst>
              <a:ext uri="{FF2B5EF4-FFF2-40B4-BE49-F238E27FC236}">
                <a16:creationId xmlns:a16="http://schemas.microsoft.com/office/drawing/2014/main" id="{7435555B-D553-70C9-B67C-5A661E9585C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1070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61" name="Text Placeholder 9">
            <a:extLst>
              <a:ext uri="{FF2B5EF4-FFF2-40B4-BE49-F238E27FC236}">
                <a16:creationId xmlns:a16="http://schemas.microsoft.com/office/drawing/2014/main" id="{5DB8DE5C-79AE-8E49-DC40-B4E1DDB68BA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0183471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289E0F5F-936F-FA54-01D7-5CD0040D07C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183471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63" name="Picture Placeholder 12">
            <a:extLst>
              <a:ext uri="{FF2B5EF4-FFF2-40B4-BE49-F238E27FC236}">
                <a16:creationId xmlns:a16="http://schemas.microsoft.com/office/drawing/2014/main" id="{11FBE638-0595-F8E5-AFBB-43DC12983672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9161070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64" name="Text Placeholder 9">
            <a:extLst>
              <a:ext uri="{FF2B5EF4-FFF2-40B4-BE49-F238E27FC236}">
                <a16:creationId xmlns:a16="http://schemas.microsoft.com/office/drawing/2014/main" id="{A3352A0C-1A08-FCFC-FF9C-CCA8F22308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183471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5" name="Text Placeholder 9">
            <a:extLst>
              <a:ext uri="{FF2B5EF4-FFF2-40B4-BE49-F238E27FC236}">
                <a16:creationId xmlns:a16="http://schemas.microsoft.com/office/drawing/2014/main" id="{6E261588-76E1-16B7-8374-3F9A28832EF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183471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CAE85F7E-2BA3-3513-9E8B-8B03FE7AAC4C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161070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67" name="Text Placeholder 9">
            <a:extLst>
              <a:ext uri="{FF2B5EF4-FFF2-40B4-BE49-F238E27FC236}">
                <a16:creationId xmlns:a16="http://schemas.microsoft.com/office/drawing/2014/main" id="{7280094F-B199-060D-4D4B-CA4F1BFCF5F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183471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8" name="Text Placeholder 9">
            <a:extLst>
              <a:ext uri="{FF2B5EF4-FFF2-40B4-BE49-F238E27FC236}">
                <a16:creationId xmlns:a16="http://schemas.microsoft.com/office/drawing/2014/main" id="{253E3C85-558C-05C1-155E-0E52AA94351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0183471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69" name="Picture Placeholder 12">
            <a:extLst>
              <a:ext uri="{FF2B5EF4-FFF2-40B4-BE49-F238E27FC236}">
                <a16:creationId xmlns:a16="http://schemas.microsoft.com/office/drawing/2014/main" id="{E5B87C2C-7F36-6D34-D014-54305471A5A7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9161070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70" name="SmartArt Placeholder 7">
            <a:extLst>
              <a:ext uri="{FF2B5EF4-FFF2-40B4-BE49-F238E27FC236}">
                <a16:creationId xmlns:a16="http://schemas.microsoft.com/office/drawing/2014/main" id="{162A8BA6-6F67-C4EB-3430-78F1A0EC0F06}"/>
              </a:ext>
            </a:extLst>
          </p:cNvPr>
          <p:cNvSpPr>
            <a:spLocks noGrp="1"/>
          </p:cNvSpPr>
          <p:nvPr>
            <p:ph type="dgm" sz="quarter" idx="74" hasCustomPrompt="1"/>
          </p:nvPr>
        </p:nvSpPr>
        <p:spPr>
          <a:xfrm>
            <a:off x="485523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1" name="SmartArt Placeholder 7">
            <a:extLst>
              <a:ext uri="{FF2B5EF4-FFF2-40B4-BE49-F238E27FC236}">
                <a16:creationId xmlns:a16="http://schemas.microsoft.com/office/drawing/2014/main" id="{EC5DF0FE-64D1-AB19-CAF1-A390D6492B0D}"/>
              </a:ext>
            </a:extLst>
          </p:cNvPr>
          <p:cNvSpPr>
            <a:spLocks noGrp="1"/>
          </p:cNvSpPr>
          <p:nvPr>
            <p:ph type="dgm" sz="quarter" idx="75" hasCustomPrompt="1"/>
          </p:nvPr>
        </p:nvSpPr>
        <p:spPr>
          <a:xfrm>
            <a:off x="3377372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2" name="SmartArt Placeholder 7">
            <a:extLst>
              <a:ext uri="{FF2B5EF4-FFF2-40B4-BE49-F238E27FC236}">
                <a16:creationId xmlns:a16="http://schemas.microsoft.com/office/drawing/2014/main" id="{60800279-F9E3-EDED-BB35-F73EEF52F830}"/>
              </a:ext>
            </a:extLst>
          </p:cNvPr>
          <p:cNvSpPr>
            <a:spLocks noGrp="1"/>
          </p:cNvSpPr>
          <p:nvPr>
            <p:ph type="dgm" sz="quarter" idx="76" hasCustomPrompt="1"/>
          </p:nvPr>
        </p:nvSpPr>
        <p:spPr>
          <a:xfrm>
            <a:off x="6269221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3" name="SmartArt Placeholder 7">
            <a:extLst>
              <a:ext uri="{FF2B5EF4-FFF2-40B4-BE49-F238E27FC236}">
                <a16:creationId xmlns:a16="http://schemas.microsoft.com/office/drawing/2014/main" id="{1BF95AC1-33EC-C487-C489-B7A97BBB2925}"/>
              </a:ext>
            </a:extLst>
          </p:cNvPr>
          <p:cNvSpPr>
            <a:spLocks noGrp="1"/>
          </p:cNvSpPr>
          <p:nvPr>
            <p:ph type="dgm" sz="quarter" idx="77" hasCustomPrompt="1"/>
          </p:nvPr>
        </p:nvSpPr>
        <p:spPr>
          <a:xfrm>
            <a:off x="9161070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48819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314E7-DDEE-4D06-B617-424C13860159}" type="datetime3">
              <a:rPr lang="en-US" smtClean="0"/>
              <a:t>11 July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Highlight line 1">
            <a:extLst>
              <a:ext uri="{FF2B5EF4-FFF2-40B4-BE49-F238E27FC236}">
                <a16:creationId xmlns:a16="http://schemas.microsoft.com/office/drawing/2014/main" id="{82B2FB72-F2C5-9972-3E89-F35F455D0FAC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53782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without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0FF7D-9C9E-4720-B7AF-86D853AF0452}" type="datetime3">
              <a:rPr lang="en-US" smtClean="0"/>
              <a:t>11 July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992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rainbow&#10;&#10;Description automatically generated">
            <a:extLst>
              <a:ext uri="{FF2B5EF4-FFF2-40B4-BE49-F238E27FC236}">
                <a16:creationId xmlns:a16="http://schemas.microsoft.com/office/drawing/2014/main" id="{317BE7A3-A673-B58A-8BE4-D36A0E590D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81F3BED-E626-F3AE-FF20-A6D76239471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219789D6-6B07-F2E6-06BE-8CA9DC83E385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1140D12-1777-AADD-5351-B92F135ED633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tx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3F57181-8F7C-581D-8E8B-8B2B0CB0518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E8A127C-FDD5-21E9-1FD6-D9B4A7D554FA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F35FD06-DC07-383C-ACE2-7933BCD22180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455015A-145D-7CF9-4597-672713F8B4A9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80675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light in the dark&#10;&#10;Description automatically generated">
            <a:extLst>
              <a:ext uri="{FF2B5EF4-FFF2-40B4-BE49-F238E27FC236}">
                <a16:creationId xmlns:a16="http://schemas.microsoft.com/office/drawing/2014/main" id="{963FEC0B-473D-E3B8-1E1E-E29DFA66AD1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1220A54-6882-53B1-3380-1A61010197C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788DF65-E85A-7EA9-F2BB-B439D5C7EB16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B6421F7-1BA7-70C3-4C7B-0694CD3F9A6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68E9B09-FE70-E913-490B-27400CDE026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tx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tx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8F9C0FF-258E-8363-A5DF-DBEE8F7DBB3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C512783-0C4C-5151-CAE6-146AA9E6F5CD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6DF74BF-1D17-9014-1B6E-93895F45C989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F9AC3AF-EFC6-BFFC-C56B-6DCC6CC17E82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63028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76F31E31-25A6-21A9-5DF2-0E1AA48A3DF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450C8DF-4702-5EBD-26CC-DEBD6800743F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tx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tx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51712FD-9300-4754-120C-13FA331421A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87BB8EC-6C8D-276F-2D5F-057B2E2300D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077F8F2-2AD6-0080-797A-0C80FFAEFEE6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447CE8A-37EB-3F17-0CED-93B3FA7CAE98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A25292E-E104-D48F-8B82-AED824EB6509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79079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4089FD7-604E-6D50-B8E8-386FF8CEA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93808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16936F3-C182-891A-97A0-CF098568C80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65A0015-0244-01BA-67B6-11CDC3C588A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1D5A968-1B24-01BF-95A3-4FCB6124E7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22D456F-2780-F98C-DE5F-2372A03E5777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F1A8A8B-F7CF-C180-B3E6-D7E79D33D8B9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71991EC-BAEE-610D-F5B6-BC793FB3735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00667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A698E1-9315-F464-C75D-F86E6E4A1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D3F6603-D012-19C2-19E4-3C9A6BAA4779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D4A6F943-2F06-F19E-5B75-109F4C044A8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E842E1-A6BC-D328-7C47-CC041C18922E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D5AF6DD-7A60-6C0D-4712-147333F66FBC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A72371-99F2-D052-C5A3-68A496195FCE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06455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EBDC9A-DAD0-DF95-C863-A513F5757B5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882E718-34C5-4345-6EDE-C2A2274567A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5" name="Freeform 23">
              <a:extLst>
                <a:ext uri="{FF2B5EF4-FFF2-40B4-BE49-F238E27FC236}">
                  <a16:creationId xmlns:a16="http://schemas.microsoft.com/office/drawing/2014/main" id="{04769FC2-AA96-BF7D-A57D-6136B16425B4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Freeform 24">
              <a:extLst>
                <a:ext uri="{FF2B5EF4-FFF2-40B4-BE49-F238E27FC236}">
                  <a16:creationId xmlns:a16="http://schemas.microsoft.com/office/drawing/2014/main" id="{018A045E-469B-37B4-66BD-A077F6237FA6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96664EF-CE5B-CE23-BD45-8EBEE44AB5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6DD499C-9F4F-85B2-7CED-8B5892C7AA74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24288A-4174-3DC7-2268-294BCF7472B4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77925CB-5565-D7E0-CA9C-B423DA5657B2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99404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92712F-14F6-2950-E68A-ADC32C53EBC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24F0FAD-7582-E59D-E125-54DD5BA160A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6FA849DF-1D4C-EAF0-08A5-7DDBACD55F3C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AFCBB4D7-2A1F-809A-E4FD-A2FEADA71C98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6CE9ED0-A8F9-201F-B8D4-E7719F6A1A7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4839EC8-BF8D-8EE4-F606-CEE2A03CBD2C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EC72D34-A5B5-3A04-807D-A4539C621A76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33F9E4-7AB9-2619-EE33-D5ABBA23ADA3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30665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E4019ED-5B2C-404F-02EC-797AD0FF10F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6D27708-5BDE-7609-B2E7-5BB669F020F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5" name="Freeform 23">
              <a:extLst>
                <a:ext uri="{FF2B5EF4-FFF2-40B4-BE49-F238E27FC236}">
                  <a16:creationId xmlns:a16="http://schemas.microsoft.com/office/drawing/2014/main" id="{ED53A776-F7E6-4162-5C9C-EBEC582A810E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Freeform 24">
              <a:extLst>
                <a:ext uri="{FF2B5EF4-FFF2-40B4-BE49-F238E27FC236}">
                  <a16:creationId xmlns:a16="http://schemas.microsoft.com/office/drawing/2014/main" id="{AD73404A-FC7B-D657-2C28-CB0C86D6B749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0E09F0-6F36-3CCB-B830-9F7B497C4FA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8A4C3CD-8DDC-D023-1851-A260526E6035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B23B9A3-ECB2-23D6-6117-B089B1FA3213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DEE98FE-B6F7-394F-EA0F-013620E08950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03467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E5DE78-B7B3-7321-F9AE-079289C97DAA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0E3E6A4-E7C7-D8B1-D168-425F837286E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5" name="Freeform 23">
              <a:extLst>
                <a:ext uri="{FF2B5EF4-FFF2-40B4-BE49-F238E27FC236}">
                  <a16:creationId xmlns:a16="http://schemas.microsoft.com/office/drawing/2014/main" id="{68A48E44-3626-12D9-7447-675C0E15D905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Freeform 24">
              <a:extLst>
                <a:ext uri="{FF2B5EF4-FFF2-40B4-BE49-F238E27FC236}">
                  <a16:creationId xmlns:a16="http://schemas.microsoft.com/office/drawing/2014/main" id="{2D5DD4F1-1FCF-E20D-2541-C550DC2B1532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ABEBDFF-ED3A-E888-AD12-6BA94B2A481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BC2A0E5-BD4A-D898-E5C9-D0B314660772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10A528C-196B-EA38-1C48-567C6808C71B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953CEB8-AAB6-262F-570B-0ECADEA0B52C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28389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C7DE68-0AF4-0FBC-E65F-4833641C7EF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E0BD9D2-8DFC-5B4A-B844-B24A38A6307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6E1C76AD-AD2A-6908-C0E9-04C4C1A81DE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CAE00036-4F0B-1437-BB6F-8AC8C14ABDC6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685D981-4029-E7FA-8B11-18D394BA292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BB284A9-7F86-7F5F-FBFB-890629FF0C7B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0E5AB5A-4698-308F-13D4-76EFF3ED9F4F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69E603B-2DE7-EDE4-E8C7-0840DD22DB3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20680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2147BC-BA53-072F-B27C-857DCB3CC434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DBCF8F7-16B2-8025-2163-4CF53707228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6426E6F1-6C8E-DD12-2CA8-4211518D079A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4A734034-5634-67CA-4626-075282D87716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BCC4E4E-DB60-AAA2-30B8-85FB27793E5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754C697-8757-DBD8-0F47-66719448588D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7170ED6-7576-7DC6-7CD2-493AB81FDB32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6BDFD37-5DF4-83FC-13C7-1622C7EA37EB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05337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B5BDB1-ABE4-6C1A-A636-E9D325F7D597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CB428B8-9D15-8754-5228-50D1CDED59D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DABE5942-11DC-26F6-D516-AA89EB12761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05EF7429-9EA5-A77D-C1E8-780C689FEFED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1F71768-B5BE-EB31-9B39-6306726851A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69D4A47-109F-97A9-8BB7-695E2DDB88C4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B5D0788-0739-0A60-6682-4C9C5F88BC55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AB39C3E-36D1-33F0-6E71-5D756B69DE0B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2039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B4372B3-E211-F19D-CBD9-6CEDF871BD0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BCF1D76-2CEC-4E02-ACB7-01F89831CB77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3173B02-1E93-D358-4602-350A7447C7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5E3423F-0FF8-8E54-CEB8-1F15261AFD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3" name="Group 4">
            <a:extLst>
              <a:ext uri="{FF2B5EF4-FFF2-40B4-BE49-F238E27FC236}">
                <a16:creationId xmlns:a16="http://schemas.microsoft.com/office/drawing/2014/main" id="{BD5D0521-4094-9D8B-52E6-631237D5BD0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F3A4557-DC1B-62FA-EE9B-0CB917BAEA5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86BA2D9F-0D2F-D79E-E499-30F4B3FB3E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3FC8F491-4D00-1C16-D6B2-ACD76153663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15969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ADC82D1B-1943-B3BC-B7E9-DADF1458A76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F04263E-9F32-7609-1152-7E305FEBE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863536-16E3-41B3-8EE3-6336C0F15EC9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7F02905-9FFE-65B7-8565-3E827BBAEC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0BD8AE-BB2B-B523-1D74-4E8DBE210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2ACB4367-2799-0576-B281-23496773778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162AF18-04FB-0708-AF33-E552339B930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4BD16F51-032F-C324-8E27-9D3386376CF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ACB3712E-B0C7-5DF8-727F-B342B14E852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77842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A6C92DE9-1F7F-6A8E-389D-FBCE38254A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4B60AF8-644E-A0B2-7653-4332A03759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6F9600-6ED5-4C9A-A224-B4DA76B2A994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66D1FDE-8AD4-4D56-5318-1DD8ED2FCA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0F9161-0A5B-9390-AAC5-925D1AE2AA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AF7C041-0026-0AA4-CDB7-598AF37652E2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3DF9604-9FFE-5366-14B1-6E98FF54FD3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B4DC74D-09B1-00C3-C853-2FCB83D83F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1BCCEAD-5BD2-139C-B8CA-47AA22CF5B9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81874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>
            <a:extLst>
              <a:ext uri="{FF2B5EF4-FFF2-40B4-BE49-F238E27FC236}">
                <a16:creationId xmlns:a16="http://schemas.microsoft.com/office/drawing/2014/main" id="{C8E8709F-6A78-59BB-D254-AE4C7F2A57D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A3F83A6-1D48-7A59-F89B-1AD446292A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FB31CB-384F-4A8F-9510-FCD4F8A771B9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E103D91-874B-B49F-B9D9-85F52EAD81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95BFB4-BABD-DFFF-43A5-9ABB8A6638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270CFE58-C48C-EB78-A7C2-9DAD5AE279F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2F9EF071-FB10-CF45-4D4C-CC7A0F2F44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E95E037-9B68-6C43-6E58-19731A170D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8EF229A-7417-0859-E03A-6DE977AAA53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71246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9B1A0959-0F7F-FF84-F8C5-2E76E9D45F4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A3CE14-CA98-4346-A092-1EF8A638A488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9E60EA83-A995-4505-DF09-49ACD12C00E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9E24CB42-4B4A-FBF9-0318-8441E851EE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2A995D54-A48E-D49D-D858-C351B74BD96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24627D92-7A05-96EE-D2CC-1DCE97AE03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162139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>
            <a:extLst>
              <a:ext uri="{FF2B5EF4-FFF2-40B4-BE49-F238E27FC236}">
                <a16:creationId xmlns:a16="http://schemas.microsoft.com/office/drawing/2014/main" id="{36630E4E-7F64-A84B-6022-F16994E9537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332A259-F8E3-4784-BD8A-EF60F0C6BC42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9696C931-4C81-6F33-3CA2-708B10471C3A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830BE3B6-2EB9-156E-3A7A-7F956DB536C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21EE694-476F-48E9-DBF3-00C4B0D561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B209E70-506F-D144-1E7B-6713638814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4270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>
            <a:extLst>
              <a:ext uri="{FF2B5EF4-FFF2-40B4-BE49-F238E27FC236}">
                <a16:creationId xmlns:a16="http://schemas.microsoft.com/office/drawing/2014/main" id="{0CF60EBF-BB0E-A13F-6F1D-8E03C5FC39A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8AEA00-448F-1217-B10E-ABF6D402B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Introduction text goes here and delete the bullet if not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B67F104-BCCD-4057-9F3C-70C29E057A5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251F1-7BB6-483D-8AA9-8EF84A63B40F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880D4C2-A728-3810-8EAF-6AC78A949BE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B206C2-DFD0-9033-25AE-68BCB50C19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90438EF0-1449-85A8-FBE7-6ACEB03F8A8F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11353AE-2D42-C6F1-6790-6AC38AEF16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53A18AE-475B-441E-3104-964AD83660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5581FA5-36F5-CE9F-B03C-3AE43501256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8D62577-E867-CFB5-4396-A62B9BC976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 marL="914400" indent="-457200">
              <a:defRPr sz="1600">
                <a:solidFill>
                  <a:schemeClr val="tx1"/>
                </a:solidFill>
              </a:defRPr>
            </a:lvl2pPr>
            <a:lvl3pPr marL="914400" indent="-457200">
              <a:defRPr sz="1600">
                <a:solidFill>
                  <a:schemeClr val="tx1"/>
                </a:solidFill>
              </a:defRPr>
            </a:lvl3pPr>
            <a:lvl4pPr marL="914400" indent="-457200">
              <a:defRPr sz="1400">
                <a:solidFill>
                  <a:schemeClr val="tx1"/>
                </a:solidFill>
              </a:defRPr>
            </a:lvl4pPr>
            <a:lvl5pPr marL="914400" indent="-457200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IN" dirty="0"/>
              <a:t>Section header goes here and to insert page numbers use the tab button on the keyboard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2989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right light in the dark&#10;&#10;Description automatically generated">
            <a:extLst>
              <a:ext uri="{FF2B5EF4-FFF2-40B4-BE49-F238E27FC236}">
                <a16:creationId xmlns:a16="http://schemas.microsoft.com/office/drawing/2014/main" id="{C6893964-B096-BBF5-42BC-1EAE055022B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95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855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650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31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75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19C0555-55BD-32D2-B375-0C0BC6641F54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22AE78-E772-4DEF-96E4-D0AB4115C504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AA8F600-C044-B2C2-407F-BE157F6651C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E7CD09-1595-ACE1-D22D-0DB2944898EF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453F1BC-17EA-77B8-592E-FCFE83B19F7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B26ED38-5705-7F09-4DBF-E084B72B07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C5BFB2A-1E13-09AB-7074-98B802DA0A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EF03636-2B32-4286-9F50-04A4BF52226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98241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C39DD3F9-9341-288C-0536-DED981D0E40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947546"/>
            <a:ext cx="11218863" cy="4304030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006E5E-EB55-C43F-A9B4-8DABEB5C23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F0D423-2F6A-40D7-A2CE-8B6843F98C8C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45F7D0D-6905-1D3D-D30A-EBA5E1125CB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363F73-563F-BF23-4175-916ADF6ADD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E0806E92-9CA8-7CD6-8C03-853AAAF9884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F98ACE82-2958-251A-9634-105994D776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A190E6F-E59B-12A9-9497-C41DFEF6B3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B2FA1C3C-0418-38FF-CF34-587CFC0C57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85019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BFF9BC5C-A44C-B902-3ACE-C29AC4CE3E4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947546"/>
            <a:ext cx="11218863" cy="4304030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1B29507-2BB1-EC71-EE9B-8A9EE3F01E0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838CF-E956-4CBC-A657-88B9F9FEF984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046374F-F6C3-5157-DBE0-F11F0D83F9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71B9A51-27B6-2F80-3AE9-7FB1599561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E27BD-46C7-A524-5EB7-8B5FEEA62B74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A4C2A58F-B939-7AED-F76A-0D247C5D6F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41374777-5950-D16E-5C8A-CEEBDD9C5F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6648B71-A102-284C-B1D1-FB11D93E1D1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92374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0F7440-6F42-6C00-68CC-571F93676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2400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000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FFEAF1E-587A-2BBD-24CD-BAC3592390EE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184577-3908-4D44-A0C0-6725FBA36825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C22E0FE-1715-0380-EFE7-5D520713B07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820BCA4-5D74-8EE6-4914-C7C86F87E3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4000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400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solidFill>
                  <a:schemeClr val="tx1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Quote goes here.</a:t>
            </a:r>
          </a:p>
        </p:txBody>
      </p:sp>
      <p:sp>
        <p:nvSpPr>
          <p:cNvPr id="6" name="SmartArt Placeholder 13">
            <a:extLst>
              <a:ext uri="{FF2B5EF4-FFF2-40B4-BE49-F238E27FC236}">
                <a16:creationId xmlns:a16="http://schemas.microsoft.com/office/drawing/2014/main" id="{C175892A-D780-3687-E55F-52F03613966A}"/>
              </a:ext>
            </a:extLst>
          </p:cNvPr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martArt Placeholder 14">
            <a:extLst>
              <a:ext uri="{FF2B5EF4-FFF2-40B4-BE49-F238E27FC236}">
                <a16:creationId xmlns:a16="http://schemas.microsoft.com/office/drawing/2014/main" id="{4A443555-765D-10C7-DCA6-95FCD6943CA2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5848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 dirty="0"/>
              <a:t>Click icon to add media</a:t>
            </a:r>
            <a:endParaRPr lang="en-US" dirty="0"/>
          </a:p>
        </p:txBody>
      </p:sp>
      <p:sp>
        <p:nvSpPr>
          <p:cNvPr id="4" name="Date Placeholder 8">
            <a:extLst>
              <a:ext uri="{FF2B5EF4-FFF2-40B4-BE49-F238E27FC236}">
                <a16:creationId xmlns:a16="http://schemas.microsoft.com/office/drawing/2014/main" id="{2B2A75B8-AC69-234D-6453-3F51196F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3F67A3-D43E-4843-89C3-3ED809E431D3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D1F90C88-74CB-BCA1-B76D-286F3EB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5104006-7F28-1301-537B-8A442233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SmartArt Placeholder 13">
            <a:extLst>
              <a:ext uri="{FF2B5EF4-FFF2-40B4-BE49-F238E27FC236}">
                <a16:creationId xmlns:a16="http://schemas.microsoft.com/office/drawing/2014/main" id="{7EB1D1CC-D315-B6FA-1A39-C605B10441F2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SmartArt Placeholder 14">
            <a:extLst>
              <a:ext uri="{FF2B5EF4-FFF2-40B4-BE49-F238E27FC236}">
                <a16:creationId xmlns:a16="http://schemas.microsoft.com/office/drawing/2014/main" id="{442A224B-11FE-50D1-E5E3-DDE53EB0C4E8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45080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8035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iler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yellow circle&#10;&#10;Description automatically generated with medium confidence">
            <a:extLst>
              <a:ext uri="{FF2B5EF4-FFF2-40B4-BE49-F238E27FC236}">
                <a16:creationId xmlns:a16="http://schemas.microsoft.com/office/drawing/2014/main" id="{0CE0EE1C-69FD-A2A1-0E47-EEBF86AA5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1349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01600"/>
            <a:ext cx="10972800" cy="59436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  <a:latin typeface="EYInterstate Light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Table Placeholder 4">
            <a:extLst>
              <a:ext uri="{FF2B5EF4-FFF2-40B4-BE49-F238E27FC236}">
                <a16:creationId xmlns:a16="http://schemas.microsoft.com/office/drawing/2014/main" id="{C5AC4C92-885D-49C5-B704-597DE68FC006}"/>
              </a:ext>
            </a:extLst>
          </p:cNvPr>
          <p:cNvSpPr txBox="1">
            <a:spLocks/>
          </p:cNvSpPr>
          <p:nvPr userDrawn="1"/>
        </p:nvSpPr>
        <p:spPr>
          <a:xfrm>
            <a:off x="813224" y="1137922"/>
            <a:ext cx="6610006" cy="42674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4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2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endParaRPr kumimoji="0" lang="en-IN" sz="1999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5" name="Line 10">
            <a:extLst>
              <a:ext uri="{FF2B5EF4-FFF2-40B4-BE49-F238E27FC236}">
                <a16:creationId xmlns:a16="http://schemas.microsoft.com/office/drawing/2014/main" id="{04A2E968-DBA8-4BD3-8F8F-9B23825BC4D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2" y="907750"/>
            <a:ext cx="1101171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218B73-555A-4F14-931F-DAE40AC2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4F7F7-7376-4A8F-BC88-154581002E6B}" type="datetime3">
              <a:rPr lang="en-US" smtClean="0"/>
              <a:t>11 July 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FC2ED-0BA0-4018-BDCE-AA7E8B55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49BB1-9F3B-419B-872D-8849B20B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1" y="6516456"/>
            <a:ext cx="884088" cy="123111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795882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rainbow&#10;&#10;Description automatically generated">
            <a:extLst>
              <a:ext uri="{FF2B5EF4-FFF2-40B4-BE49-F238E27FC236}">
                <a16:creationId xmlns:a16="http://schemas.microsoft.com/office/drawing/2014/main" id="{317BE7A3-A673-B58A-8BE4-D36A0E590D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D8D2553-DCAF-2D9D-2138-FE4E794B7FF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219789D6-6B07-F2E6-06BE-8CA9DC83E385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767D4D9-A47B-4020-6B9B-87B081166C8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EYInterstate" panose="0200050302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E15DA5-AD3B-F42C-9F90-41E03DA74BA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285A6A1-4C45-4D21-360C-45A025A8C3A8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D9164CD-BAAE-149D-12D2-AD957CC5B00C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323FA8A-20E5-BBBF-683D-0D9F9C1083B8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90782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light in the dark&#10;&#10;Description automatically generated">
            <a:extLst>
              <a:ext uri="{FF2B5EF4-FFF2-40B4-BE49-F238E27FC236}">
                <a16:creationId xmlns:a16="http://schemas.microsoft.com/office/drawing/2014/main" id="{963FEC0B-473D-E3B8-1E1E-E29DFA66AD1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FB16D98-C784-FAB9-BCBC-EA53480E5BA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788DF65-E85A-7EA9-F2BB-B439D5C7EB16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B6421F7-1BA7-70C3-4C7B-0694CD3F9A6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0E8BD61-2DD9-6340-EB16-98CFEA0A221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E2A67DF-28B1-E2B6-D888-253B803BC80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930F8F5-10E4-3ACE-74FD-68004C6A9CC8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4BE0D9F-983D-7AA4-DE05-CABE1C853B24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2222131-BAC8-30B9-14D4-444B8413D206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58781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76F31E31-25A6-21A9-5DF2-0E1AA48A3DF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5E5ED2-D1BB-AC6E-BF6A-D4BD239F1FE9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D43938-5757-1C8A-B3BA-59EC353FB6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B7B9A11-36F6-150D-9689-1F285012999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FA79165-A103-A92C-B81E-0450D5593C40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9BF7F96-361A-536D-0E37-86D1C0C54310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7418670-9207-62B8-CA3D-AED7B026DC0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98185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EF81A0-CB40-42B3-5E1A-AA5D72BFB4D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4D282E3-E3FA-ACC5-A684-68BE7973AE1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17D3A1D-309B-7B64-A4CB-023CFE74438A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230AF1F-89A7-77C7-CF6A-94213D9F75D9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FE1CC89-50B5-D555-52ED-73F7EB3FD52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46182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FA399-654A-7130-1FF0-0F0197A98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01B256-70C6-9663-9CC6-1F22ADBAE7C3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F6C1D5A-1C3A-FA28-B820-77473DD2C37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0C8B2A2-C944-8A81-B196-6C56B212524F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0E3DC7-07D5-44EF-DBDA-313849A255D0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F7FC04E-7B3D-C608-3A6A-B86EE70631C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320140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67EEE6-F985-2112-F3A8-85F1A04A37B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6D7E4E-2A81-A5AB-16CA-DBCEFBD5914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175F62C-ACB7-B628-70C8-7F02279578E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89A6B6C-0667-B0A9-1DDB-12BF6CDE04B4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4211DEC-70CD-AA64-CA97-2B2EED9A16DA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ADC2D54-DFA7-DD50-9EB9-997C21A6B0B7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749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7E8938-439A-DB5B-B3DF-7EF202013D5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067759-C6C3-3B7B-ABF5-859A6A6352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19F8BF4-8DE0-A541-C439-074C49D1FC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E213CD9-DFE7-CDB8-EC2B-68C65D613EA2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AF9987-8FA5-0288-2952-913544FEBA38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DB011F4-52F2-D63D-62B4-551A0B545057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152806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BA944B-A631-ACF6-36AE-7C814C7A5C9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984E4-95BA-5123-1CFC-48CE97FD819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D10F1C7-0F7C-3E77-D9E5-3A241B32FCA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57DA754-0BBB-5F37-68B2-9F46C9441806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8409072-EC3A-B8A8-2A95-C95691B5343A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11AB0D8-3D01-BB54-2A37-0408D5FF63D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82083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E89320-B084-3AA1-F041-ECD9699F7EF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002E9-E0C8-43F6-867E-B59C9AE9217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31A3892-80EF-2F13-889C-02B2E55572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BD80205-FC57-A852-810D-6C74086E4183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8911994-9FBE-43E7-1E6A-E2CFA82D812D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6554DDD-3D11-756A-44F8-981EED004BC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109209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2E27567-DFCD-709F-AF40-B7A340ECC0FE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C690EE-1BB8-29C6-B9D8-2BD7B4AE078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CE35C7E-712B-7B3D-E75E-DA612AD1E31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3DDDB73-B080-CD2D-C172-3B71EAB02192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0C70E25-FF2B-E637-84B3-4C131AFB4EA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2672F43-1143-C1A4-2A36-5D3DD1426FA0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734880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068369-6C63-44AF-3E4E-30E5F2D1F83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7E7875-967C-8167-6219-7AD2981B3A4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C932CF8-C87E-6945-CAC9-52370BDCF4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A5E7417-8C08-9C1E-6D4A-655F86AE3F76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48081DB-50A6-1A69-9F8F-6BC6A2FA6588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DBDA381-A133-7C6A-9482-DA60265C8701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179916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89752D-8E95-B790-7077-E6201AB412C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D7948-9E7C-1CE1-F28B-D2D349BB86F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FB6F3ED-6C65-79DE-95C4-1FCD54DC60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236DE7D-BE1C-38F4-32B6-26B022E339AE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E719BC9-4258-5DBD-672D-CF6633E576DF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ACB19F1-10C3-F550-B019-EEB4F9920BA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561397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B4372B3-E211-F19D-CBD9-6CEDF871BD0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227367-4990-4CB5-BC91-0B86742CFD26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3173B02-1E93-D358-4602-350A7447C7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5E3423F-0FF8-8E54-CEB8-1F15261AFD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3CF5FC1-8EBA-8F68-D0E5-727D21919CE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AE5FDF1F-8E3A-FB66-7C81-266601DA40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1C765C7-1DD0-DFBB-9089-29849D42BA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50B43463-538D-A50A-4299-A6C5A97376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541970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ADC82D1B-1943-B3BC-B7E9-DADF1458A76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F04263E-9F32-7609-1152-7E305FEBE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C23F665-7DCE-4AC8-9255-45198962C518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7F02905-9FFE-65B7-8565-3E827BBAEC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0BD8AE-BB2B-B523-1D74-4E8DBE210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6C50EF9C-A411-B76F-4417-55EA0CDCAD2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CE13AFD-214E-24E8-0633-0508635B5C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88E5DF2-C2EC-705B-7734-81A5ACCEC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2EF38C94-0C58-F9C8-0963-86769B7977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034487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A6C92DE9-1F7F-6A8E-389D-FBCE38254A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4B60AF8-644E-A0B2-7653-4332A03759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AFC1849-17DB-459D-8F82-7630FEC3884F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66D1FDE-8AD4-4D56-5318-1DD8ED2FCA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0F9161-0A5B-9390-AAC5-925D1AE2AA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DFFE949A-6E9F-DCCB-3981-444F818B70A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E874CEB-2D3F-A7FC-68BB-B1E5B73F85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BE24A05-3707-8B71-381D-4FC6EE679AF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FEF9B997-BE91-43C4-F809-E78685E578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27728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>
            <a:extLst>
              <a:ext uri="{FF2B5EF4-FFF2-40B4-BE49-F238E27FC236}">
                <a16:creationId xmlns:a16="http://schemas.microsoft.com/office/drawing/2014/main" id="{C8E8709F-6A78-59BB-D254-AE4C7F2A57D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A3F83A6-1D48-7A59-F89B-1AD446292A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71BE447-BCDC-4EEC-980D-A27DDD97413D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E103D91-874B-B49F-B9D9-85F52EAD81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95BFB4-BABD-DFFF-43A5-9ABB8A6638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798A70C5-9B3E-7941-E067-8A9791BCF2D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F0F4F06-C9A4-A997-AB67-59B717C137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63C193D-825D-B7A7-F2EF-F53A601001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44996D9C-EDDB-9A0C-B93D-E5808F8C79D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704009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9B1A0959-0F7F-FF84-F8C5-2E76E9D45F4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0B95D1-C1EF-4E09-8CD4-3ADFDE140BB7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2CBC4E2-6D56-5589-38B7-123BB8BE748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8D992E6-EAE7-83CF-5B22-7C7DCDB38DC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DA26C30-C61D-FE6C-E1DC-6A89E2511A9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69AE1E0B-DC05-6DB6-F457-D229556B4C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424105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>
            <a:extLst>
              <a:ext uri="{FF2B5EF4-FFF2-40B4-BE49-F238E27FC236}">
                <a16:creationId xmlns:a16="http://schemas.microsoft.com/office/drawing/2014/main" id="{36630E4E-7F64-A84B-6022-F16994E9537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A24DDF8-32C5-4452-B55F-4A8C15AB0F46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F2D79ED6-4894-2B8B-D862-974AC88E705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F6B658B-99C5-075E-8FBB-F68A5010C4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D5FE3CF-44B0-DC6A-D098-1142A9EF999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B46547D-1401-03DA-C2CC-733F034C79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133321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>
            <a:extLst>
              <a:ext uri="{FF2B5EF4-FFF2-40B4-BE49-F238E27FC236}">
                <a16:creationId xmlns:a16="http://schemas.microsoft.com/office/drawing/2014/main" id="{0CF60EBF-BB0E-A13F-6F1D-8E03C5FC39A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8AEA00-448F-1217-B10E-ABF6D402B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Introduction text goes here and delete the bullet if not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B67F104-BCCD-4057-9F3C-70C29E057A5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10E464A-F9DB-4EEE-9330-F258545ED41D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880D4C2-A728-3810-8EAF-6AC78A949BE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B206C2-DFD0-9033-25AE-68BCB50C19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A244641-8AF5-E5A2-18FB-105E0DDC42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/>
            </a:lvl1pPr>
            <a:lvl2pPr marL="914400" indent="-457200">
              <a:defRPr sz="1600"/>
            </a:lvl2pPr>
            <a:lvl3pPr marL="914400" indent="-457200">
              <a:defRPr sz="1600"/>
            </a:lvl3pPr>
            <a:lvl4pPr marL="914400" indent="-457200">
              <a:defRPr sz="1400"/>
            </a:lvl4pPr>
            <a:lvl5pPr marL="914400" indent="-457200">
              <a:defRPr sz="1400"/>
            </a:lvl5pPr>
          </a:lstStyle>
          <a:p>
            <a:pPr lvl="0"/>
            <a:r>
              <a:rPr lang="en-IN" dirty="0"/>
              <a:t>Section header goes here and to insert page numbers use the tab button on the keyboard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A947DDB-75DB-76B2-ADC5-D93B38D4183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77A9F83-CB8D-4479-6968-8B47D931EEB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6B1C04DF-19FD-1D5D-56C9-211BF50EB2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297F736-140F-E853-3848-EA573A1B3C5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530385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right light in the dark&#10;&#10;Description automatically generated">
            <a:extLst>
              <a:ext uri="{FF2B5EF4-FFF2-40B4-BE49-F238E27FC236}">
                <a16:creationId xmlns:a16="http://schemas.microsoft.com/office/drawing/2014/main" id="{C6893964-B096-BBF5-42BC-1EAE055022B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19C0555-55BD-32D2-B375-0C0BC6641F54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F43A0B76-FA96-4AE1-9E7A-CA773A5CE7F7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AA8F600-C044-B2C2-407F-BE157F6651C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E7CD09-1595-ACE1-D22D-0DB2944898EF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C73356B1-351A-A1D6-028F-C9736D731FF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EE1F1DF-83E2-9910-8487-D0B14E0DA5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6EFBE9B-F67C-6359-549F-FC22A1C483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AEDED04-6A1F-9E39-1C85-4BA396FAFF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787739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C39DD3F9-9341-288C-0536-DED981D0E40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006E5E-EB55-C43F-A9B4-8DABEB5C23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0FDB31C-B2AC-44FE-9195-0148306780F6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45F7D0D-6905-1D3D-D30A-EBA5E1125CB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363F73-563F-BF23-4175-916ADF6ADD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5920F1D-0D06-535C-A00E-C9CA8D25274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8A16D72-94EE-8CC0-084C-EB87F8781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0BB2990-3047-821E-17D7-0DDDFF6CB30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3AEE2A3-1722-B883-C7FC-01A81806B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464262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BFF9BC5C-A44C-B902-3ACE-C29AC4CE3E4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1B29507-2BB1-EC71-EE9B-8A9EE3F01E0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DDB56C-2F99-49E1-A21E-C60A83819F31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046374F-F6C3-5157-DBE0-F11F0D83F9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71B9A51-27B6-2F80-3AE9-7FB1599561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2C0D9E54-A379-A966-154D-4362D29B3307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9CE3A53-E53C-AAAA-CD1C-C8F1C56FA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3FDBF06-36FA-A0E2-B3E6-78DF2439777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584168FE-6E03-EFEE-BF63-87C62DF46A2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222594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086DA-FAB4-D672-5D3E-0B069D2B2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FFEAF1E-587A-2BBD-24CD-BAC3592390EE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083A435D-0067-43E8-93B9-61A52CB8F46B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C22E0FE-1715-0380-EFE7-5D520713B07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820BCA4-5D74-8EE6-4914-C7C86F87E3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2884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Quote goes here.</a:t>
            </a:r>
          </a:p>
        </p:txBody>
      </p:sp>
      <p:sp>
        <p:nvSpPr>
          <p:cNvPr id="15" name="SmartArt Placeholder 13">
            <a:extLst>
              <a:ext uri="{FF2B5EF4-FFF2-40B4-BE49-F238E27FC236}">
                <a16:creationId xmlns:a16="http://schemas.microsoft.com/office/drawing/2014/main" id="{C17B20F9-AA7C-A405-6236-9619CB287E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SmartArt Placeholder 14">
            <a:extLst>
              <a:ext uri="{FF2B5EF4-FFF2-40B4-BE49-F238E27FC236}">
                <a16:creationId xmlns:a16="http://schemas.microsoft.com/office/drawing/2014/main" id="{273647F7-B9AC-34AD-37A2-51B8AB0D58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60152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4" name="Date Placeholder 8">
            <a:extLst>
              <a:ext uri="{FF2B5EF4-FFF2-40B4-BE49-F238E27FC236}">
                <a16:creationId xmlns:a16="http://schemas.microsoft.com/office/drawing/2014/main" id="{2B2A75B8-AC69-234D-6453-3F51196F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fld id="{44C4E7A6-E413-4802-A251-C1ED1804CD5D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D1F90C88-74CB-BCA1-B76D-286F3EB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5104006-7F28-1301-537B-8A442233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SmartArt Placeholder 13">
            <a:extLst>
              <a:ext uri="{FF2B5EF4-FFF2-40B4-BE49-F238E27FC236}">
                <a16:creationId xmlns:a16="http://schemas.microsoft.com/office/drawing/2014/main" id="{C1050600-C16E-B87E-A2FD-AE302C51009E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SmartArt Placeholder 14">
            <a:extLst>
              <a:ext uri="{FF2B5EF4-FFF2-40B4-BE49-F238E27FC236}">
                <a16:creationId xmlns:a16="http://schemas.microsoft.com/office/drawing/2014/main" id="{2358EBAA-AAE1-278D-A8F7-2D66E11CDE43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06334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81333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yellow circle&#10;&#10;Description automatically generated with medium confidence">
            <a:extLst>
              <a:ext uri="{FF2B5EF4-FFF2-40B4-BE49-F238E27FC236}">
                <a16:creationId xmlns:a16="http://schemas.microsoft.com/office/drawing/2014/main" id="{0CE0EE1C-69FD-A2A1-0E47-EEBF86AA5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502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Relationship Id="rId1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0.xml"/><Relationship Id="rId27" Type="http://schemas.openxmlformats.org/officeDocument/2006/relationships/slideLayout" Target="../slideLayouts/slideLayout51.xml"/><Relationship Id="rId28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77.xml"/><Relationship Id="rId2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3827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24pt</a:t>
            </a:r>
            <a:r>
              <a:rPr lang="en-US" dirty="0"/>
              <a:t> for key pull out text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Date Placeholder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0250C1F-BD3B-48A5-B929-1D58369E7B86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7212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4" r:id="rId1"/>
    <p:sldLayoutId id="2147484145" r:id="rId2"/>
    <p:sldLayoutId id="2147484146" r:id="rId3"/>
    <p:sldLayoutId id="2147484147" r:id="rId4"/>
    <p:sldLayoutId id="2147484148" r:id="rId5"/>
    <p:sldLayoutId id="2147484149" r:id="rId6"/>
    <p:sldLayoutId id="2147484150" r:id="rId7"/>
    <p:sldLayoutId id="2147484151" r:id="rId8"/>
    <p:sldLayoutId id="2147484166" r:id="rId9"/>
    <p:sldLayoutId id="2147484152" r:id="rId10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66" orient="horz" pos="550" userDrawn="1">
          <p15:clr>
            <a:srgbClr val="F26B43"/>
          </p15:clr>
        </p15:guide>
        <p15:guide id="67" orient="horz" pos="232" userDrawn="1">
          <p15:clr>
            <a:srgbClr val="F26B43"/>
          </p15:clr>
        </p15:guide>
        <p15:guide id="68" orient="horz" pos="3816" userDrawn="1">
          <p15:clr>
            <a:srgbClr val="F26B43"/>
          </p15:clr>
        </p15:guide>
        <p15:guide id="69" orient="horz" pos="89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16pt</a:t>
            </a:r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16pt</a:t>
            </a:r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14pt</a:t>
            </a:r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14pt</a:t>
            </a:r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12pt</a:t>
            </a:r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12pt</a:t>
            </a:r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11pt</a:t>
            </a:r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10pt</a:t>
            </a:r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20pt for key pull out text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Date Placeholder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7515EF9-41B7-440A-A874-011C64F2FBA5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0442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0" r:id="rId1"/>
    <p:sldLayoutId id="2147484131" r:id="rId2"/>
    <p:sldLayoutId id="2147484132" r:id="rId3"/>
    <p:sldLayoutId id="2147484133" r:id="rId4"/>
    <p:sldLayoutId id="2147484134" r:id="rId5"/>
    <p:sldLayoutId id="2147484135" r:id="rId6"/>
    <p:sldLayoutId id="2147484136" r:id="rId7"/>
    <p:sldLayoutId id="2147484137" r:id="rId8"/>
    <p:sldLayoutId id="2147484138" r:id="rId9"/>
    <p:sldLayoutId id="2147484139" r:id="rId10"/>
    <p:sldLayoutId id="2147484140" r:id="rId11"/>
    <p:sldLayoutId id="2147484141" r:id="rId12"/>
    <p:sldLayoutId id="2147484207" r:id="rId13"/>
    <p:sldLayoutId id="2147484142" r:id="rId14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1" i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2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0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78" userDrawn="1">
          <p15:clr>
            <a:srgbClr val="F26B43"/>
          </p15:clr>
        </p15:guide>
        <p15:guide id="4" pos="302" userDrawn="1">
          <p15:clr>
            <a:srgbClr val="F26B43"/>
          </p15:clr>
        </p15:guide>
        <p15:guide id="50" orient="horz" pos="232" userDrawn="1">
          <p15:clr>
            <a:srgbClr val="F26B43"/>
          </p15:clr>
        </p15:guide>
        <p15:guide id="51" orient="horz" pos="640" userDrawn="1">
          <p15:clr>
            <a:srgbClr val="F26B43"/>
          </p15:clr>
        </p15:guide>
        <p15:guide id="80" orient="horz" pos="3816" userDrawn="1">
          <p15:clr>
            <a:srgbClr val="F26B43"/>
          </p15:clr>
        </p15:guide>
        <p15:guide id="81" orient="horz" pos="89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74E7B3-73BA-6CBF-F361-5C4836CC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">
            <a:extLst>
              <a:ext uri="{FF2B5EF4-FFF2-40B4-BE49-F238E27FC236}">
                <a16:creationId xmlns:a16="http://schemas.microsoft.com/office/drawing/2014/main" id="{F72B6F9D-B29D-E927-36D7-47D67210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505209A-9CC7-459A-A7CE-13339705E87D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F3C10C79-9BC5-0699-5C8C-F8347F46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399062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5" r:id="rId1"/>
    <p:sldLayoutId id="2147484076" r:id="rId2"/>
    <p:sldLayoutId id="2147484078" r:id="rId3"/>
    <p:sldLayoutId id="2147484153" r:id="rId4"/>
    <p:sldLayoutId id="2147484154" r:id="rId5"/>
    <p:sldLayoutId id="2147484116" r:id="rId6"/>
    <p:sldLayoutId id="2147484117" r:id="rId7"/>
    <p:sldLayoutId id="2147484118" r:id="rId8"/>
    <p:sldLayoutId id="2147484111" r:id="rId9"/>
    <p:sldLayoutId id="2147484112" r:id="rId10"/>
    <p:sldLayoutId id="2147484113" r:id="rId11"/>
    <p:sldLayoutId id="2147484114" r:id="rId12"/>
    <p:sldLayoutId id="2147484079" r:id="rId13"/>
    <p:sldLayoutId id="2147484080" r:id="rId14"/>
    <p:sldLayoutId id="2147484082" r:id="rId15"/>
    <p:sldLayoutId id="2147484083" r:id="rId16"/>
    <p:sldLayoutId id="2147484081" r:id="rId17"/>
    <p:sldLayoutId id="2147484155" r:id="rId18"/>
    <p:sldLayoutId id="2147484004" r:id="rId19"/>
    <p:sldLayoutId id="2147483984" r:id="rId20"/>
    <p:sldLayoutId id="2147484041" r:id="rId21"/>
    <p:sldLayoutId id="2147484084" r:id="rId22"/>
    <p:sldLayoutId id="2147484028" r:id="rId23"/>
    <p:sldLayoutId id="2147484014" r:id="rId24"/>
    <p:sldLayoutId id="2147484019" r:id="rId25"/>
    <p:sldLayoutId id="2147484208" r:id="rId26"/>
    <p:sldLayoutId id="2147484236" r:id="rId27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48" orient="horz" pos="527" userDrawn="1">
          <p15:clr>
            <a:srgbClr val="F26B43"/>
          </p15:clr>
        </p15:guide>
        <p15:guide id="57" orient="horz" pos="890" userDrawn="1">
          <p15:clr>
            <a:srgbClr val="F26B43"/>
          </p15:clr>
        </p15:guide>
        <p15:guide id="78" orient="horz" pos="3816" userDrawn="1">
          <p15:clr>
            <a:srgbClr val="F26B43"/>
          </p15:clr>
        </p15:guide>
        <p15:guide id="79" orient="horz" pos="232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74E7B3-73BA-6CBF-F361-5C4836CC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">
            <a:extLst>
              <a:ext uri="{FF2B5EF4-FFF2-40B4-BE49-F238E27FC236}">
                <a16:creationId xmlns:a16="http://schemas.microsoft.com/office/drawing/2014/main" id="{F72B6F9D-B29D-E927-36D7-47D67210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237C16-C15A-4902-A3D7-A5F24B02ABAA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F3C10C79-9BC5-0699-5C8C-F8347F46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2569974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0" r:id="rId1"/>
    <p:sldLayoutId id="2147484211" r:id="rId2"/>
    <p:sldLayoutId id="2147484212" r:id="rId3"/>
    <p:sldLayoutId id="2147484213" r:id="rId4"/>
    <p:sldLayoutId id="2147484214" r:id="rId5"/>
    <p:sldLayoutId id="2147484215" r:id="rId6"/>
    <p:sldLayoutId id="2147484216" r:id="rId7"/>
    <p:sldLayoutId id="2147484217" r:id="rId8"/>
    <p:sldLayoutId id="2147484218" r:id="rId9"/>
    <p:sldLayoutId id="2147484219" r:id="rId10"/>
    <p:sldLayoutId id="2147484220" r:id="rId11"/>
    <p:sldLayoutId id="2147484221" r:id="rId12"/>
    <p:sldLayoutId id="2147484222" r:id="rId13"/>
    <p:sldLayoutId id="2147484223" r:id="rId14"/>
    <p:sldLayoutId id="2147484224" r:id="rId15"/>
    <p:sldLayoutId id="2147484225" r:id="rId16"/>
    <p:sldLayoutId id="2147484226" r:id="rId17"/>
    <p:sldLayoutId id="2147484227" r:id="rId18"/>
    <p:sldLayoutId id="2147484228" r:id="rId19"/>
    <p:sldLayoutId id="2147484229" r:id="rId20"/>
    <p:sldLayoutId id="2147484230" r:id="rId21"/>
    <p:sldLayoutId id="2147484231" r:id="rId22"/>
    <p:sldLayoutId id="2147484232" r:id="rId23"/>
    <p:sldLayoutId id="2147484233" r:id="rId24"/>
    <p:sldLayoutId id="2147484234" r:id="rId25"/>
    <p:sldLayoutId id="2147484235" r:id="rId26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24EC9AE-4193-8096-0CD0-C65B7D14D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EY cost proposal to Conservation International, RFP 0032026</a:t>
            </a:r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D369242-9032-FA49-40E3-3539D4DAF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/>
          <a:lstStyle/>
          <a:p>
            <a:r>
              <a:rPr lang="en-US" dirty="0"/>
              <a:t>Cost proposal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2B6E94-7EFF-F4AF-6DEE-D59791BE0B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19 September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28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79FD6-BFA1-9180-458F-77A554B8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6BB5B2ED-FD95-37D0-2AF6-A50F983B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 dirty="0"/>
              <a:t>A fixed price, built bottom-up from the work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210A1D-2049-FBA0-6FBE-C2FA8F04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9FAC3A-BBBC-5EE4-A61B-3C1DAB1D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EF481A-EF7F-9AFC-E323-BBF4687EA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673E48B5-E68E-DFBB-8F6F-63A015DF6E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 sz="4000"/>
              <a:t>US$40,000</a:t>
            </a:r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06984546-7745-2EE1-B3A9-1264EDF508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 sz="4000"/>
              <a:t>58 days</a:t>
            </a:r>
            <a:endParaRPr lang="en-US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49D765C3-33AC-6688-E571-D14059EBDE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 sz="4000"/>
              <a:t>US$621</a:t>
            </a:r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03958826-6C86-BFDB-9076-CE9D431E7D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 sz="1300"/>
              <a:t>fixed price for the full scope over 12 weeks, all-inclusive of profit, fees and taxes, with no cost sought after award</a:t>
            </a:r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31C4A349-BAAF-6440-76A8-6DF59EDD2F4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 sz="1300"/>
              <a:t>of professional effort across six roles, each mapped to a named activity and then to one of the four deliverables</a:t>
            </a:r>
            <a:endParaRPr lang="en-US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42290DAE-21F2-D35B-E08C-8298AA5A7E5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 sz="1300"/>
              <a:t>blended rate per day, derived from the effort model and the published ceiling rather than from a rate card</a:t>
            </a:r>
            <a:endParaRPr lang="en-US"/>
          </a:p>
        </p:txBody>
      </p:sp>
      <p:sp>
        <p:nvSpPr>
          <p:cNvPr id="51" name="SmartArt Placeholder 50">
            <a:extLst>
              <a:ext uri="{FF2B5EF4-FFF2-40B4-BE49-F238E27FC236}">
                <a16:creationId xmlns:a16="http://schemas.microsoft.com/office/drawing/2014/main" id="{CA444032-0260-54B5-3BDA-5068A668C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2" name="SmartArt Placeholder 51">
            <a:extLst>
              <a:ext uri="{FF2B5EF4-FFF2-40B4-BE49-F238E27FC236}">
                <a16:creationId xmlns:a16="http://schemas.microsoft.com/office/drawing/2014/main" id="{F6EF199A-7659-D42D-3FE6-C007204D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3" name="SmartArt Placeholder 52">
            <a:extLst>
              <a:ext uri="{FF2B5EF4-FFF2-40B4-BE49-F238E27FC236}">
                <a16:creationId xmlns:a16="http://schemas.microsoft.com/office/drawing/2014/main" id="{AC6E96DD-E5E5-0DC8-8C1E-46073B3CD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6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71CD63-FC97-CE19-7625-ED1579550EF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5775" y="1947863"/>
            <a:ext cx="11218863" cy="430371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The scope was sized to the budget, not the other way round.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E25031-95DE-7CF5-05BC-19280453211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0FFDA0A-0CED-CDF7-0686-0BE98396E8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F0108C-1AE1-79C2-215A-64C281B1EE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53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9CAA1-9B0B-454A-0A8D-AE0F921DA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 dirty="0"/>
              <a:t>Professional fees by role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6691FD-6A97-0A08-B26B-E49F13FCB5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F2FA66-9774-37D8-58B6-AD05628F6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F323D-640E-76BE-66F9-AE79B156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58</a:t>
            </a:fld>
            <a:endParaRPr lang="en-US"/>
          </a:p>
        </p:txBody>
      </p:sp>
      <p:graphicFrame>
        <p:nvGraphicFramePr>
          <p:cNvPr id="7" name="Content Placeholder 20">
            <a:extLst>
              <a:ext uri="{FF2B5EF4-FFF2-40B4-BE49-F238E27FC236}">
                <a16:creationId xmlns:a16="http://schemas.microsoft.com/office/drawing/2014/main" id="{96983F7D-898E-7631-9E09-FC93CE1F21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9976498"/>
              </p:ext>
            </p:extLst>
          </p:nvPr>
        </p:nvGraphicFramePr>
        <p:xfrm>
          <a:off x="485524" y="1411288"/>
          <a:ext cx="11228830" cy="2450592"/>
        </p:xfrm>
        <a:graphic>
          <a:graphicData uri="http://schemas.openxmlformats.org/drawingml/2006/table">
            <a:tbl>
              <a:tblPr firstRow="1" bandRow="1"/>
              <a:tblGrid>
                <a:gridCol w="5477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8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1">
                          <a:solidFill>
                            <a:srgbClr val="1A1A24"/>
                          </a:solidFill>
                        </a:rPr>
                        <a:t>Role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b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1">
                          <a:solidFill>
                            <a:srgbClr val="1A1A24"/>
                          </a:solidFill>
                        </a:rPr>
                        <a:t>Days</a:t>
                      </a:r>
                    </a:p>
                  </a:txBody>
                  <a:tcPr anchor="b" marL="64008" marR="64008" marT="41148" marB="411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1">
                          <a:solidFill>
                            <a:srgbClr val="1A1A24"/>
                          </a:solidFill>
                        </a:rPr>
                        <a:t>Rate US$ per day</a:t>
                      </a:r>
                    </a:p>
                  </a:txBody>
                  <a:tcPr anchor="b" marL="64008" marR="64008" marT="41148" marB="411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1">
                          <a:solidFill>
                            <a:srgbClr val="1A1A24"/>
                          </a:solidFill>
                        </a:rPr>
                        <a:t>Total US$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b" marL="64008" marR="64008" marT="41148" marB="411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>Engagement partner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1,100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5,500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>Engagement manager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16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725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11,600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>Senior consultant, business models and finance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13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575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7,475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>Consultant, research and analysis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19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375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7,125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>Adviser, destination branding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900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2,700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>Adviser, conservation and protected-area tourism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800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1,600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1">
                          <a:solidFill>
                            <a:srgbClr val="1A1A24"/>
                          </a:solidFill>
                        </a:rPr>
                        <a:t>Total professional fees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58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/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36,000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ource citation"/>
          <p:cNvSpPr txBox="1"/>
          <p:nvPr/>
        </p:nvSpPr>
        <p:spPr>
          <a:xfrm>
            <a:off x="484632" y="6144768"/>
            <a:ext cx="112288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747480"/>
                </a:solidFill>
              </a:rPr>
              <a:t>The rate card is not among the inputs used to build this proposal, so nothing is claimed here about how these rates compare to it. [[TO CONFIRM: EY Africa rate card and internal approval of these rates.]]</a:t>
            </a:r>
          </a:p>
        </p:txBody>
      </p:sp>
    </p:spTree>
    <p:extLst>
      <p:ext uri="{BB962C8B-B14F-4D97-AF65-F5344CB8AC3E}">
        <p14:creationId xmlns:p14="http://schemas.microsoft.com/office/powerpoint/2010/main" val="2279536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9CAA1-9B0B-454A-0A8D-AE0F921DA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 dirty="0"/>
              <a:t>Direct costs, all four of them named and necessary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6691FD-6A97-0A08-B26B-E49F13FCB5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F2FA66-9774-37D8-58B6-AD05628F6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F323D-640E-76BE-66F9-AE79B156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58</a:t>
            </a:fld>
            <a:endParaRPr lang="en-US"/>
          </a:p>
        </p:txBody>
      </p:sp>
      <p:graphicFrame>
        <p:nvGraphicFramePr>
          <p:cNvPr id="7" name="Content Placeholder 20">
            <a:extLst>
              <a:ext uri="{FF2B5EF4-FFF2-40B4-BE49-F238E27FC236}">
                <a16:creationId xmlns:a16="http://schemas.microsoft.com/office/drawing/2014/main" id="{96983F7D-898E-7631-9E09-FC93CE1F21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9976498"/>
              </p:ext>
            </p:extLst>
          </p:nvPr>
        </p:nvGraphicFramePr>
        <p:xfrm>
          <a:off x="485524" y="1411288"/>
          <a:ext cx="11228830" cy="1828800"/>
        </p:xfrm>
        <a:graphic>
          <a:graphicData uri="http://schemas.openxmlformats.org/drawingml/2006/table">
            <a:tbl>
              <a:tblPr firstRow="1" bandRow="1"/>
              <a:tblGrid>
                <a:gridCol w="4850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6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66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1">
                          <a:solidFill>
                            <a:srgbClr val="1A1A24"/>
                          </a:solidFill>
                        </a:rPr>
                        <a:t>Line item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b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1">
                          <a:solidFill>
                            <a:srgbClr val="1A1A24"/>
                          </a:solidFill>
                        </a:rPr>
                        <a:t>Unit</a:t>
                      </a:r>
                    </a:p>
                  </a:txBody>
                  <a:tcPr anchor="b" marL="64008" marR="64008" marT="41148" marB="411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1">
                          <a:solidFill>
                            <a:srgbClr val="1A1A24"/>
                          </a:solidFill>
                        </a:rPr>
                        <a:t>Qty</a:t>
                      </a:r>
                    </a:p>
                  </a:txBody>
                  <a:tcPr anchor="b" marL="64008" marR="64008" marT="41148" marB="411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1">
                          <a:solidFill>
                            <a:srgbClr val="1A1A24"/>
                          </a:solidFill>
                        </a:rPr>
                        <a:t>Unit price US$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b" marL="64008" marR="64008" marT="41148" marB="411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1">
                          <a:solidFill>
                            <a:srgbClr val="1A1A24"/>
                          </a:solidFill>
                        </a:rPr>
                        <a:t>Total US$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b" marL="64008" marR="64008" marT="41148" marB="411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>Market reports, datasets and database access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>Purchase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350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1,400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>Specialist translation of non-English primary sources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>Word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10,000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0.10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1,000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>Interview transcription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>Interview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16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35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560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>Report and presentation design and production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>Hour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16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65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1,040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1">
                          <a:solidFill>
                            <a:srgbClr val="1A1A24"/>
                          </a:solidFill>
                        </a:rPr>
                        <a:t>Total direct costs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/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/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/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4,000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ource citation"/>
          <p:cNvSpPr txBox="1"/>
          <p:nvPr/>
        </p:nvSpPr>
        <p:spPr>
          <a:xfrm>
            <a:off x="484632" y="6144768"/>
            <a:ext cx="112288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747480"/>
                </a:solidFill>
              </a:rPr>
              <a:t>No travel, accommodation or subsistence is included. The RFP states the assignment is desk-based and requires no travel.</a:t>
            </a:r>
          </a:p>
        </p:txBody>
      </p:sp>
    </p:spTree>
    <p:extLst>
      <p:ext uri="{BB962C8B-B14F-4D97-AF65-F5344CB8AC3E}">
        <p14:creationId xmlns:p14="http://schemas.microsoft.com/office/powerpoint/2010/main" val="2279536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9CAA1-9B0B-454A-0A8D-AE0F921DA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 dirty="0"/>
              <a:t>Effort and payment follow the four contractual deliverables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6691FD-6A97-0A08-B26B-E49F13FCB5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F2FA66-9774-37D8-58B6-AD05628F6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F323D-640E-76BE-66F9-AE79B156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58</a:t>
            </a:fld>
            <a:endParaRPr lang="en-US"/>
          </a:p>
        </p:txBody>
      </p:sp>
      <p:graphicFrame>
        <p:nvGraphicFramePr>
          <p:cNvPr id="7" name="Content Placeholder 20">
            <a:extLst>
              <a:ext uri="{FF2B5EF4-FFF2-40B4-BE49-F238E27FC236}">
                <a16:creationId xmlns:a16="http://schemas.microsoft.com/office/drawing/2014/main" id="{96983F7D-898E-7631-9E09-FC93CE1F21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9976498"/>
              </p:ext>
            </p:extLst>
          </p:nvPr>
        </p:nvGraphicFramePr>
        <p:xfrm>
          <a:off x="485524" y="1411288"/>
          <a:ext cx="11228829" cy="1828800"/>
        </p:xfrm>
        <a:graphic>
          <a:graphicData uri="http://schemas.openxmlformats.org/drawingml/2006/table">
            <a:tbl>
              <a:tblPr firstRow="1" bandRow="1"/>
              <a:tblGrid>
                <a:gridCol w="4747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9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0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06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1">
                          <a:solidFill>
                            <a:srgbClr val="1A1A24"/>
                          </a:solidFill>
                        </a:rPr>
                        <a:t>Deliverable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b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1">
                          <a:solidFill>
                            <a:srgbClr val="1A1A24"/>
                          </a:solidFill>
                        </a:rPr>
                        <a:t>Week</a:t>
                      </a:r>
                    </a:p>
                  </a:txBody>
                  <a:tcPr anchor="b" marL="64008" marR="64008" marT="41148" marB="411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1">
                          <a:solidFill>
                            <a:srgbClr val="1A1A24"/>
                          </a:solidFill>
                        </a:rPr>
                        <a:t>Days</a:t>
                      </a:r>
                    </a:p>
                  </a:txBody>
                  <a:tcPr anchor="b" marL="64008" marR="64008" marT="41148" marB="411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1">
                          <a:solidFill>
                            <a:srgbClr val="1A1A24"/>
                          </a:solidFill>
                        </a:rPr>
                        <a:t>Share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b" marL="64008" marR="64008" marT="41148" marB="411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1">
                          <a:solidFill>
                            <a:srgbClr val="1A1A24"/>
                          </a:solidFill>
                        </a:rPr>
                        <a:t>%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b" marL="64008" marR="64008" marT="41148" marB="411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1">
                          <a:solidFill>
                            <a:srgbClr val="1A1A24"/>
                          </a:solidFill>
                        </a:rPr>
                        <a:t>US$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b" marL="64008" marR="64008" marT="41148" marB="411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>Inception report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12%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10%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4,000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>Draft situational analysis and best practice assessment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19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33%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30%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12,000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>Draft report and presentation on brand delivery models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22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38%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35%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14,000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0">
                          <a:solidFill>
                            <a:srgbClr val="1A1A24"/>
                          </a:solidFill>
                        </a:rPr>
                        <a:t>Final report, next steps and Terms of Reference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12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17%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25%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10,000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200" b="1">
                          <a:solidFill>
                            <a:srgbClr val="1A1A24"/>
                          </a:solidFill>
                        </a:rPr>
                        <a:t>Total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/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58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100%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100%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r"/>
                      <a:r>
                        <a:rPr sz="1200" b="0">
                          <a:solidFill>
                            <a:srgbClr val="1A1A24"/>
                          </a:solidFill>
                        </a:rPr>
                        <a:t>40,000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ource citation"/>
          <p:cNvSpPr txBox="1"/>
          <p:nvPr/>
        </p:nvSpPr>
        <p:spPr>
          <a:xfrm>
            <a:off x="484632" y="6144768"/>
            <a:ext cx="112288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747480"/>
                </a:solidFill>
              </a:rPr>
              <a:t>No more than 10% sits on the inception report, as the RFP requires. Ninety per cent of the price is released only after CI has accepted substantive analysis.</a:t>
            </a:r>
          </a:p>
        </p:txBody>
      </p:sp>
    </p:spTree>
    <p:extLst>
      <p:ext uri="{BB962C8B-B14F-4D97-AF65-F5344CB8AC3E}">
        <p14:creationId xmlns:p14="http://schemas.microsoft.com/office/powerpoint/2010/main" val="2279536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BCCCF-00D2-C07E-FF24-BDDE2C4B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46E798-1B30-97BA-87F0-14DFF758A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US" dirty="0"/>
              <a:t>What the budget narrative has to explain, and does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8AB5DF5-8656-0B56-BFEF-283E5DB726A1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 sz="1500"/>
              <a:t>The RFP requires an explanation of the basis of every cost element, so each line is justified against the work it buys.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500"/>
              <a:t>Partner days sit where partner time changes the answer: kick-off, the week 7 screening, the recommendation, the week 10 presentation and final sign-off.</a:t>
            </a:r>
          </a:p>
          <a:p>
            <a:pPr lvl="1">
              <a:spcAft>
                <a:spcPts val="600"/>
              </a:spcAft>
            </a:pPr>
            <a:r>
              <a:rPr b="0" sz="1500"/>
              <a:t>The consultant carries the largest day count because source verification and the 13 deep-dives are the largest single task.</a:t>
            </a:r>
          </a:p>
          <a:p>
            <a:pPr lvl="1">
              <a:spcAft>
                <a:spcPts val="600"/>
              </a:spcAft>
            </a:pPr>
            <a:r>
              <a:rPr b="0" sz="1500"/>
              <a:t>Activity Three is costed rather than absorbed: 4 of the 10 days on deliverable 4 cover the implementation path and the Terms of Reference.</a:t>
            </a:r>
          </a:p>
          <a:p>
            <a:pPr lvl="1">
              <a:spcAft>
                <a:spcPts val="600"/>
              </a:spcAft>
            </a:pPr>
            <a:r>
              <a:rPr b="0" sz="1500"/>
              <a:t>One consolidated CI comment round on each draft is carried inside the figures, because acceptance is the stated criterion for both.</a:t>
            </a:r>
          </a:p>
          <a:p>
            <a:pPr lvl="1">
              <a:spcAft>
                <a:spcPts val="600"/>
              </a:spcAft>
            </a:pPr>
            <a:r>
              <a:rPr b="0" sz="1500"/>
              <a:t>There is no contingency line. The price is fixed and scope risk sits with EY.</a:t>
            </a:r>
          </a:p>
        </p:txBody>
      </p:sp>
      <p:sp>
        <p:nvSpPr>
          <p:cNvPr id="10" name="SmartArt Placeholder 9">
            <a:extLst>
              <a:ext uri="{FF2B5EF4-FFF2-40B4-BE49-F238E27FC236}">
                <a16:creationId xmlns:a16="http://schemas.microsoft.com/office/drawing/2014/main" id="{09FF333F-218A-8C98-3152-87EAB1FC0D03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23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8D36B-0949-B701-B4D7-6045D4F4B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 dirty="0"/>
              <a:t>Why this represents value, beyond being inside the ceiling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B778F29B-A49C-4E6C-D71A-BCDB176ED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400"/>
              <a:t>CI is not paying for the starting line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400"/>
              <a:t>EY completed the 31-benchmark scan before this proposal was written and at its own cost.</a:t>
            </a:r>
          </a:p>
          <a:p>
            <a:pPr lvl="1">
              <a:spcAft>
                <a:spcPts val="600"/>
              </a:spcAft>
            </a:pPr>
            <a:r>
              <a:rPr b="0" sz="1400"/>
              <a:t>That contribution is why a 58-day programme can carry 13 deep-dives, 16 interviews and four elaborated options.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476E074D-3295-0B7E-1CEB-1209CE06275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400"/>
              <a:t>Every line is auditable arithmetic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400"/>
              <a:t>Unit price times quantity, days mapped to named roles and then to the four deliverables, and a total that reconciles exactly.</a:t>
            </a:r>
          </a:p>
          <a:p>
            <a:pPr lvl="1">
              <a:spcAft>
                <a:spcPts val="600"/>
              </a:spcAft>
            </a:pPr>
            <a:r>
              <a:rPr b="0" sz="1400"/>
              <a:t>There is no lump sum standing in for a calculation.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8E8C31EA-8894-D82F-2166-21D530B3C54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400"/>
              <a:t>Risk sits with EY, not CI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400"/>
              <a:t>The price is fixed and all-inclusive, and no cost can be added after award.</a:t>
            </a:r>
          </a:p>
          <a:p>
            <a:pPr lvl="1">
              <a:spcAft>
                <a:spcPts val="600"/>
              </a:spcAft>
            </a:pPr>
            <a:r>
              <a:rPr b="0" sz="1400"/>
              <a:t>Any transaction tax that proves chargeable is absorbed within the total rather than added to it.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E492B-7132-2B62-30F7-BB52071F6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1AD58B-D0F3-23FE-12BF-F3345D6455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DFEB1-D48D-8B7F-CE2F-1085A129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27" name="SmartArt Placeholder 26">
            <a:extLst>
              <a:ext uri="{FF2B5EF4-FFF2-40B4-BE49-F238E27FC236}">
                <a16:creationId xmlns:a16="http://schemas.microsoft.com/office/drawing/2014/main" id="{BF96E43A-E4D4-D153-CA69-63AADD2BE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4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BCCCF-00D2-C07E-FF24-BDDE2C4B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46E798-1B30-97BA-87F0-14DFF758A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US" dirty="0"/>
              <a:t>Tax treatment and the assumptions the price holds 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499266D-9BE1-0A4B-AC11-D753CF671F67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400"/>
              <a:t>Taxes</a:t>
            </a:r>
            <a:endParaRPr lang="en-US" dirty="0"/>
          </a:p>
          <a:p>
            <a:pPr lvl="1">
              <a:spcAft>
                <a:spcPts val="600"/>
              </a:spcAft>
            </a:pPr>
            <a:r>
              <a:rPr b="0" sz="1400"/>
              <a:t>The expected treatment is that services supplied by a South African EY entity to CI, as a non-resident of South Africa, are zero-rated for South African VAT as exported services.</a:t>
            </a:r>
          </a:p>
          <a:p>
            <a:pPr lvl="1">
              <a:spcAft>
                <a:spcPts val="600"/>
              </a:spcAft>
            </a:pPr>
            <a:r>
              <a:rPr b="0" sz="1400"/>
              <a:t>That turns on CI's contracting entity and its country of registration, neither of which is stated in the RFP.</a:t>
            </a:r>
          </a:p>
          <a:p>
            <a:pPr lvl="1">
              <a:spcAft>
                <a:spcPts val="600"/>
              </a:spcAft>
            </a:pPr>
            <a:r>
              <a:rPr b="0" sz="1400">
                <a:highlight>
                  <a:srgbClr val="FFE600"/>
                </a:highlight>
              </a:rPr>
              <a:t>[[TO CONFIRM: EY tax to confirm the VAT and withholding position.]]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B198DE-1E08-F748-4CD9-6B0E7A9C26D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400"/>
              <a:t>Assumptions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400"/>
              <a:t>Desk-based with no travel, and all interviews and presentations run virtually.</a:t>
            </a:r>
          </a:p>
          <a:p>
            <a:pPr lvl="1">
              <a:spcAft>
                <a:spcPts val="600"/>
              </a:spcAft>
            </a:pPr>
            <a:r>
              <a:rPr b="0" sz="1400"/>
              <a:t>CI supplies the list of 15 priority areas and the stakeholder contacts at inception, and brokers introductions in week 1.</a:t>
            </a:r>
          </a:p>
          <a:p>
            <a:pPr lvl="1">
              <a:spcAft>
                <a:spcPts val="600"/>
              </a:spcAft>
            </a:pPr>
            <a:r>
              <a:rPr b="0" sz="1400"/>
              <a:t>One consolidated comment round on each draft, within the agreed windows.</a:t>
            </a:r>
          </a:p>
          <a:p>
            <a:pPr lvl="1">
              <a:spcAft>
                <a:spcPts val="600"/>
              </a:spcAft>
            </a:pPr>
            <a:r>
              <a:rPr b="0" sz="1400"/>
              <a:t>Deliverables in English; the stakeholder presentation delivered twice, both virtually.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E5E68A-263F-3489-531A-D97FB95E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A56336-1969-92A6-CD25-C19AC060B2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274A9-F127-87E0-F01B-E08C78E1A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12" name="SmartArt Placeholder 11">
            <a:extLst>
              <a:ext uri="{FF2B5EF4-FFF2-40B4-BE49-F238E27FC236}">
                <a16:creationId xmlns:a16="http://schemas.microsoft.com/office/drawing/2014/main" id="{F07D91A2-BF49-D4A3-BB11-D25BAB9C1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32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583EFC-AA0D-E31B-0531-2E686677268A}"/>
              </a:ext>
            </a:extLst>
          </p:cNvPr>
          <p:cNvSpPr txBox="1">
            <a:spLocks/>
          </p:cNvSpPr>
          <p:nvPr/>
        </p:nvSpPr>
        <p:spPr>
          <a:xfrm>
            <a:off x="8406581" y="563952"/>
            <a:ext cx="3309810" cy="3076227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pPr lvl="0">
              <a:buClr>
                <a:srgbClr val="FFD200"/>
              </a:buClr>
              <a:buSzPct val="70000"/>
              <a:defRPr/>
            </a:pPr>
            <a:r>
              <a:rPr lang="en-US" sz="8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EY refers to the global organization, and may refer to one or more, of the member firms of Ernst &amp; Young Global Limited, each of which is a separate legal entity. Ernst &amp; Young Global Limited, a UK company limited by guarantee, does not provide services to clients. Information about how EY collects and uses personal data and a description of the rights individuals have under data protection legislation are available via ey.com/privacy. EY member firms do not practice law where prohibited by local laws. For more information about our organization, please visit ey.com.</a:t>
            </a:r>
          </a:p>
          <a:p>
            <a:pPr lvl="0">
              <a:buClr>
                <a:srgbClr val="FFD200"/>
              </a:buClr>
              <a:buSzPct val="70000"/>
              <a:defRPr/>
            </a:pPr>
            <a:endParaRPr lang="en-US" sz="800" kern="0" dirty="0">
              <a:solidFill>
                <a:srgbClr val="FFFFFF"/>
              </a:solidFill>
              <a:latin typeface="EYInterstate" panose="02000503020000020004" pitchFamily="2" charset="0"/>
            </a:endParaRPr>
          </a:p>
          <a:p>
            <a:pPr lvl="0">
              <a:buClr>
                <a:srgbClr val="FFD200"/>
              </a:buClr>
              <a:buSzPct val="70000"/>
              <a:defRPr/>
            </a:pPr>
            <a:r>
              <a:rPr lang="en-US" sz="8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Business Consulting  |  Sustainability and development advisory</a:t>
            </a:r>
            <a:endParaRPr lang="en-US" sz="800" dirty="0">
              <a:latin typeface="EYInterstate" panose="02000503020000020004" pitchFamily="2" charset="0"/>
            </a:endParaRPr>
          </a:p>
          <a:p>
            <a:pPr lvl="0">
              <a:buClr>
                <a:srgbClr val="FFD200"/>
              </a:buClr>
              <a:buSzPct val="70000"/>
              <a:defRPr/>
            </a:pPr>
            <a:endParaRPr lang="en-US" sz="800" kern="0" dirty="0">
              <a:solidFill>
                <a:srgbClr val="FFFFFF"/>
              </a:solidFill>
              <a:latin typeface="EYInterstate" panose="02000503020000020004" pitchFamily="2" charset="0"/>
            </a:endParaRPr>
          </a:p>
          <a:p>
            <a:pPr>
              <a:buClr>
                <a:srgbClr val="FFD200"/>
              </a:buClr>
              <a:buSzPct val="70000"/>
              <a:defRPr/>
            </a:pPr>
            <a:r>
              <a:rPr lang="en-US" sz="800" kern="0" dirty="0">
                <a:solidFill>
                  <a:srgbClr val="FFFFFF"/>
                </a:solidFill>
              </a:rPr>
              <a:t>© 2026 [[TO CONFIRM: EY member firm legal entity name]]. </a:t>
            </a:r>
          </a:p>
          <a:p>
            <a:pPr>
              <a:buClr>
                <a:srgbClr val="FFD200"/>
              </a:buClr>
              <a:buSzPct val="70000"/>
              <a:defRPr/>
            </a:pPr>
            <a:r>
              <a:rPr lang="en-US" sz="800" kern="0" dirty="0">
                <a:solidFill>
                  <a:srgbClr val="FFFFFF"/>
                </a:solidFill>
              </a:rPr>
              <a:t>All Rights Reserved.</a:t>
            </a:r>
          </a:p>
          <a:p>
            <a:pPr>
              <a:buClr>
                <a:srgbClr val="FFD200"/>
              </a:buClr>
              <a:buSzPct val="70000"/>
              <a:defRPr/>
            </a:pPr>
            <a:endParaRPr lang="en-US" sz="800" kern="0" dirty="0">
              <a:solidFill>
                <a:srgbClr val="FFFFFF"/>
              </a:solidFill>
            </a:endParaRPr>
          </a:p>
          <a:p>
            <a:pPr>
              <a:buClr>
                <a:srgbClr val="FFD200"/>
              </a:buClr>
              <a:buSzPct val="70000"/>
              <a:defRPr/>
            </a:pPr>
            <a:r>
              <a:rPr lang="en-US" sz="800" kern="0" dirty="0">
                <a:solidFill>
                  <a:srgbClr val="FFFFFF"/>
                </a:solidFill>
              </a:rPr>
              <a:t>[[TO CONFIRM: document code]]</a:t>
            </a:r>
            <a:r>
              <a:rPr lang="en-US" sz="800" kern="0" dirty="0" err="1">
                <a:solidFill>
                  <a:srgbClr val="FFFFFF"/>
                </a:solidFill>
              </a:rPr>
              <a:t/>
            </a:r>
            <a:endParaRPr lang="en-US" sz="800" kern="0" dirty="0">
              <a:solidFill>
                <a:srgbClr val="FFFFFF"/>
              </a:solidFill>
            </a:endParaRPr>
          </a:p>
          <a:p>
            <a:pPr>
              <a:buClr>
                <a:srgbClr val="FFD200"/>
              </a:buClr>
              <a:buSzPct val="70000"/>
              <a:defRPr/>
            </a:pPr>
            <a:r>
              <a:rPr lang="en-US" sz="800" kern="0" dirty="0">
                <a:solidFill>
                  <a:srgbClr val="FFFFFF"/>
                </a:solidFill>
              </a:rPr>
              <a:t>[[TO CONFIRM: ED code]]</a:t>
            </a:r>
          </a:p>
          <a:p>
            <a:pPr>
              <a:buClr>
                <a:srgbClr val="FFD200"/>
              </a:buClr>
              <a:buSzPct val="70000"/>
              <a:defRPr/>
            </a:pPr>
            <a:endParaRPr lang="en-US" sz="800" kern="0" dirty="0">
              <a:solidFill>
                <a:srgbClr val="FFFFFF"/>
              </a:solidFill>
            </a:endParaRPr>
          </a:p>
          <a:p>
            <a:pPr>
              <a:buClr>
                <a:srgbClr val="FFD200"/>
              </a:buClr>
              <a:buSzPct val="70000"/>
              <a:defRPr/>
            </a:pPr>
            <a:r>
              <a:rPr lang="en-US" sz="800" kern="0" dirty="0">
                <a:solidFill>
                  <a:srgbClr val="FFFFFF"/>
                </a:solidFill>
              </a:rPr>
              <a:t/>
            </a:r>
            <a:endParaRPr lang="en-US" sz="800" dirty="0"/>
          </a:p>
          <a:p>
            <a:pPr>
              <a:buClr>
                <a:srgbClr val="FFD200"/>
              </a:buClr>
              <a:buSzPct val="70000"/>
              <a:defRPr/>
            </a:pPr>
            <a:endParaRPr lang="en-US" sz="800" kern="0" dirty="0">
              <a:solidFill>
                <a:srgbClr val="FFFFFF"/>
              </a:solidFill>
            </a:endParaRPr>
          </a:p>
          <a:p>
            <a:pPr lvl="0">
              <a:buClr>
                <a:srgbClr val="FFD200"/>
              </a:buClr>
              <a:buSzPct val="70000"/>
              <a:defRPr/>
            </a:pPr>
            <a:r>
              <a:rPr lang="en-US" sz="700" kern="0" dirty="0">
                <a:solidFill>
                  <a:srgbClr val="FFFFFF"/>
                </a:solidFill>
              </a:rPr>
              <a:t/>
            </a:r>
          </a:p>
          <a:p>
            <a:pPr lvl="0">
              <a:spcAft>
                <a:spcPts val="600"/>
              </a:spcAft>
              <a:buClr>
                <a:srgbClr val="FFD200"/>
              </a:buClr>
              <a:buSzPct val="70000"/>
              <a:defRPr/>
            </a:pPr>
            <a:endParaRPr lang="en-US" sz="700" kern="0" dirty="0">
              <a:solidFill>
                <a:srgbClr val="FFFFFF"/>
              </a:solidFill>
            </a:endParaRPr>
          </a:p>
          <a:p>
            <a:pPr lvl="0">
              <a:spcAft>
                <a:spcPts val="600"/>
              </a:spcAft>
              <a:buClr>
                <a:srgbClr val="FFD200"/>
              </a:buClr>
              <a:buSzPct val="70000"/>
              <a:defRPr/>
            </a:pP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ey.com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986B74-7E42-457A-6212-94C04D004929}"/>
              </a:ext>
            </a:extLst>
          </p:cNvPr>
          <p:cNvSpPr txBox="1">
            <a:spLocks/>
          </p:cNvSpPr>
          <p:nvPr/>
        </p:nvSpPr>
        <p:spPr>
          <a:xfrm>
            <a:off x="481958" y="563952"/>
            <a:ext cx="3303461" cy="3514808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pPr lvl="0">
              <a:spcAft>
                <a:spcPts val="600"/>
              </a:spcAft>
              <a:buClr>
                <a:srgbClr val="FFD200"/>
              </a:buClr>
              <a:buSzPct val="70000"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</a:rPr>
              <a:t>EY 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cs typeface="Arial"/>
              </a:rPr>
              <a:t>|  </a:t>
            </a:r>
            <a:r>
              <a:rPr lang="en-US" sz="1200" kern="0" dirty="0">
                <a:solidFill>
                  <a:srgbClr val="FFE600"/>
                </a:solidFill>
                <a:latin typeface="EYInterstate" panose="02000503020000020004" pitchFamily="2" charset="0"/>
                <a:cs typeface="Arial"/>
              </a:rPr>
              <a:t>Building a better working world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E600"/>
              </a:solidFill>
              <a:effectLst/>
              <a:uLnTx/>
              <a:uFillTx/>
              <a:latin typeface="EYInterstate" panose="02000503020000020004" pitchFamily="2" charset="0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" panose="02000503020000020004" pitchFamily="2" charset="0"/>
              <a:cs typeface="Arial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defRPr/>
            </a:pP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EY is building a better working world by creating new value for clients, people, society and the planet, while building trust in capital markets.</a:t>
            </a:r>
          </a:p>
          <a:p>
            <a:pPr marR="0"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defRPr/>
            </a:pP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 </a:t>
            </a:r>
          </a:p>
          <a:p>
            <a:pPr marR="0"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defRPr/>
            </a:pP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Enabled by data, AI and advanced technology, </a:t>
            </a:r>
            <a:b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</a:b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EY teams help clients shape the future with confidence and develop answers for the most pressing issues of today and tomorrow. </a:t>
            </a:r>
          </a:p>
          <a:p>
            <a:pPr marR="0"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defRPr/>
            </a:pP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 </a:t>
            </a:r>
          </a:p>
          <a:p>
            <a:pPr marR="0"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defRPr/>
            </a:pP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EY teams work across a full spectrum of </a:t>
            </a:r>
            <a:b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</a:b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services in assurance, consulting, tax, strategy and transactions. Fueled by sector insights, </a:t>
            </a:r>
            <a:b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</a:b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a globally connected, multidisciplinary network and diverse ecosystem partners, EY teams can provide services in more than 150 countries </a:t>
            </a:r>
            <a:b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</a:b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and territories.</a:t>
            </a:r>
          </a:p>
          <a:p>
            <a:pPr marR="0"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defRPr/>
            </a:pP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 </a:t>
            </a:r>
          </a:p>
          <a:p>
            <a:pPr marR="0"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defRPr/>
            </a:pPr>
            <a:r>
              <a:rPr lang="en-US" sz="1100" kern="0" dirty="0">
                <a:solidFill>
                  <a:schemeClr val="tx2"/>
                </a:solidFill>
                <a:latin typeface="EYInterstate" panose="02000503020000020004" pitchFamily="2" charset="0"/>
              </a:rPr>
              <a:t>All in to shape the future with confidence.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1448D1-6F64-E5CA-6637-523F1D15F24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3827" y="-470898"/>
            <a:ext cx="11224347" cy="470898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/>
              <a:t>Boilerplate</a:t>
            </a:r>
          </a:p>
        </p:txBody>
      </p:sp>
    </p:spTree>
    <p:extLst>
      <p:ext uri="{BB962C8B-B14F-4D97-AF65-F5344CB8AC3E}">
        <p14:creationId xmlns:p14="http://schemas.microsoft.com/office/powerpoint/2010/main" val="696633224"/>
      </p:ext>
    </p:extLst>
  </p:cSld>
  <p:clrMapOvr>
    <a:masterClrMapping/>
  </p:clrMapOvr>
</p:sld>
</file>

<file path=ppt/theme/theme1.xml><?xml version="1.0" encoding="utf-8"?>
<a:theme xmlns:a="http://schemas.openxmlformats.org/drawingml/2006/main" name="Large Text [LIGHT]">
  <a:themeElements>
    <a:clrScheme name="Custom 86">
      <a:dk1>
        <a:srgbClr val="FFFFFF"/>
      </a:dk1>
      <a:lt1>
        <a:srgbClr val="1A1A24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0F69AE"/>
      </a:hlink>
      <a:folHlink>
        <a:srgbClr val="0F69AE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 cmpd="sng" algn="ctr">
          <a:solidFill>
            <a:srgbClr val="747480"/>
          </a:solidFill>
          <a:prstDash val="solid"/>
          <a:miter lim="800000"/>
          <a:headEnd type="none" w="med" len="med"/>
          <a:tailEnd type="none" w="med" len="med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ight-global-widescreen-presentation-template-v2.4" id="{D6B24B20-A38F-49E0-8B4C-3B18E59861ED}" vid="{B4A4574A-FF19-41AC-AC5C-2AEF6DC59539}"/>
    </a:ext>
  </a:extLst>
</a:theme>
</file>

<file path=ppt/theme/theme2.xml><?xml version="1.0" encoding="utf-8"?>
<a:theme xmlns:a="http://schemas.openxmlformats.org/drawingml/2006/main" name="Small Text [LIGHT]">
  <a:themeElements>
    <a:clrScheme name="Custom 87">
      <a:dk1>
        <a:srgbClr val="FFFFFF"/>
      </a:dk1>
      <a:lt1>
        <a:srgbClr val="1A1A24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0F69AE"/>
      </a:hlink>
      <a:folHlink>
        <a:srgbClr val="0F69AE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 cmpd="sng" algn="ctr">
          <a:solidFill>
            <a:srgbClr val="747480"/>
          </a:solidFill>
          <a:prstDash val="solid"/>
          <a:miter lim="800000"/>
          <a:headEnd type="none" w="med" len="med"/>
          <a:tailEnd type="none" w="med" len="med"/>
        </a:ln>
        <a:effectLst/>
      </a:spPr>
      <a:bodyPr lIns="108000" tIns="108000" rIns="108000" bIns="108000" rtlCol="0" anchor="t" anchorCtr="0"/>
      <a:lstStyle>
        <a:defPPr marL="252000" marR="0" indent="-252000" algn="l" defTabSz="914400" eaLnBrk="1" fontAlgn="auto" latinLnBrk="0" hangingPunct="1">
          <a:lnSpc>
            <a:spcPct val="90000"/>
          </a:lnSpc>
          <a:spcBef>
            <a:spcPts val="400"/>
          </a:spcBef>
          <a:spcAft>
            <a:spcPts val="400"/>
          </a:spcAft>
          <a:buClr>
            <a:srgbClr val="FFE600"/>
          </a:buClr>
          <a:buSzTx/>
          <a:buFont typeface="Wingdings" pitchFamily="2" charset="2"/>
          <a:buChar char="§"/>
          <a:tabLst/>
          <a:defRPr kumimoji="0" sz="2000" b="0" i="0" u="none" strike="noStrike" kern="0" cap="none" spc="0" normalizeH="0" baseline="0" noProof="0" dirty="0" err="1" smtClean="0">
            <a:ln>
              <a:noFill/>
            </a:ln>
            <a:solidFill>
              <a:srgbClr val="1A1A24"/>
            </a:solidFill>
            <a:effectLst/>
            <a:uLnTx/>
            <a:uFillTx/>
            <a:latin typeface="EYInterstate Light"/>
            <a:ea typeface="+mn-ea"/>
            <a:cs typeface="+mn-cs"/>
          </a:defRPr>
        </a:defPPr>
      </a:lst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ight-global-widescreen-presentation-template-v2.4" id="{D6B24B20-A38F-49E0-8B4C-3B18E59861ED}" vid="{42FBC55A-A29C-4CC5-8889-604B283E390C}"/>
    </a:ext>
  </a:extLst>
</a:theme>
</file>

<file path=ppt/theme/theme3.xml><?xml version="1.0" encoding="utf-8"?>
<a:theme xmlns:a="http://schemas.openxmlformats.org/drawingml/2006/main" name="EY Core Slides">
  <a:themeElements>
    <a:clrScheme name="Custom 88">
      <a:dk1>
        <a:srgbClr val="FFFFFF"/>
      </a:dk1>
      <a:lt1>
        <a:srgbClr val="1A1A24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0F69AE"/>
      </a:hlink>
      <a:folHlink>
        <a:srgbClr val="0F69AE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 cmpd="sng" algn="ctr">
          <a:solidFill>
            <a:srgbClr val="747480"/>
          </a:solidFill>
          <a:prstDash val="solid"/>
          <a:miter lim="800000"/>
          <a:headEnd type="none" w="med" len="med"/>
          <a:tailEnd type="none" w="med" len="med"/>
        </a:ln>
        <a:effectLst/>
      </a:spPr>
      <a:bodyPr lIns="108000" tIns="108000" rIns="108000" bIns="108000" rtlCol="0" anchor="t" anchorCtr="0"/>
      <a:lstStyle>
        <a:defPPr marL="252000" marR="0" indent="-252000" algn="l" defTabSz="914400" eaLnBrk="1" fontAlgn="auto" latinLnBrk="0" hangingPunct="1">
          <a:lnSpc>
            <a:spcPct val="90000"/>
          </a:lnSpc>
          <a:spcBef>
            <a:spcPts val="400"/>
          </a:spcBef>
          <a:spcAft>
            <a:spcPts val="400"/>
          </a:spcAft>
          <a:buClr>
            <a:srgbClr val="FFE600"/>
          </a:buClr>
          <a:buSzTx/>
          <a:buFont typeface="Wingdings" pitchFamily="2" charset="2"/>
          <a:buChar char="§"/>
          <a:tabLst/>
          <a:defRPr kumimoji="0" sz="2000" b="0" i="0" u="none" strike="noStrike" kern="0" cap="none" spc="0" normalizeH="0" baseline="0" noProof="0" dirty="0" err="1" smtClean="0">
            <a:ln>
              <a:noFill/>
            </a:ln>
            <a:solidFill>
              <a:srgbClr val="1A1A24"/>
            </a:solidFill>
            <a:effectLst/>
            <a:uLnTx/>
            <a:uFillTx/>
          </a:defRPr>
        </a:defPPr>
      </a:lst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ight-global-widescreen-presentation-template-v2.4" id="{D6B24B20-A38F-49E0-8B4C-3B18E59861ED}" vid="{DADDA970-60F5-479C-9C43-537F08503304}"/>
    </a:ext>
  </a:extLst>
</a:theme>
</file>

<file path=ppt/theme/theme4.xml><?xml version="1.0" encoding="utf-8"?>
<a:theme xmlns:a="http://schemas.openxmlformats.org/drawingml/2006/main" name="1_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ight-global-widescreen-presentation-template-v2.4" id="{D6B24B20-A38F-49E0-8B4C-3B18E59861ED}" vid="{B481CEBC-20DF-49DE-BE43-0D8071211E9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24D6B7C3717C47AB301E11BF9B4951" ma:contentTypeVersion="4" ma:contentTypeDescription="Create a new document." ma:contentTypeScope="" ma:versionID="6a2ac9e823fe16b7fbf39f49d883e91a">
  <xsd:schema xmlns:xsd="http://www.w3.org/2001/XMLSchema" xmlns:xs="http://www.w3.org/2001/XMLSchema" xmlns:p="http://schemas.microsoft.com/office/2006/metadata/properties" xmlns:ns2="714879ae-1033-45c6-9be3-c577918c63c3" targetNamespace="http://schemas.microsoft.com/office/2006/metadata/properties" ma:root="true" ma:fieldsID="67b307d9afce70da7b4a92e414b6e779" ns2:_="">
    <xsd:import namespace="714879ae-1033-45c6-9be3-c577918c63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4879ae-1033-45c6-9be3-c577918c63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C014D9-0F8B-4066-823B-E589F64FAF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087F47-891A-4332-AEE8-A122FCE56C49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714879ae-1033-45c6-9be3-c577918c63c3"/>
    <ds:schemaRef ds:uri="http://www.w3.org/XML/1998/namespace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BF3EB86-FB13-4C5C-B0AA-1D887D1073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4879ae-1033-45c6-9be3-c577918c63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Light-global-widescreen-presentation-template-v2.4</Template>
  <TotalTime>1</TotalTime>
  <Words>2886</Words>
  <Application>Microsoft Office PowerPoint</Application>
  <PresentationFormat>Widescreen</PresentationFormat>
  <Paragraphs>585</Paragraphs>
  <Slides>67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67</vt:i4>
      </vt:variant>
    </vt:vector>
  </HeadingPairs>
  <TitlesOfParts>
    <vt:vector size="78" baseType="lpstr">
      <vt:lpstr>Arial</vt:lpstr>
      <vt:lpstr>Calibri</vt:lpstr>
      <vt:lpstr>EYInterstate</vt:lpstr>
      <vt:lpstr>EYInterstate Light</vt:lpstr>
      <vt:lpstr>Georgia Pro</vt:lpstr>
      <vt:lpstr>Times</vt:lpstr>
      <vt:lpstr>Wingdings</vt:lpstr>
      <vt:lpstr>Large Text [LIGHT]</vt:lpstr>
      <vt:lpstr>Small Text [LIGHT]</vt:lpstr>
      <vt:lpstr>EY Core Slides</vt:lpstr>
      <vt:lpstr>1_EY Core Slides</vt:lpstr>
      <vt:lpstr>Template guidance</vt:lpstr>
      <vt:lpstr>Key principles for using the template</vt:lpstr>
      <vt:lpstr>What good pacing looks like</vt:lpstr>
      <vt:lpstr>Accessibility tips</vt:lpstr>
      <vt:lpstr>Core template layouts  25 slide layouts to use</vt:lpstr>
      <vt:lpstr>Spectrum 1</vt:lpstr>
      <vt:lpstr>Spectrum 2</vt:lpstr>
      <vt:lpstr>Spectrum 3</vt:lpstr>
      <vt:lpstr>Yellow Frame</vt:lpstr>
      <vt:lpstr>Yellow Frame slide with author details</vt:lpstr>
      <vt:lpstr>Frame color 1</vt:lpstr>
      <vt:lpstr>Frame color 2</vt:lpstr>
      <vt:lpstr>Frame color 3</vt:lpstr>
      <vt:lpstr>Frame color 4</vt:lpstr>
      <vt:lpstr>Frame color 5</vt:lpstr>
      <vt:lpstr>Frame color 6</vt:lpstr>
      <vt:lpstr>Frame color 7</vt:lpstr>
      <vt:lpstr>Section header 1</vt:lpstr>
      <vt:lpstr>Section header 2</vt:lpstr>
      <vt:lpstr>Section header 3</vt:lpstr>
      <vt:lpstr>Section header 4</vt:lpstr>
      <vt:lpstr>Section header 5</vt:lpstr>
      <vt:lpstr>Section header 6</vt:lpstr>
      <vt:lpstr>Contents</vt:lpstr>
      <vt:lpstr>Agenda</vt:lpstr>
      <vt:lpstr>Key statement</vt:lpstr>
      <vt:lpstr>Key statement 2</vt:lpstr>
      <vt:lpstr>Quote goes here.</vt:lpstr>
      <vt:lpstr>Add media</vt:lpstr>
      <vt:lpstr>Blank</vt:lpstr>
      <vt:lpstr>Large content light  template layouts 10 slide layouts to use</vt:lpstr>
      <vt:lpstr>Title and content template layout</vt:lpstr>
      <vt:lpstr>Two content template layout</vt:lpstr>
      <vt:lpstr>Three content template layout</vt:lpstr>
      <vt:lpstr>Three content with highlight template layout</vt:lpstr>
      <vt:lpstr>Key numbers template layout</vt:lpstr>
      <vt:lpstr>Video and caption template layout</vt:lpstr>
      <vt:lpstr>Content and image template layout</vt:lpstr>
      <vt:lpstr>Team</vt:lpstr>
      <vt:lpstr>Title only template layout</vt:lpstr>
      <vt:lpstr>Small content light  template layouts  13 slide layouts to use</vt:lpstr>
      <vt:lpstr>Title and content template layout</vt:lpstr>
      <vt:lpstr>Two content template layout</vt:lpstr>
      <vt:lpstr>Three content template layout</vt:lpstr>
      <vt:lpstr>Four content template layout</vt:lpstr>
      <vt:lpstr>Eight content template layout</vt:lpstr>
      <vt:lpstr>Three content with highlight template layout</vt:lpstr>
      <vt:lpstr>Content and image template layout</vt:lpstr>
      <vt:lpstr>Content and two image template layout</vt:lpstr>
      <vt:lpstr>Content and three image template layout</vt:lpstr>
      <vt:lpstr>Video and caption template layout</vt:lpstr>
      <vt:lpstr>Team</vt:lpstr>
      <vt:lpstr>Teams</vt:lpstr>
      <vt:lpstr>Title only template layout</vt:lpstr>
      <vt:lpstr>Data visualization  9 slide layouts to use</vt:lpstr>
      <vt:lpstr>Primary color diagram</vt:lpstr>
      <vt:lpstr>Primary color charts</vt:lpstr>
      <vt:lpstr>Primary color table</vt:lpstr>
      <vt:lpstr>Spectrum gradients diagram 2</vt:lpstr>
      <vt:lpstr>Spectrum gradients charts</vt:lpstr>
      <vt:lpstr>Spectrum gradients charts 2</vt:lpstr>
      <vt:lpstr>Advanced color diagram</vt:lpstr>
      <vt:lpstr>Advanced color diagram 2</vt:lpstr>
      <vt:lpstr>Advanced color charts</vt:lpstr>
      <vt:lpstr>Boilerplate</vt:lpstr>
      <vt:lpstr>New PowerPoint template, October 2024  Our brand expansion includes new Breakthrough and Spectrum Frames. Spectrum Frames feature heavily in this template, but Breakthrough Frames do not.  Breakthrough Frames require a high level of design crafting from trained creative professionals. They’re not easily created in PowerPoint.   Instead, use the Spectrum Frames provided throughout this template.</vt:lpstr>
      <vt:lpstr>Color notes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Harris</dc:creator>
  <cp:lastModifiedBy>Michael Harris</cp:lastModifiedBy>
  <cp:revision>1</cp:revision>
  <dcterms:created xsi:type="dcterms:W3CDTF">2026-07-11T13:16:58Z</dcterms:created>
  <dcterms:modified xsi:type="dcterms:W3CDTF">2026-07-11T13:18:15Z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0x01010039AC5ADA8D426E4FBEDF652E9440888F</vt:lpwstr>
  </property>
</Properties>
</file>