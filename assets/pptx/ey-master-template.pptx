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43" r:id="rId4"/>
    <p:sldMasterId id="2147484129" r:id="rId5"/>
    <p:sldMasterId id="2147484074" r:id="rId6"/>
    <p:sldMasterId id="2147484209" r:id="rId7"/>
  </p:sldMasterIdLst>
  <p:notesMasterIdLst>
    <p:notesMasterId r:id="rId75"/>
  </p:notesMasterIdLst>
  <p:handoutMasterIdLst>
    <p:handoutMasterId r:id="rId76"/>
  </p:handoutMasterIdLst>
  <p:sldIdLst>
    <p:sldId id="1881839131" r:id="rId8"/>
    <p:sldId id="1881839121" r:id="rId9"/>
    <p:sldId id="1881839129" r:id="rId10"/>
    <p:sldId id="325" r:id="rId11"/>
    <p:sldId id="1881838994" r:id="rId12"/>
    <p:sldId id="419" r:id="rId13"/>
    <p:sldId id="1881839055" r:id="rId14"/>
    <p:sldId id="1881839056" r:id="rId15"/>
    <p:sldId id="1881839134" r:id="rId16"/>
    <p:sldId id="1881839135" r:id="rId17"/>
    <p:sldId id="1881839136" r:id="rId18"/>
    <p:sldId id="1881839137" r:id="rId19"/>
    <p:sldId id="1881839138" r:id="rId20"/>
    <p:sldId id="1881839139" r:id="rId21"/>
    <p:sldId id="1881839140" r:id="rId22"/>
    <p:sldId id="1881839141" r:id="rId23"/>
    <p:sldId id="1881839142" r:id="rId24"/>
    <p:sldId id="316" r:id="rId25"/>
    <p:sldId id="1881838956" r:id="rId26"/>
    <p:sldId id="1881838957" r:id="rId27"/>
    <p:sldId id="1881838958" r:id="rId28"/>
    <p:sldId id="1881838959" r:id="rId29"/>
    <p:sldId id="1881839067" r:id="rId30"/>
    <p:sldId id="317" r:id="rId31"/>
    <p:sldId id="339" r:id="rId32"/>
    <p:sldId id="366" r:id="rId33"/>
    <p:sldId id="1881838960" r:id="rId34"/>
    <p:sldId id="1881838961" r:id="rId35"/>
    <p:sldId id="1881838962" r:id="rId36"/>
    <p:sldId id="1881839119" r:id="rId37"/>
    <p:sldId id="1881839030" r:id="rId38"/>
    <p:sldId id="1881839132" r:id="rId39"/>
    <p:sldId id="1881839063" r:id="rId40"/>
    <p:sldId id="1881839064" r:id="rId41"/>
    <p:sldId id="1881839034" r:id="rId42"/>
    <p:sldId id="1881839035" r:id="rId43"/>
    <p:sldId id="1881839036" r:id="rId44"/>
    <p:sldId id="1881839037" r:id="rId45"/>
    <p:sldId id="1881839038" r:id="rId46"/>
    <p:sldId id="1881839039" r:id="rId47"/>
    <p:sldId id="1881839040" r:id="rId48"/>
    <p:sldId id="1881839133" r:id="rId49"/>
    <p:sldId id="1881839042" r:id="rId50"/>
    <p:sldId id="1881839043" r:id="rId51"/>
    <p:sldId id="1881839044" r:id="rId52"/>
    <p:sldId id="1881839045" r:id="rId53"/>
    <p:sldId id="1881839046" r:id="rId54"/>
    <p:sldId id="1881839047" r:id="rId55"/>
    <p:sldId id="1881839048" r:id="rId56"/>
    <p:sldId id="1881839049" r:id="rId57"/>
    <p:sldId id="1881839050" r:id="rId58"/>
    <p:sldId id="1881839051" r:id="rId59"/>
    <p:sldId id="1881839052" r:id="rId60"/>
    <p:sldId id="1881839053" r:id="rId61"/>
    <p:sldId id="1881839092" r:id="rId62"/>
    <p:sldId id="1881839095" r:id="rId63"/>
    <p:sldId id="1881839091" r:id="rId64"/>
    <p:sldId id="1881839107" r:id="rId65"/>
    <p:sldId id="1881839096" r:id="rId66"/>
    <p:sldId id="1881839093" r:id="rId67"/>
    <p:sldId id="1881839099" r:id="rId68"/>
    <p:sldId id="1881839081" r:id="rId69"/>
    <p:sldId id="1881839100" r:id="rId70"/>
    <p:sldId id="1881839101" r:id="rId71"/>
    <p:sldId id="1881839130" r:id="rId72"/>
    <p:sldId id="1881839104" r:id="rId73"/>
    <p:sldId id="303" r:id="rId74"/>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re Template Slides" id="{FBB67E76-04FE-4302-A0D6-4AB89CA6987A}">
          <p14:sldIdLst>
            <p14:sldId id="1881839131"/>
            <p14:sldId id="1881839121"/>
            <p14:sldId id="1881839129"/>
            <p14:sldId id="325"/>
            <p14:sldId id="1881838994"/>
            <p14:sldId id="419"/>
            <p14:sldId id="1881839055"/>
            <p14:sldId id="1881839056"/>
            <p14:sldId id="1881839134"/>
            <p14:sldId id="1881839135"/>
            <p14:sldId id="1881839136"/>
            <p14:sldId id="1881839137"/>
            <p14:sldId id="1881839138"/>
            <p14:sldId id="1881839139"/>
            <p14:sldId id="1881839140"/>
            <p14:sldId id="1881839141"/>
            <p14:sldId id="1881839142"/>
            <p14:sldId id="316"/>
            <p14:sldId id="1881838956"/>
            <p14:sldId id="1881838957"/>
            <p14:sldId id="1881838958"/>
            <p14:sldId id="1881838959"/>
            <p14:sldId id="1881839067"/>
            <p14:sldId id="317"/>
            <p14:sldId id="339"/>
            <p14:sldId id="366"/>
            <p14:sldId id="1881838960"/>
            <p14:sldId id="1881838961"/>
            <p14:sldId id="1881838962"/>
            <p14:sldId id="1881839119"/>
          </p14:sldIdLst>
        </p14:section>
        <p14:section name="Large Content [LIGHT] Template Slides" id="{60133F68-BC6E-364E-AB06-1A31FE4C371A}">
          <p14:sldIdLst>
            <p14:sldId id="1881839030"/>
            <p14:sldId id="1881839132"/>
            <p14:sldId id="1881839063"/>
            <p14:sldId id="1881839064"/>
            <p14:sldId id="1881839034"/>
            <p14:sldId id="1881839035"/>
            <p14:sldId id="1881839036"/>
            <p14:sldId id="1881839037"/>
            <p14:sldId id="1881839038"/>
            <p14:sldId id="1881839039"/>
          </p14:sldIdLst>
        </p14:section>
        <p14:section name="Small Content [LIGHT] Template Slides" id="{3C17C418-23C7-B140-923C-583C4A9B2930}">
          <p14:sldIdLst>
            <p14:sldId id="1881839040"/>
            <p14:sldId id="1881839133"/>
            <p14:sldId id="1881839042"/>
            <p14:sldId id="1881839043"/>
            <p14:sldId id="1881839044"/>
            <p14:sldId id="1881839045"/>
            <p14:sldId id="1881839046"/>
            <p14:sldId id="1881839047"/>
            <p14:sldId id="1881839048"/>
            <p14:sldId id="1881839049"/>
            <p14:sldId id="1881839050"/>
            <p14:sldId id="1881839051"/>
            <p14:sldId id="1881839052"/>
            <p14:sldId id="1881839053"/>
          </p14:sldIdLst>
        </p14:section>
        <p14:section name="Data visualization" id="{99F1D1C2-26B7-4958-9918-92B928ADFD3B}">
          <p14:sldIdLst>
            <p14:sldId id="1881839092"/>
            <p14:sldId id="1881839095"/>
            <p14:sldId id="1881839091"/>
            <p14:sldId id="1881839107"/>
            <p14:sldId id="1881839096"/>
            <p14:sldId id="1881839093"/>
            <p14:sldId id="1881839099"/>
            <p14:sldId id="1881839081"/>
            <p14:sldId id="1881839100"/>
            <p14:sldId id="1881839101"/>
          </p14:sldIdLst>
        </p14:section>
        <p14:section name="Ending slides" id="{9627547A-2946-4DF2-82C7-3620E77F356D}">
          <p14:sldIdLst>
            <p14:sldId id="1881839130"/>
            <p14:sldId id="1881839104"/>
            <p14:sldId id="303"/>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909">
          <p15:clr>
            <a:srgbClr val="A4A3A4"/>
          </p15:clr>
        </p15:guide>
        <p15:guide id="2" pos="2189">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E458B67-C412-0511-FAB3-4B17EB321652}" name="Chris Kramer" initials="CK" userId="S::Christopher.Kramer@ey.com::91898555-a6b5-4c1b-8618-941af9b6286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7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C4CD"/>
    <a:srgbClr val="F6F6FA"/>
    <a:srgbClr val="1A1A24"/>
    <a:srgbClr val="747480"/>
    <a:srgbClr val="32FFFF"/>
    <a:srgbClr val="FF00FF"/>
    <a:srgbClr val="C5FD45"/>
    <a:srgbClr val="80FBFD"/>
    <a:srgbClr val="FFE600"/>
    <a:srgbClr val="EB4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357" autoAdjust="0"/>
  </p:normalViewPr>
  <p:slideViewPr>
    <p:cSldViewPr snapToGrid="0" snapToObjects="1" showGuides="1">
      <p:cViewPr varScale="1">
        <p:scale>
          <a:sx n="91" d="100"/>
          <a:sy n="91" d="100"/>
        </p:scale>
        <p:origin x="322" y="91"/>
      </p:cViewPr>
      <p:guideLst/>
    </p:cSldViewPr>
  </p:slideViewPr>
  <p:outlineViewPr>
    <p:cViewPr>
      <p:scale>
        <a:sx n="33" d="100"/>
        <a:sy n="33" d="100"/>
      </p:scale>
      <p:origin x="0" y="-11262"/>
    </p:cViewPr>
  </p:outlineViewPr>
  <p:notesTextViewPr>
    <p:cViewPr>
      <p:scale>
        <a:sx n="50" d="100"/>
        <a:sy n="50" d="100"/>
      </p:scale>
      <p:origin x="0" y="0"/>
    </p:cViewPr>
  </p:notesTextViewPr>
  <p:sorterViewPr>
    <p:cViewPr varScale="1">
      <p:scale>
        <a:sx n="1" d="1"/>
        <a:sy n="1" d="1"/>
      </p:scale>
      <p:origin x="0" y="-22440"/>
    </p:cViewPr>
  </p:sorterViewPr>
  <p:notesViewPr>
    <p:cSldViewPr snapToGrid="0" snapToObjects="1" showGuides="1">
      <p:cViewPr varScale="1">
        <p:scale>
          <a:sx n="79" d="100"/>
          <a:sy n="79" d="100"/>
        </p:scale>
        <p:origin x="2172" y="114"/>
      </p:cViewPr>
      <p:guideLst>
        <p:guide orient="horz" pos="2909"/>
        <p:guide pos="2189"/>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4.xml"/><Relationship Id="rId82" Type="http://schemas.microsoft.com/office/2018/10/relationships/authors" Target="authors.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commentAuthors" Target="commentAuthor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handoutMaster" Target="handoutMasters/handoutMaster1.xml"/><Relationship Id="rId7" Type="http://schemas.openxmlformats.org/officeDocument/2006/relationships/slideMaster" Target="slideMasters/slideMaster4.xml"/><Relationship Id="rId71" Type="http://schemas.openxmlformats.org/officeDocument/2006/relationships/slide" Target="slides/slide64.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lang="en-US" sz="1862" b="0" i="0" u="none" strike="noStrike" kern="1200" spc="0" baseline="0">
                <a:solidFill>
                  <a:schemeClr val="bg1"/>
                </a:solidFill>
                <a:latin typeface="EYInterstate Light" panose="02000506000000020004" pitchFamily="2" charset="0"/>
                <a:ea typeface="+mn-ea"/>
                <a:cs typeface="+mn-cs"/>
              </a:defRPr>
            </a:pPr>
            <a:r>
              <a:rPr lang="en-US" dirty="0"/>
              <a:t>Sales</a:t>
            </a:r>
          </a:p>
        </c:rich>
      </c:tx>
      <c:layout>
        <c:manualLayout>
          <c:xMode val="edge"/>
          <c:yMode val="edge"/>
          <c:x val="5.8629536817696084E-3"/>
          <c:y val="2.050020500205002E-2"/>
        </c:manualLayout>
      </c:layout>
      <c:overlay val="0"/>
      <c:spPr>
        <a:noFill/>
        <a:ln>
          <a:noFill/>
        </a:ln>
        <a:effectLst/>
      </c:spPr>
      <c:txPr>
        <a:bodyPr rot="0" spcFirstLastPara="1" vertOverflow="ellipsis" vert="horz" wrap="square" anchor="ctr" anchorCtr="1"/>
        <a:lstStyle/>
        <a:p>
          <a:pPr algn="l">
            <a:defRPr lang="en-US" sz="1862" b="0" i="0" u="none" strike="noStrike" kern="1200" spc="0" baseline="0">
              <a:solidFill>
                <a:schemeClr val="bg1"/>
              </a:solidFill>
              <a:latin typeface="EYInterstate Light" panose="02000506000000020004" pitchFamily="2" charset="0"/>
              <a:ea typeface="+mn-ea"/>
              <a:cs typeface="+mn-cs"/>
            </a:defRPr>
          </a:pPr>
          <a:endParaRPr lang="en-US"/>
        </a:p>
      </c:txPr>
    </c:title>
    <c:autoTitleDeleted val="0"/>
    <c:plotArea>
      <c:layout>
        <c:manualLayout>
          <c:layoutTarget val="inner"/>
          <c:xMode val="edge"/>
          <c:yMode val="edge"/>
          <c:x val="0.24780564990746951"/>
          <c:y val="0.21031434723796058"/>
          <c:w val="0.46027144270489018"/>
          <c:h val="0.62167705666557982"/>
        </c:manualLayout>
      </c:layout>
      <c:doughnutChart>
        <c:varyColors val="1"/>
        <c:ser>
          <c:idx val="0"/>
          <c:order val="0"/>
          <c:tx>
            <c:strRef>
              <c:f>Sheet1!$B$1</c:f>
              <c:strCache>
                <c:ptCount val="1"/>
                <c:pt idx="0">
                  <c:v>Sales</c:v>
                </c:pt>
              </c:strCache>
            </c:strRef>
          </c:tx>
          <c:spPr>
            <a:ln w="9525">
              <a:noFill/>
            </a:ln>
          </c:spPr>
          <c:dPt>
            <c:idx val="0"/>
            <c:bubble3D val="0"/>
            <c:spPr>
              <a:solidFill>
                <a:schemeClr val="tx2"/>
              </a:solidFill>
              <a:ln w="9525">
                <a:noFill/>
              </a:ln>
              <a:effectLst/>
            </c:spPr>
            <c:extLst>
              <c:ext xmlns:c16="http://schemas.microsoft.com/office/drawing/2014/chart" uri="{C3380CC4-5D6E-409C-BE32-E72D297353CC}">
                <c16:uniqueId val="{00000001-7A2A-4401-88ED-9605408F95DD}"/>
              </c:ext>
            </c:extLst>
          </c:dPt>
          <c:dPt>
            <c:idx val="1"/>
            <c:bubble3D val="0"/>
            <c:spPr>
              <a:solidFill>
                <a:srgbClr val="747480"/>
              </a:solidFill>
              <a:ln w="9525">
                <a:noFill/>
              </a:ln>
              <a:effectLst/>
            </c:spPr>
            <c:extLst>
              <c:ext xmlns:c16="http://schemas.microsoft.com/office/drawing/2014/chart" uri="{C3380CC4-5D6E-409C-BE32-E72D297353CC}">
                <c16:uniqueId val="{00000003-7A2A-4401-88ED-9605408F95DD}"/>
              </c:ext>
            </c:extLst>
          </c:dPt>
          <c:dPt>
            <c:idx val="2"/>
            <c:bubble3D val="0"/>
            <c:spPr>
              <a:solidFill>
                <a:srgbClr val="C4C4CD"/>
              </a:solidFill>
              <a:ln w="9525">
                <a:noFill/>
              </a:ln>
              <a:effectLst/>
            </c:spPr>
            <c:extLst>
              <c:ext xmlns:c16="http://schemas.microsoft.com/office/drawing/2014/chart" uri="{C3380CC4-5D6E-409C-BE32-E72D297353CC}">
                <c16:uniqueId val="{00000005-7A2A-4401-88ED-9605408F95DD}"/>
              </c:ext>
            </c:extLst>
          </c:dPt>
          <c:dPt>
            <c:idx val="3"/>
            <c:bubble3D val="0"/>
            <c:spPr>
              <a:solidFill>
                <a:srgbClr val="F6F6FA"/>
              </a:solidFill>
              <a:ln w="9525">
                <a:noFill/>
              </a:ln>
              <a:effectLst/>
            </c:spPr>
            <c:extLst>
              <c:ext xmlns:c16="http://schemas.microsoft.com/office/drawing/2014/chart" uri="{C3380CC4-5D6E-409C-BE32-E72D297353CC}">
                <c16:uniqueId val="{00000007-7A2A-4401-88ED-9605408F95DD}"/>
              </c:ext>
            </c:extLst>
          </c:dPt>
          <c:dPt>
            <c:idx val="4"/>
            <c:bubble3D val="0"/>
            <c:spPr>
              <a:solidFill>
                <a:schemeClr val="accent2">
                  <a:lumMod val="40000"/>
                  <a:lumOff val="60000"/>
                </a:schemeClr>
              </a:solidFill>
              <a:ln w="9525">
                <a:noFill/>
              </a:ln>
              <a:effectLst/>
            </c:spPr>
            <c:extLst>
              <c:ext xmlns:c16="http://schemas.microsoft.com/office/drawing/2014/chart" uri="{C3380CC4-5D6E-409C-BE32-E72D297353CC}">
                <c16:uniqueId val="{00000009-7A2A-4401-88ED-9605408F95DD}"/>
              </c:ext>
            </c:extLst>
          </c:dPt>
          <c:dPt>
            <c:idx val="5"/>
            <c:bubble3D val="0"/>
            <c:spPr>
              <a:solidFill>
                <a:schemeClr val="accent2">
                  <a:lumMod val="20000"/>
                  <a:lumOff val="80000"/>
                </a:schemeClr>
              </a:solidFill>
              <a:ln w="9525">
                <a:noFill/>
              </a:ln>
              <a:effectLst/>
            </c:spPr>
            <c:extLst>
              <c:ext xmlns:c16="http://schemas.microsoft.com/office/drawing/2014/chart" uri="{C3380CC4-5D6E-409C-BE32-E72D297353CC}">
                <c16:uniqueId val="{0000000B-7A2A-4401-88ED-9605408F95DD}"/>
              </c:ext>
            </c:extLst>
          </c:dPt>
          <c:dLbls>
            <c:dLbl>
              <c:idx val="0"/>
              <c:layout>
                <c:manualLayout>
                  <c:x val="8.2212812371340094E-2"/>
                  <c:y val="-2.3585727983264086E-2"/>
                </c:manualLayout>
              </c:layout>
              <c:showLegendKey val="0"/>
              <c:showVal val="1"/>
              <c:showCatName val="0"/>
              <c:showSerName val="0"/>
              <c:showPercent val="0"/>
              <c:showBubbleSize val="0"/>
              <c:extLst>
                <c:ext xmlns:c15="http://schemas.microsoft.com/office/drawing/2012/chart" uri="{CE6537A1-D6FC-4f65-9D91-7224C49458BB}">
                  <c15:layout>
                    <c:manualLayout>
                      <c:w val="3.6527784942835456E-2"/>
                      <c:h val="6.6301214193244293E-2"/>
                    </c:manualLayout>
                  </c15:layout>
                </c:ext>
                <c:ext xmlns:c16="http://schemas.microsoft.com/office/drawing/2014/chart" uri="{C3380CC4-5D6E-409C-BE32-E72D297353CC}">
                  <c16:uniqueId val="{00000001-7A2A-4401-88ED-9605408F95DD}"/>
                </c:ext>
              </c:extLst>
            </c:dLbl>
            <c:dLbl>
              <c:idx val="1"/>
              <c:layout>
                <c:manualLayout>
                  <c:x val="-0.17201449973080413"/>
                  <c:y val="-2.2759856630824513E-2"/>
                </c:manualLayout>
              </c:layout>
              <c:tx>
                <c:rich>
                  <a:bodyPr/>
                  <a:lstStyle/>
                  <a:p>
                    <a:fld id="{29322EFE-CFD9-4F17-A5EF-0118DA0D4BE5}" type="VALUE">
                      <a:rPr lang="en-US">
                        <a:solidFill>
                          <a:srgbClr val="1A1A24"/>
                        </a:solidFill>
                      </a:rPr>
                      <a:pPr/>
                      <a:t>[VALUE]</a:t>
                    </a:fld>
                    <a:endParaRPr lang="en-ZA"/>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7A2A-4401-88ED-9605408F95DD}"/>
                </c:ext>
              </c:extLst>
            </c:dLbl>
            <c:dLbl>
              <c:idx val="2"/>
              <c:layout>
                <c:manualLayout>
                  <c:x val="-9.8655374845608268E-2"/>
                  <c:y val="-1.1379928315412187E-2"/>
                </c:manualLayout>
              </c:layout>
              <c:tx>
                <c:rich>
                  <a:bodyPr/>
                  <a:lstStyle/>
                  <a:p>
                    <a:fld id="{86C0C10E-EFE7-4AA4-9D2D-8C60B3118BE0}" type="VALUE">
                      <a:rPr lang="en-US">
                        <a:solidFill>
                          <a:srgbClr val="1A1A24"/>
                        </a:solidFill>
                      </a:rPr>
                      <a:pPr/>
                      <a:t>[VALUE]</a:t>
                    </a:fld>
                    <a:endParaRPr lang="en-ZA"/>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7A2A-4401-88ED-9605408F95DD}"/>
                </c:ext>
              </c:extLst>
            </c:dLbl>
            <c:dLbl>
              <c:idx val="3"/>
              <c:layout>
                <c:manualLayout>
                  <c:x val="-2.5296249960412363E-3"/>
                  <c:y val="-0.13495887583547753"/>
                </c:manualLayout>
              </c:layout>
              <c:tx>
                <c:rich>
                  <a:bodyPr/>
                  <a:lstStyle/>
                  <a:p>
                    <a:fld id="{0706474A-C335-4DE0-B506-E1E9F53ECB4F}" type="VALUE">
                      <a:rPr lang="en-US">
                        <a:solidFill>
                          <a:srgbClr val="1A1A24"/>
                        </a:solidFill>
                      </a:rPr>
                      <a:pPr/>
                      <a:t>[VALUE]</a:t>
                    </a:fld>
                    <a:endParaRPr lang="en-ZA"/>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7A2A-4401-88ED-9605408F95DD}"/>
                </c:ext>
              </c:extLst>
            </c:dLbl>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EYInterstate Light" panose="02000506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Sheet1!$A$2:$A$5</c:f>
              <c:strCache>
                <c:ptCount val="4"/>
                <c:pt idx="0">
                  <c:v>One</c:v>
                </c:pt>
                <c:pt idx="1">
                  <c:v>Two</c:v>
                </c:pt>
                <c:pt idx="2">
                  <c:v>Three</c:v>
                </c:pt>
                <c:pt idx="3">
                  <c:v>Four</c:v>
                </c:pt>
              </c:strCache>
            </c:strRef>
          </c:cat>
          <c:val>
            <c:numRef>
              <c:f>Sheet1!$B$2:$B$5</c:f>
              <c:numCache>
                <c:formatCode>General</c:formatCode>
                <c:ptCount val="4"/>
                <c:pt idx="0">
                  <c:v>5</c:v>
                </c:pt>
                <c:pt idx="1">
                  <c:v>2.5</c:v>
                </c:pt>
                <c:pt idx="2">
                  <c:v>2</c:v>
                </c:pt>
                <c:pt idx="3">
                  <c:v>1.2</c:v>
                </c:pt>
              </c:numCache>
            </c:numRef>
          </c:val>
          <c:extLst>
            <c:ext xmlns:c16="http://schemas.microsoft.com/office/drawing/2014/chart" uri="{C3380CC4-5D6E-409C-BE32-E72D297353CC}">
              <c16:uniqueId val="{0000000C-7A2A-4401-88ED-9605408F95DD}"/>
            </c:ext>
          </c:extLst>
        </c:ser>
        <c:dLbls>
          <c:showLegendKey val="0"/>
          <c:showVal val="1"/>
          <c:showCatName val="0"/>
          <c:showSerName val="0"/>
          <c:showPercent val="0"/>
          <c:showBubbleSize val="0"/>
          <c:showLeaderLines val="0"/>
        </c:dLbls>
        <c:firstSliceAng val="0"/>
        <c:holeSize val="68"/>
      </c:doughnutChart>
      <c:spPr>
        <a:noFill/>
        <a:ln>
          <a:noFill/>
        </a:ln>
        <a:effectLst/>
      </c:spPr>
    </c:plotArea>
    <c:legend>
      <c:legendPos val="b"/>
      <c:legendEntry>
        <c:idx val="0"/>
        <c:txPr>
          <a:bodyPr rot="0" spcFirstLastPara="1" vertOverflow="ellipsis" vert="horz" wrap="square" anchor="ctr" anchorCtr="1"/>
          <a:lstStyle/>
          <a:p>
            <a:pPr>
              <a:defRPr sz="1197" b="0" i="0" u="none" strike="noStrike" kern="1200" baseline="0">
                <a:solidFill>
                  <a:schemeClr val="bg1"/>
                </a:solidFill>
                <a:latin typeface="EYInterstate Light" panose="02000506000000020004" pitchFamily="2" charset="0"/>
                <a:ea typeface="+mn-ea"/>
                <a:cs typeface="+mn-cs"/>
              </a:defRPr>
            </a:pPr>
            <a:endParaRPr lang="en-US"/>
          </a:p>
        </c:txPr>
      </c:legendEntry>
      <c:legendEntry>
        <c:idx val="1"/>
        <c:txPr>
          <a:bodyPr rot="0" spcFirstLastPara="1" vertOverflow="ellipsis" vert="horz" wrap="square" anchor="ctr" anchorCtr="1"/>
          <a:lstStyle/>
          <a:p>
            <a:pPr>
              <a:defRPr sz="1197" b="0" i="0" u="none" strike="noStrike" kern="1200" baseline="0">
                <a:solidFill>
                  <a:schemeClr val="bg1"/>
                </a:solidFill>
                <a:latin typeface="EYInterstate Light" panose="02000506000000020004" pitchFamily="2" charset="0"/>
                <a:ea typeface="+mn-ea"/>
                <a:cs typeface="+mn-cs"/>
              </a:defRPr>
            </a:pPr>
            <a:endParaRPr lang="en-US"/>
          </a:p>
        </c:txPr>
      </c:legendEntry>
      <c:legendEntry>
        <c:idx val="2"/>
        <c:txPr>
          <a:bodyPr rot="0" spcFirstLastPara="1" vertOverflow="ellipsis" vert="horz" wrap="square" anchor="ctr" anchorCtr="1"/>
          <a:lstStyle/>
          <a:p>
            <a:pPr>
              <a:defRPr sz="1197" b="0" i="0" u="none" strike="noStrike" kern="1200" baseline="0">
                <a:solidFill>
                  <a:schemeClr val="bg1"/>
                </a:solidFill>
                <a:latin typeface="EYInterstate Light" panose="02000506000000020004" pitchFamily="2" charset="0"/>
                <a:ea typeface="+mn-ea"/>
                <a:cs typeface="+mn-cs"/>
              </a:defRPr>
            </a:pPr>
            <a:endParaRPr lang="en-US"/>
          </a:p>
        </c:txPr>
      </c:legendEntry>
      <c:legendEntry>
        <c:idx val="3"/>
        <c:txPr>
          <a:bodyPr rot="0" spcFirstLastPara="1" vertOverflow="ellipsis" vert="horz" wrap="square" anchor="ctr" anchorCtr="1"/>
          <a:lstStyle/>
          <a:p>
            <a:pPr>
              <a:defRPr sz="1197" b="0" i="0" u="none" strike="noStrike" kern="1200" baseline="0">
                <a:solidFill>
                  <a:schemeClr val="bg1"/>
                </a:solidFill>
                <a:latin typeface="EYInterstate Light" panose="02000506000000020004" pitchFamily="2" charset="0"/>
                <a:ea typeface="+mn-ea"/>
                <a:cs typeface="+mn-cs"/>
              </a:defRPr>
            </a:pPr>
            <a:endParaRPr lang="en-US"/>
          </a:p>
        </c:txPr>
      </c:legendEntry>
      <c:layout>
        <c:manualLayout>
          <c:xMode val="edge"/>
          <c:yMode val="edge"/>
          <c:x val="2.1876276638992834E-3"/>
          <c:y val="0.91027447676051565"/>
          <c:w val="0.45429037346228179"/>
          <c:h val="6.586000243204533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EYInterstate Light" panose="02000506000000020004" pitchFamily="2" charset="0"/>
              <a:ea typeface="+mn-ea"/>
              <a:cs typeface="+mn-cs"/>
            </a:defRPr>
          </a:pPr>
          <a:endParaRPr lang="en-US"/>
        </a:p>
      </c:txPr>
    </c:legend>
    <c:plotVisOnly val="1"/>
    <c:dispBlanksAs val="gap"/>
    <c:showDLblsOverMax val="0"/>
  </c:chart>
  <c:spPr>
    <a:noFill/>
    <a:ln>
      <a:noFill/>
    </a:ln>
    <a:effectLst/>
  </c:spPr>
  <c:txPr>
    <a:bodyPr/>
    <a:lstStyle/>
    <a:p>
      <a:pPr>
        <a:defRPr>
          <a:solidFill>
            <a:schemeClr val="bg1"/>
          </a:solidFill>
          <a:latin typeface="EYInterstate Light" panose="02000506000000020004" pitchFamily="2"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862" b="0" i="0" u="none" strike="noStrike" kern="1200" spc="0" baseline="0">
                <a:solidFill>
                  <a:schemeClr val="bg1"/>
                </a:solidFill>
                <a:latin typeface="EYInterstate Light" panose="02000506000000020004" pitchFamily="2" charset="0"/>
                <a:ea typeface="+mn-ea"/>
                <a:cs typeface="+mn-cs"/>
              </a:defRPr>
            </a:pPr>
            <a:r>
              <a:rPr lang="en-US" dirty="0"/>
              <a:t>Chart Title</a:t>
            </a:r>
          </a:p>
        </c:rich>
      </c:tx>
      <c:layout>
        <c:manualLayout>
          <c:xMode val="edge"/>
          <c:yMode val="edge"/>
          <c:x val="1.650456976076753E-4"/>
          <c:y val="2.0498837323163901E-2"/>
        </c:manualLayout>
      </c:layout>
      <c:overlay val="0"/>
      <c:spPr>
        <a:noFill/>
        <a:ln>
          <a:noFill/>
        </a:ln>
        <a:effectLst/>
      </c:spPr>
      <c:txPr>
        <a:bodyPr rot="0" spcFirstLastPara="1" vertOverflow="ellipsis" vert="horz" wrap="square" anchor="ctr" anchorCtr="1"/>
        <a:lstStyle/>
        <a:p>
          <a:pPr>
            <a:defRPr lang="en-US" sz="1862" b="0" i="0" u="none" strike="noStrike" kern="1200" spc="0" baseline="0">
              <a:solidFill>
                <a:schemeClr val="bg1"/>
              </a:solidFill>
              <a:latin typeface="EYInterstate Light" panose="02000506000000020004" pitchFamily="2" charset="0"/>
              <a:ea typeface="+mn-ea"/>
              <a:cs typeface="+mn-cs"/>
            </a:defRPr>
          </a:pPr>
          <a:endParaRPr lang="en-US"/>
        </a:p>
      </c:txPr>
    </c:title>
    <c:autoTitleDeleted val="0"/>
    <c:plotArea>
      <c:layout>
        <c:manualLayout>
          <c:layoutTarget val="inner"/>
          <c:xMode val="edge"/>
          <c:yMode val="edge"/>
          <c:x val="0.13162997757123654"/>
          <c:y val="0.14625086487876632"/>
          <c:w val="0.73633346434261038"/>
          <c:h val="0.58640690353494651"/>
        </c:manualLayout>
      </c:layout>
      <c:barChart>
        <c:barDir val="col"/>
        <c:grouping val="stacked"/>
        <c:varyColors val="0"/>
        <c:ser>
          <c:idx val="0"/>
          <c:order val="0"/>
          <c:tx>
            <c:strRef>
              <c:f>Sheet1!$B$1</c:f>
              <c:strCache>
                <c:ptCount val="1"/>
                <c:pt idx="0">
                  <c:v>Series 1</c:v>
                </c:pt>
              </c:strCache>
            </c:strRef>
          </c:tx>
          <c:spPr>
            <a:solidFill>
              <a:srgbClr val="747480"/>
            </a:solidFill>
            <a:ln>
              <a:noFill/>
            </a:ln>
            <a:effectLst/>
          </c:spPr>
          <c:invertIfNegative val="0"/>
          <c:cat>
            <c:numRef>
              <c:f>Sheet1!$A$2:$A$8</c:f>
              <c:numCache>
                <c:formatCode>General</c:formatCode>
                <c:ptCount val="7"/>
                <c:pt idx="0">
                  <c:v>2011</c:v>
                </c:pt>
                <c:pt idx="1">
                  <c:v>2012</c:v>
                </c:pt>
                <c:pt idx="2">
                  <c:v>2013</c:v>
                </c:pt>
                <c:pt idx="3">
                  <c:v>2014</c:v>
                </c:pt>
                <c:pt idx="4">
                  <c:v>2015</c:v>
                </c:pt>
                <c:pt idx="5">
                  <c:v>2016</c:v>
                </c:pt>
                <c:pt idx="6">
                  <c:v>2017</c:v>
                </c:pt>
              </c:numCache>
            </c:numRef>
          </c:cat>
          <c:val>
            <c:numRef>
              <c:f>Sheet1!$B$2:$B$8</c:f>
              <c:numCache>
                <c:formatCode>General</c:formatCode>
                <c:ptCount val="7"/>
                <c:pt idx="0">
                  <c:v>4.3</c:v>
                </c:pt>
                <c:pt idx="1">
                  <c:v>2.5</c:v>
                </c:pt>
                <c:pt idx="2">
                  <c:v>3.5</c:v>
                </c:pt>
                <c:pt idx="3">
                  <c:v>4.5</c:v>
                </c:pt>
                <c:pt idx="4">
                  <c:v>4.4000000000000004</c:v>
                </c:pt>
                <c:pt idx="5">
                  <c:v>1.8</c:v>
                </c:pt>
                <c:pt idx="6">
                  <c:v>2.8</c:v>
                </c:pt>
              </c:numCache>
            </c:numRef>
          </c:val>
          <c:extLst>
            <c:ext xmlns:c16="http://schemas.microsoft.com/office/drawing/2014/chart" uri="{C3380CC4-5D6E-409C-BE32-E72D297353CC}">
              <c16:uniqueId val="{00000000-E9F4-4DBC-8156-C41C995A53E6}"/>
            </c:ext>
          </c:extLst>
        </c:ser>
        <c:ser>
          <c:idx val="1"/>
          <c:order val="1"/>
          <c:tx>
            <c:strRef>
              <c:f>Sheet1!$C$1</c:f>
              <c:strCache>
                <c:ptCount val="1"/>
                <c:pt idx="0">
                  <c:v>Series 2</c:v>
                </c:pt>
              </c:strCache>
            </c:strRef>
          </c:tx>
          <c:spPr>
            <a:solidFill>
              <a:srgbClr val="C4C4CD"/>
            </a:solidFill>
            <a:ln>
              <a:noFill/>
            </a:ln>
            <a:effectLst/>
          </c:spPr>
          <c:invertIfNegative val="0"/>
          <c:cat>
            <c:numRef>
              <c:f>Sheet1!$A$2:$A$8</c:f>
              <c:numCache>
                <c:formatCode>General</c:formatCode>
                <c:ptCount val="7"/>
                <c:pt idx="0">
                  <c:v>2011</c:v>
                </c:pt>
                <c:pt idx="1">
                  <c:v>2012</c:v>
                </c:pt>
                <c:pt idx="2">
                  <c:v>2013</c:v>
                </c:pt>
                <c:pt idx="3">
                  <c:v>2014</c:v>
                </c:pt>
                <c:pt idx="4">
                  <c:v>2015</c:v>
                </c:pt>
                <c:pt idx="5">
                  <c:v>2016</c:v>
                </c:pt>
                <c:pt idx="6">
                  <c:v>2017</c:v>
                </c:pt>
              </c:numCache>
            </c:numRef>
          </c:cat>
          <c:val>
            <c:numRef>
              <c:f>Sheet1!$C$2:$C$8</c:f>
              <c:numCache>
                <c:formatCode>General</c:formatCode>
                <c:ptCount val="7"/>
                <c:pt idx="0">
                  <c:v>2.4</c:v>
                </c:pt>
                <c:pt idx="1">
                  <c:v>4.4000000000000004</c:v>
                </c:pt>
                <c:pt idx="2">
                  <c:v>1.8</c:v>
                </c:pt>
                <c:pt idx="3">
                  <c:v>2.8</c:v>
                </c:pt>
                <c:pt idx="4">
                  <c:v>2.5</c:v>
                </c:pt>
                <c:pt idx="5">
                  <c:v>3.5</c:v>
                </c:pt>
                <c:pt idx="6">
                  <c:v>4.5</c:v>
                </c:pt>
              </c:numCache>
            </c:numRef>
          </c:val>
          <c:extLst>
            <c:ext xmlns:c16="http://schemas.microsoft.com/office/drawing/2014/chart" uri="{C3380CC4-5D6E-409C-BE32-E72D297353CC}">
              <c16:uniqueId val="{00000001-E9F4-4DBC-8156-C41C995A53E6}"/>
            </c:ext>
          </c:extLst>
        </c:ser>
        <c:ser>
          <c:idx val="2"/>
          <c:order val="2"/>
          <c:tx>
            <c:strRef>
              <c:f>Sheet1!$D$1</c:f>
              <c:strCache>
                <c:ptCount val="1"/>
                <c:pt idx="0">
                  <c:v>Series 3</c:v>
                </c:pt>
              </c:strCache>
            </c:strRef>
          </c:tx>
          <c:spPr>
            <a:solidFill>
              <a:schemeClr val="tx2"/>
            </a:solidFill>
            <a:ln>
              <a:noFill/>
            </a:ln>
            <a:effectLst/>
          </c:spPr>
          <c:invertIfNegative val="0"/>
          <c:cat>
            <c:numRef>
              <c:f>Sheet1!$A$2:$A$8</c:f>
              <c:numCache>
                <c:formatCode>General</c:formatCode>
                <c:ptCount val="7"/>
                <c:pt idx="0">
                  <c:v>2011</c:v>
                </c:pt>
                <c:pt idx="1">
                  <c:v>2012</c:v>
                </c:pt>
                <c:pt idx="2">
                  <c:v>2013</c:v>
                </c:pt>
                <c:pt idx="3">
                  <c:v>2014</c:v>
                </c:pt>
                <c:pt idx="4">
                  <c:v>2015</c:v>
                </c:pt>
                <c:pt idx="5">
                  <c:v>2016</c:v>
                </c:pt>
                <c:pt idx="6">
                  <c:v>2017</c:v>
                </c:pt>
              </c:numCache>
            </c:numRef>
          </c:cat>
          <c:val>
            <c:numRef>
              <c:f>Sheet1!$D$2:$D$8</c:f>
              <c:numCache>
                <c:formatCode>General</c:formatCode>
                <c:ptCount val="7"/>
                <c:pt idx="0">
                  <c:v>2</c:v>
                </c:pt>
                <c:pt idx="1">
                  <c:v>2</c:v>
                </c:pt>
                <c:pt idx="2">
                  <c:v>3</c:v>
                </c:pt>
                <c:pt idx="3">
                  <c:v>5</c:v>
                </c:pt>
                <c:pt idx="4">
                  <c:v>6</c:v>
                </c:pt>
                <c:pt idx="5">
                  <c:v>8</c:v>
                </c:pt>
                <c:pt idx="6">
                  <c:v>4</c:v>
                </c:pt>
              </c:numCache>
            </c:numRef>
          </c:val>
          <c:extLst>
            <c:ext xmlns:c16="http://schemas.microsoft.com/office/drawing/2014/chart" uri="{C3380CC4-5D6E-409C-BE32-E72D297353CC}">
              <c16:uniqueId val="{00000002-E9F4-4DBC-8156-C41C995A53E6}"/>
            </c:ext>
          </c:extLst>
        </c:ser>
        <c:dLbls>
          <c:showLegendKey val="0"/>
          <c:showVal val="0"/>
          <c:showCatName val="0"/>
          <c:showSerName val="0"/>
          <c:showPercent val="0"/>
          <c:showBubbleSize val="0"/>
        </c:dLbls>
        <c:gapWidth val="150"/>
        <c:overlap val="100"/>
        <c:axId val="299983624"/>
        <c:axId val="299977352"/>
      </c:barChart>
      <c:catAx>
        <c:axId val="299983624"/>
        <c:scaling>
          <c:orientation val="minMax"/>
        </c:scaling>
        <c:delete val="0"/>
        <c:axPos val="b"/>
        <c:numFmt formatCode="General" sourceLinked="1"/>
        <c:majorTickMark val="none"/>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EYInterstate Light" panose="02000506000000020004" pitchFamily="2" charset="0"/>
                <a:ea typeface="+mn-ea"/>
                <a:cs typeface="+mn-cs"/>
              </a:defRPr>
            </a:pPr>
            <a:endParaRPr lang="en-US"/>
          </a:p>
        </c:txPr>
        <c:crossAx val="299977352"/>
        <c:crosses val="autoZero"/>
        <c:auto val="1"/>
        <c:lblAlgn val="ctr"/>
        <c:lblOffset val="100"/>
        <c:noMultiLvlLbl val="0"/>
      </c:catAx>
      <c:valAx>
        <c:axId val="299977352"/>
        <c:scaling>
          <c:orientation val="minMax"/>
        </c:scaling>
        <c:delete val="0"/>
        <c:axPos val="l"/>
        <c:title>
          <c:tx>
            <c:rich>
              <a:bodyPr rot="-5400000" spcFirstLastPara="1" vertOverflow="ellipsis" vert="horz" wrap="square" anchor="ctr" anchorCtr="1"/>
              <a:lstStyle/>
              <a:p>
                <a:pPr>
                  <a:defRPr lang="en-US" sz="1330" b="0" i="0" u="none" strike="noStrike" kern="1200" baseline="0">
                    <a:solidFill>
                      <a:schemeClr val="bg1"/>
                    </a:solidFill>
                    <a:latin typeface="EYInterstate Light" panose="02000506000000020004" pitchFamily="2" charset="0"/>
                    <a:ea typeface="+mn-ea"/>
                    <a:cs typeface="+mn-cs"/>
                  </a:defRPr>
                </a:pPr>
                <a:r>
                  <a:rPr lang="en-US" dirty="0"/>
                  <a:t>Axis Title</a:t>
                </a:r>
              </a:p>
            </c:rich>
          </c:tx>
          <c:layout>
            <c:manualLayout>
              <c:xMode val="edge"/>
              <c:yMode val="edge"/>
              <c:x val="1.1788978400549386E-2"/>
              <c:y val="0.34407486756459826"/>
            </c:manualLayout>
          </c:layout>
          <c:overlay val="0"/>
          <c:spPr>
            <a:noFill/>
            <a:ln>
              <a:noFill/>
            </a:ln>
            <a:effectLst/>
          </c:spPr>
          <c:txPr>
            <a:bodyPr rot="-5400000" spcFirstLastPara="1" vertOverflow="ellipsis" vert="horz" wrap="square" anchor="ctr" anchorCtr="1"/>
            <a:lstStyle/>
            <a:p>
              <a:pPr>
                <a:defRPr lang="en-US" sz="1330" b="0" i="0" u="none" strike="noStrike" kern="1200" baseline="0">
                  <a:solidFill>
                    <a:schemeClr val="bg1"/>
                  </a:solidFill>
                  <a:latin typeface="EYInterstate Light" panose="02000506000000020004" pitchFamily="2" charset="0"/>
                  <a:ea typeface="+mn-ea"/>
                  <a:cs typeface="+mn-cs"/>
                </a:defRPr>
              </a:pPr>
              <a:endParaRPr lang="en-US"/>
            </a:p>
          </c:txPr>
        </c:title>
        <c:numFmt formatCode="General" sourceLinked="1"/>
        <c:majorTickMark val="none"/>
        <c:minorTickMark val="none"/>
        <c:tickLblPos val="nextTo"/>
        <c:spPr>
          <a:noFill/>
          <a:ln>
            <a:solidFill>
              <a:schemeClr val="bg1"/>
            </a:solidFill>
          </a:ln>
          <a:effectLst/>
        </c:spPr>
        <c:txPr>
          <a:bodyPr rot="-60000000" spcFirstLastPara="1" vertOverflow="ellipsis" vert="horz" wrap="square" anchor="ctr" anchorCtr="1"/>
          <a:lstStyle/>
          <a:p>
            <a:pPr>
              <a:defRPr sz="1197" b="0" i="0" u="none" strike="noStrike" kern="1200" baseline="0">
                <a:solidFill>
                  <a:schemeClr val="bg1"/>
                </a:solidFill>
                <a:latin typeface="EYInterstate Light" panose="02000506000000020004" pitchFamily="2" charset="0"/>
                <a:ea typeface="+mn-ea"/>
                <a:cs typeface="+mn-cs"/>
              </a:defRPr>
            </a:pPr>
            <a:endParaRPr lang="en-US"/>
          </a:p>
        </c:txPr>
        <c:crossAx val="299983624"/>
        <c:crosses val="autoZero"/>
        <c:crossBetween val="between"/>
      </c:valAx>
      <c:spPr>
        <a:noFill/>
        <a:ln>
          <a:noFill/>
        </a:ln>
        <a:effectLst/>
      </c:spPr>
    </c:plotArea>
    <c:legend>
      <c:legendPos val="b"/>
      <c:layout>
        <c:manualLayout>
          <c:xMode val="edge"/>
          <c:yMode val="edge"/>
          <c:x val="9.7443611088471729E-2"/>
          <c:y val="0.91028046283254127"/>
          <c:w val="0.47613214572216961"/>
          <c:h val="6.585560855721543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EYInterstate Light" panose="02000506000000020004" pitchFamily="2" charset="0"/>
              <a:ea typeface="+mn-ea"/>
              <a:cs typeface="+mn-cs"/>
            </a:defRPr>
          </a:pPr>
          <a:endParaRPr lang="en-US"/>
        </a:p>
      </c:txPr>
    </c:legend>
    <c:plotVisOnly val="1"/>
    <c:dispBlanksAs val="gap"/>
    <c:showDLblsOverMax val="0"/>
  </c:chart>
  <c:spPr>
    <a:noFill/>
    <a:ln>
      <a:noFill/>
    </a:ln>
    <a:effectLst/>
  </c:spPr>
  <c:txPr>
    <a:bodyPr/>
    <a:lstStyle/>
    <a:p>
      <a:pPr>
        <a:defRPr>
          <a:solidFill>
            <a:schemeClr val="bg1"/>
          </a:solidFill>
          <a:latin typeface="EYInterstate Light" panose="02000506000000020004" pitchFamily="2"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gradFill>
              <a:gsLst>
                <a:gs pos="43000">
                  <a:schemeClr val="tx2"/>
                </a:gs>
                <a:gs pos="67000">
                  <a:srgbClr val="FE7202"/>
                </a:gs>
                <a:gs pos="90000">
                  <a:srgbClr val="FF03FD"/>
                </a:gs>
              </a:gsLst>
              <a:lin ang="17400000" scaled="0"/>
            </a:gradFill>
            <a:ln>
              <a:noFill/>
            </a:ln>
          </c:spPr>
          <c:dPt>
            <c:idx val="0"/>
            <c:bubble3D val="0"/>
            <c:spPr>
              <a:gradFill flip="none" rotWithShape="1">
                <a:gsLst>
                  <a:gs pos="43000">
                    <a:schemeClr val="tx2"/>
                  </a:gs>
                  <a:gs pos="67000">
                    <a:srgbClr val="FF03FD"/>
                  </a:gs>
                  <a:gs pos="90000">
                    <a:srgbClr val="32FFFF"/>
                  </a:gs>
                </a:gsLst>
                <a:lin ang="10800000" scaled="0"/>
                <a:tileRect/>
              </a:gradFill>
              <a:ln w="19050">
                <a:noFill/>
              </a:ln>
              <a:effectLst/>
            </c:spPr>
            <c:extLst>
              <c:ext xmlns:c16="http://schemas.microsoft.com/office/drawing/2014/chart" uri="{C3380CC4-5D6E-409C-BE32-E72D297353CC}">
                <c16:uniqueId val="{00000001-34A0-4BEE-8ED0-AC6077DD5214}"/>
              </c:ext>
            </c:extLst>
          </c:dPt>
          <c:dPt>
            <c:idx val="1"/>
            <c:bubble3D val="0"/>
            <c:spPr>
              <a:noFill/>
              <a:ln w="19050">
                <a:noFill/>
              </a:ln>
              <a:effectLst/>
            </c:spPr>
            <c:extLst>
              <c:ext xmlns:c16="http://schemas.microsoft.com/office/drawing/2014/chart" uri="{C3380CC4-5D6E-409C-BE32-E72D297353CC}">
                <c16:uniqueId val="{00000003-34A0-4BEE-8ED0-AC6077DD5214}"/>
              </c:ext>
            </c:extLst>
          </c:dPt>
          <c:cat>
            <c:strRef>
              <c:f>Sheet1!$A$2:$A$3</c:f>
              <c:strCache>
                <c:ptCount val="2"/>
                <c:pt idx="0">
                  <c:v>1st Qtr</c:v>
                </c:pt>
                <c:pt idx="1">
                  <c:v>2nd Qtr</c:v>
                </c:pt>
              </c:strCache>
            </c:strRef>
          </c:cat>
          <c:val>
            <c:numRef>
              <c:f>Sheet1!$B$2:$B$3</c:f>
              <c:numCache>
                <c:formatCode>0%</c:formatCode>
                <c:ptCount val="2"/>
                <c:pt idx="0">
                  <c:v>0.89</c:v>
                </c:pt>
                <c:pt idx="1">
                  <c:v>0.10999999999999999</c:v>
                </c:pt>
              </c:numCache>
            </c:numRef>
          </c:val>
          <c:extLst>
            <c:ext xmlns:c16="http://schemas.microsoft.com/office/drawing/2014/chart" uri="{C3380CC4-5D6E-409C-BE32-E72D297353CC}">
              <c16:uniqueId val="{00000004-34A0-4BEE-8ED0-AC6077DD5214}"/>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gradFill>
                <a:gsLst>
                  <a:gs pos="43000">
                    <a:schemeClr val="tx2"/>
                  </a:gs>
                  <a:gs pos="67000">
                    <a:srgbClr val="2CD04A"/>
                  </a:gs>
                  <a:gs pos="90000">
                    <a:srgbClr val="009AFE"/>
                  </a:gs>
                </a:gsLst>
                <a:lin ang="10200000" scaled="0"/>
              </a:gradFill>
              <a:ln w="19050">
                <a:noFill/>
              </a:ln>
              <a:effectLst/>
            </c:spPr>
            <c:extLst>
              <c:ext xmlns:c16="http://schemas.microsoft.com/office/drawing/2014/chart" uri="{C3380CC4-5D6E-409C-BE32-E72D297353CC}">
                <c16:uniqueId val="{00000001-90D7-4781-B3A1-CEB312791264}"/>
              </c:ext>
            </c:extLst>
          </c:dPt>
          <c:dPt>
            <c:idx val="1"/>
            <c:bubble3D val="0"/>
            <c:spPr>
              <a:noFill/>
              <a:ln w="19050">
                <a:noFill/>
              </a:ln>
              <a:effectLst/>
            </c:spPr>
            <c:extLst>
              <c:ext xmlns:c16="http://schemas.microsoft.com/office/drawing/2014/chart" uri="{C3380CC4-5D6E-409C-BE32-E72D297353CC}">
                <c16:uniqueId val="{00000003-90D7-4781-B3A1-CEB312791264}"/>
              </c:ext>
            </c:extLst>
          </c:dPt>
          <c:cat>
            <c:strRef>
              <c:f>Sheet1!$A$2:$A$3</c:f>
              <c:strCache>
                <c:ptCount val="2"/>
                <c:pt idx="0">
                  <c:v>1st Qtr</c:v>
                </c:pt>
                <c:pt idx="1">
                  <c:v>2nd Qtr</c:v>
                </c:pt>
              </c:strCache>
            </c:strRef>
          </c:cat>
          <c:val>
            <c:numRef>
              <c:f>Sheet1!$B$2:$B$3</c:f>
              <c:numCache>
                <c:formatCode>0%</c:formatCode>
                <c:ptCount val="2"/>
                <c:pt idx="0">
                  <c:v>0.7</c:v>
                </c:pt>
                <c:pt idx="1">
                  <c:v>0.30000000000000004</c:v>
                </c:pt>
              </c:numCache>
            </c:numRef>
          </c:val>
          <c:extLst>
            <c:ext xmlns:c16="http://schemas.microsoft.com/office/drawing/2014/chart" uri="{C3380CC4-5D6E-409C-BE32-E72D297353CC}">
              <c16:uniqueId val="{00000004-90D7-4781-B3A1-CEB312791264}"/>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marL="252000" indent="-252000" algn="l" defTabSz="914400" rtl="0" eaLnBrk="1" latinLnBrk="0" hangingPunct="1">
        <a:lnSpc>
          <a:spcPct val="90000"/>
        </a:lnSpc>
        <a:spcBef>
          <a:spcPts val="400"/>
        </a:spcBef>
        <a:spcAft>
          <a:spcPts val="400"/>
        </a:spcAft>
        <a:buClr>
          <a:schemeClr val="tx2"/>
        </a:buClr>
        <a:buFont typeface="Wingdings" pitchFamily="2" charset="2"/>
        <a:buChar char="§"/>
        <a:defRPr lang="en-US" sz="2000" kern="1200">
          <a:solidFill>
            <a:schemeClr val="bg1"/>
          </a:solidFill>
          <a:latin typeface="+mn-lt"/>
          <a:ea typeface="+mn-ea"/>
          <a:cs typeface="+mn-cs"/>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gradFill>
                <a:gsLst>
                  <a:gs pos="43000">
                    <a:schemeClr val="tx2"/>
                  </a:gs>
                  <a:gs pos="67000">
                    <a:srgbClr val="FF7D1E"/>
                  </a:gs>
                  <a:gs pos="90000">
                    <a:srgbClr val="FF32FF"/>
                  </a:gs>
                </a:gsLst>
                <a:lin ang="10200000" scaled="0"/>
              </a:gradFill>
              <a:ln w="19050">
                <a:noFill/>
              </a:ln>
              <a:effectLst/>
            </c:spPr>
            <c:extLst>
              <c:ext xmlns:c16="http://schemas.microsoft.com/office/drawing/2014/chart" uri="{C3380CC4-5D6E-409C-BE32-E72D297353CC}">
                <c16:uniqueId val="{00000001-1260-4AF7-81CF-1BE7F4ED70A6}"/>
              </c:ext>
            </c:extLst>
          </c:dPt>
          <c:dPt>
            <c:idx val="1"/>
            <c:bubble3D val="0"/>
            <c:spPr>
              <a:noFill/>
              <a:ln w="19050">
                <a:noFill/>
              </a:ln>
              <a:effectLst/>
            </c:spPr>
            <c:extLst>
              <c:ext xmlns:c16="http://schemas.microsoft.com/office/drawing/2014/chart" uri="{C3380CC4-5D6E-409C-BE32-E72D297353CC}">
                <c16:uniqueId val="{00000003-1260-4AF7-81CF-1BE7F4ED70A6}"/>
              </c:ext>
            </c:extLst>
          </c:dPt>
          <c:cat>
            <c:strRef>
              <c:f>Sheet1!$A$2:$A$3</c:f>
              <c:strCache>
                <c:ptCount val="2"/>
                <c:pt idx="0">
                  <c:v>1st Qtr</c:v>
                </c:pt>
                <c:pt idx="1">
                  <c:v>2nd Qtr</c:v>
                </c:pt>
              </c:strCache>
            </c:strRef>
          </c:cat>
          <c:val>
            <c:numRef>
              <c:f>Sheet1!$B$2:$B$3</c:f>
              <c:numCache>
                <c:formatCode>0%</c:formatCode>
                <c:ptCount val="2"/>
                <c:pt idx="0">
                  <c:v>0.68</c:v>
                </c:pt>
                <c:pt idx="1">
                  <c:v>0.31999999999999995</c:v>
                </c:pt>
              </c:numCache>
            </c:numRef>
          </c:val>
          <c:extLst>
            <c:ext xmlns:c16="http://schemas.microsoft.com/office/drawing/2014/chart" uri="{C3380CC4-5D6E-409C-BE32-E72D297353CC}">
              <c16:uniqueId val="{00000004-1260-4AF7-81CF-1BE7F4ED70A6}"/>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8964936023622047E-2"/>
          <c:y val="2.8552778755365479E-2"/>
          <c:w val="0.94384756397637792"/>
          <c:h val="0.87493210345735006"/>
        </c:manualLayout>
      </c:layout>
      <c:barChart>
        <c:barDir val="col"/>
        <c:grouping val="stacked"/>
        <c:varyColors val="0"/>
        <c:ser>
          <c:idx val="0"/>
          <c:order val="0"/>
          <c:tx>
            <c:strRef>
              <c:f>Sheet1!$B$1</c:f>
              <c:strCache>
                <c:ptCount val="1"/>
                <c:pt idx="0">
                  <c:v>Series 1</c:v>
                </c:pt>
              </c:strCache>
            </c:strRef>
          </c:tx>
          <c:spPr>
            <a:solidFill>
              <a:srgbClr val="1A1A24"/>
            </a:solidFill>
            <a:ln>
              <a:noFill/>
            </a:ln>
            <a:effectLst/>
          </c:spPr>
          <c:invertIfNegative val="0"/>
          <c:cat>
            <c:strRef>
              <c:f>Sheet1!$A$2:$A$10</c:f>
              <c:strCache>
                <c:ptCount val="9"/>
                <c:pt idx="0">
                  <c:v>Europe</c:v>
                </c:pt>
                <c:pt idx="1">
                  <c:v>US</c:v>
                </c:pt>
                <c:pt idx="2">
                  <c:v>Canada</c:v>
                </c:pt>
                <c:pt idx="3">
                  <c:v>China</c:v>
                </c:pt>
                <c:pt idx="4">
                  <c:v>India</c:v>
                </c:pt>
                <c:pt idx="5">
                  <c:v>Hong Kong</c:v>
                </c:pt>
                <c:pt idx="6">
                  <c:v>Korea</c:v>
                </c:pt>
                <c:pt idx="7">
                  <c:v>Singapore</c:v>
                </c:pt>
                <c:pt idx="8">
                  <c:v>Australia</c:v>
                </c:pt>
              </c:strCache>
            </c:strRef>
          </c:cat>
          <c:val>
            <c:numRef>
              <c:f>Sheet1!$B$2:$B$10</c:f>
              <c:numCache>
                <c:formatCode>0%</c:formatCode>
                <c:ptCount val="9"/>
                <c:pt idx="0">
                  <c:v>0.1</c:v>
                </c:pt>
                <c:pt idx="1">
                  <c:v>0.18</c:v>
                </c:pt>
                <c:pt idx="2">
                  <c:v>0.2</c:v>
                </c:pt>
                <c:pt idx="3">
                  <c:v>0.1</c:v>
                </c:pt>
                <c:pt idx="4">
                  <c:v>0.25</c:v>
                </c:pt>
                <c:pt idx="5">
                  <c:v>0.08</c:v>
                </c:pt>
                <c:pt idx="6">
                  <c:v>0.1</c:v>
                </c:pt>
                <c:pt idx="7">
                  <c:v>0.08</c:v>
                </c:pt>
                <c:pt idx="8">
                  <c:v>0.08</c:v>
                </c:pt>
              </c:numCache>
            </c:numRef>
          </c:val>
          <c:extLst>
            <c:ext xmlns:c16="http://schemas.microsoft.com/office/drawing/2014/chart" uri="{C3380CC4-5D6E-409C-BE32-E72D297353CC}">
              <c16:uniqueId val="{00000000-589C-4183-9415-79D291146356}"/>
            </c:ext>
          </c:extLst>
        </c:ser>
        <c:ser>
          <c:idx val="1"/>
          <c:order val="1"/>
          <c:tx>
            <c:strRef>
              <c:f>Sheet1!$C$1</c:f>
              <c:strCache>
                <c:ptCount val="1"/>
                <c:pt idx="0">
                  <c:v>Series 2</c:v>
                </c:pt>
              </c:strCache>
            </c:strRef>
          </c:tx>
          <c:spPr>
            <a:solidFill>
              <a:srgbClr val="747480"/>
            </a:solidFill>
            <a:ln>
              <a:noFill/>
            </a:ln>
            <a:effectLst/>
          </c:spPr>
          <c:invertIfNegative val="0"/>
          <c:cat>
            <c:strRef>
              <c:f>Sheet1!$A$2:$A$10</c:f>
              <c:strCache>
                <c:ptCount val="9"/>
                <c:pt idx="0">
                  <c:v>Europe</c:v>
                </c:pt>
                <c:pt idx="1">
                  <c:v>US</c:v>
                </c:pt>
                <c:pt idx="2">
                  <c:v>Canada</c:v>
                </c:pt>
                <c:pt idx="3">
                  <c:v>China</c:v>
                </c:pt>
                <c:pt idx="4">
                  <c:v>India</c:v>
                </c:pt>
                <c:pt idx="5">
                  <c:v>Hong Kong</c:v>
                </c:pt>
                <c:pt idx="6">
                  <c:v>Korea</c:v>
                </c:pt>
                <c:pt idx="7">
                  <c:v>Singapore</c:v>
                </c:pt>
                <c:pt idx="8">
                  <c:v>Australia</c:v>
                </c:pt>
              </c:strCache>
            </c:strRef>
          </c:cat>
          <c:val>
            <c:numRef>
              <c:f>Sheet1!$C$2:$C$10</c:f>
              <c:numCache>
                <c:formatCode>0%</c:formatCode>
                <c:ptCount val="9"/>
                <c:pt idx="0">
                  <c:v>0.55000000000000004</c:v>
                </c:pt>
                <c:pt idx="1">
                  <c:v>0.45</c:v>
                </c:pt>
                <c:pt idx="2">
                  <c:v>0.35</c:v>
                </c:pt>
                <c:pt idx="3">
                  <c:v>0.35</c:v>
                </c:pt>
                <c:pt idx="4">
                  <c:v>0.4</c:v>
                </c:pt>
                <c:pt idx="5">
                  <c:v>0.35</c:v>
                </c:pt>
                <c:pt idx="6">
                  <c:v>0.35</c:v>
                </c:pt>
                <c:pt idx="7">
                  <c:v>0.4</c:v>
                </c:pt>
                <c:pt idx="8">
                  <c:v>0.4</c:v>
                </c:pt>
              </c:numCache>
            </c:numRef>
          </c:val>
          <c:extLst>
            <c:ext xmlns:c16="http://schemas.microsoft.com/office/drawing/2014/chart" uri="{C3380CC4-5D6E-409C-BE32-E72D297353CC}">
              <c16:uniqueId val="{00000001-589C-4183-9415-79D291146356}"/>
            </c:ext>
          </c:extLst>
        </c:ser>
        <c:ser>
          <c:idx val="2"/>
          <c:order val="2"/>
          <c:tx>
            <c:strRef>
              <c:f>Sheet1!$D$1</c:f>
              <c:strCache>
                <c:ptCount val="1"/>
                <c:pt idx="0">
                  <c:v>Series 3</c:v>
                </c:pt>
              </c:strCache>
            </c:strRef>
          </c:tx>
          <c:spPr>
            <a:solidFill>
              <a:schemeClr val="bg2"/>
            </a:solidFill>
            <a:ln>
              <a:noFill/>
            </a:ln>
            <a:effectLst/>
          </c:spPr>
          <c:invertIfNegative val="0"/>
          <c:dPt>
            <c:idx val="0"/>
            <c:invertIfNegative val="0"/>
            <c:bubble3D val="0"/>
            <c:spPr>
              <a:solidFill>
                <a:srgbClr val="C4C4CD"/>
              </a:solidFill>
              <a:ln>
                <a:noFill/>
              </a:ln>
              <a:effectLst/>
            </c:spPr>
            <c:extLst>
              <c:ext xmlns:c16="http://schemas.microsoft.com/office/drawing/2014/chart" uri="{C3380CC4-5D6E-409C-BE32-E72D297353CC}">
                <c16:uniqueId val="{00000002-EA40-4DD7-B24B-F8B52F610B57}"/>
              </c:ext>
            </c:extLst>
          </c:dPt>
          <c:dPt>
            <c:idx val="1"/>
            <c:invertIfNegative val="0"/>
            <c:bubble3D val="0"/>
            <c:spPr>
              <a:solidFill>
                <a:srgbClr val="C4C4CD"/>
              </a:solidFill>
              <a:ln>
                <a:noFill/>
              </a:ln>
              <a:effectLst/>
            </c:spPr>
            <c:extLst>
              <c:ext xmlns:c16="http://schemas.microsoft.com/office/drawing/2014/chart" uri="{C3380CC4-5D6E-409C-BE32-E72D297353CC}">
                <c16:uniqueId val="{00000003-EA40-4DD7-B24B-F8B52F610B57}"/>
              </c:ext>
            </c:extLst>
          </c:dPt>
          <c:dPt>
            <c:idx val="2"/>
            <c:invertIfNegative val="0"/>
            <c:bubble3D val="0"/>
            <c:spPr>
              <a:solidFill>
                <a:srgbClr val="C4C4CD"/>
              </a:solidFill>
              <a:ln>
                <a:noFill/>
              </a:ln>
              <a:effectLst/>
            </c:spPr>
            <c:extLst>
              <c:ext xmlns:c16="http://schemas.microsoft.com/office/drawing/2014/chart" uri="{C3380CC4-5D6E-409C-BE32-E72D297353CC}">
                <c16:uniqueId val="{00000004-EA40-4DD7-B24B-F8B52F610B57}"/>
              </c:ext>
            </c:extLst>
          </c:dPt>
          <c:dPt>
            <c:idx val="3"/>
            <c:invertIfNegative val="0"/>
            <c:bubble3D val="0"/>
            <c:spPr>
              <a:solidFill>
                <a:srgbClr val="C4C4CD"/>
              </a:solidFill>
              <a:ln>
                <a:noFill/>
              </a:ln>
              <a:effectLst/>
            </c:spPr>
            <c:extLst>
              <c:ext xmlns:c16="http://schemas.microsoft.com/office/drawing/2014/chart" uri="{C3380CC4-5D6E-409C-BE32-E72D297353CC}">
                <c16:uniqueId val="{00000005-EA40-4DD7-B24B-F8B52F610B57}"/>
              </c:ext>
            </c:extLst>
          </c:dPt>
          <c:dPt>
            <c:idx val="4"/>
            <c:invertIfNegative val="0"/>
            <c:bubble3D val="0"/>
            <c:spPr>
              <a:gradFill>
                <a:gsLst>
                  <a:gs pos="43000">
                    <a:schemeClr val="tx2"/>
                  </a:gs>
                  <a:gs pos="67000">
                    <a:srgbClr val="FF7D1E"/>
                  </a:gs>
                  <a:gs pos="90000">
                    <a:srgbClr val="FF32FF"/>
                  </a:gs>
                </a:gsLst>
                <a:lin ang="17400000" scaled="0"/>
              </a:gradFill>
              <a:ln>
                <a:noFill/>
              </a:ln>
              <a:effectLst/>
            </c:spPr>
            <c:extLst>
              <c:ext xmlns:c16="http://schemas.microsoft.com/office/drawing/2014/chart" uri="{C3380CC4-5D6E-409C-BE32-E72D297353CC}">
                <c16:uniqueId val="{00000004-589C-4183-9415-79D291146356}"/>
              </c:ext>
            </c:extLst>
          </c:dPt>
          <c:dPt>
            <c:idx val="5"/>
            <c:invertIfNegative val="0"/>
            <c:bubble3D val="0"/>
            <c:spPr>
              <a:solidFill>
                <a:srgbClr val="C4C4CD"/>
              </a:solidFill>
              <a:ln>
                <a:noFill/>
              </a:ln>
              <a:effectLst/>
            </c:spPr>
            <c:extLst>
              <c:ext xmlns:c16="http://schemas.microsoft.com/office/drawing/2014/chart" uri="{C3380CC4-5D6E-409C-BE32-E72D297353CC}">
                <c16:uniqueId val="{00000006-EA40-4DD7-B24B-F8B52F610B57}"/>
              </c:ext>
            </c:extLst>
          </c:dPt>
          <c:dPt>
            <c:idx val="6"/>
            <c:invertIfNegative val="0"/>
            <c:bubble3D val="0"/>
            <c:spPr>
              <a:solidFill>
                <a:srgbClr val="C4C4CD"/>
              </a:solidFill>
              <a:ln>
                <a:noFill/>
              </a:ln>
              <a:effectLst/>
            </c:spPr>
            <c:extLst>
              <c:ext xmlns:c16="http://schemas.microsoft.com/office/drawing/2014/chart" uri="{C3380CC4-5D6E-409C-BE32-E72D297353CC}">
                <c16:uniqueId val="{00000007-EA40-4DD7-B24B-F8B52F610B57}"/>
              </c:ext>
            </c:extLst>
          </c:dPt>
          <c:dPt>
            <c:idx val="7"/>
            <c:invertIfNegative val="0"/>
            <c:bubble3D val="0"/>
            <c:spPr>
              <a:solidFill>
                <a:srgbClr val="C4C4CD"/>
              </a:solidFill>
              <a:ln>
                <a:noFill/>
              </a:ln>
              <a:effectLst/>
            </c:spPr>
            <c:extLst>
              <c:ext xmlns:c16="http://schemas.microsoft.com/office/drawing/2014/chart" uri="{C3380CC4-5D6E-409C-BE32-E72D297353CC}">
                <c16:uniqueId val="{00000008-EA40-4DD7-B24B-F8B52F610B57}"/>
              </c:ext>
            </c:extLst>
          </c:dPt>
          <c:dPt>
            <c:idx val="8"/>
            <c:invertIfNegative val="0"/>
            <c:bubble3D val="0"/>
            <c:spPr>
              <a:solidFill>
                <a:srgbClr val="C4C4CD"/>
              </a:solidFill>
              <a:ln>
                <a:noFill/>
              </a:ln>
              <a:effectLst/>
            </c:spPr>
            <c:extLst>
              <c:ext xmlns:c16="http://schemas.microsoft.com/office/drawing/2014/chart" uri="{C3380CC4-5D6E-409C-BE32-E72D297353CC}">
                <c16:uniqueId val="{00000009-EA40-4DD7-B24B-F8B52F610B57}"/>
              </c:ext>
            </c:extLst>
          </c:dPt>
          <c:cat>
            <c:strRef>
              <c:f>Sheet1!$A$2:$A$10</c:f>
              <c:strCache>
                <c:ptCount val="9"/>
                <c:pt idx="0">
                  <c:v>Europe</c:v>
                </c:pt>
                <c:pt idx="1">
                  <c:v>US</c:v>
                </c:pt>
                <c:pt idx="2">
                  <c:v>Canada</c:v>
                </c:pt>
                <c:pt idx="3">
                  <c:v>China</c:v>
                </c:pt>
                <c:pt idx="4">
                  <c:v>India</c:v>
                </c:pt>
                <c:pt idx="5">
                  <c:v>Hong Kong</c:v>
                </c:pt>
                <c:pt idx="6">
                  <c:v>Korea</c:v>
                </c:pt>
                <c:pt idx="7">
                  <c:v>Singapore</c:v>
                </c:pt>
                <c:pt idx="8">
                  <c:v>Australia</c:v>
                </c:pt>
              </c:strCache>
            </c:strRef>
          </c:cat>
          <c:val>
            <c:numRef>
              <c:f>Sheet1!$D$2:$D$10</c:f>
              <c:numCache>
                <c:formatCode>0%</c:formatCode>
                <c:ptCount val="9"/>
                <c:pt idx="0">
                  <c:v>0.35</c:v>
                </c:pt>
                <c:pt idx="1">
                  <c:v>0.37</c:v>
                </c:pt>
                <c:pt idx="2">
                  <c:v>0.45</c:v>
                </c:pt>
                <c:pt idx="3">
                  <c:v>0.55000000000000004</c:v>
                </c:pt>
                <c:pt idx="4">
                  <c:v>0.35</c:v>
                </c:pt>
                <c:pt idx="5">
                  <c:v>0.56999999999999995</c:v>
                </c:pt>
                <c:pt idx="6">
                  <c:v>0.55000000000000004</c:v>
                </c:pt>
                <c:pt idx="7">
                  <c:v>0.52</c:v>
                </c:pt>
                <c:pt idx="8">
                  <c:v>0.52</c:v>
                </c:pt>
              </c:numCache>
            </c:numRef>
          </c:val>
          <c:extLst>
            <c:ext xmlns:c16="http://schemas.microsoft.com/office/drawing/2014/chart" uri="{C3380CC4-5D6E-409C-BE32-E72D297353CC}">
              <c16:uniqueId val="{00000003-589C-4183-9415-79D291146356}"/>
            </c:ext>
          </c:extLst>
        </c:ser>
        <c:dLbls>
          <c:showLegendKey val="0"/>
          <c:showVal val="0"/>
          <c:showCatName val="0"/>
          <c:showSerName val="0"/>
          <c:showPercent val="0"/>
          <c:showBubbleSize val="0"/>
        </c:dLbls>
        <c:gapWidth val="500"/>
        <c:overlap val="100"/>
        <c:axId val="1090787552"/>
        <c:axId val="1090788512"/>
      </c:barChart>
      <c:catAx>
        <c:axId val="1090787552"/>
        <c:scaling>
          <c:orientation val="minMax"/>
        </c:scaling>
        <c:delete val="0"/>
        <c:axPos val="b"/>
        <c:numFmt formatCode="General" sourceLinked="1"/>
        <c:majorTickMark val="none"/>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090788512"/>
        <c:crosses val="autoZero"/>
        <c:auto val="1"/>
        <c:lblAlgn val="ctr"/>
        <c:lblOffset val="100"/>
        <c:noMultiLvlLbl val="0"/>
      </c:catAx>
      <c:valAx>
        <c:axId val="1090788512"/>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09078755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solidFill>
            <a:schemeClr val="bg1"/>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lang="en-US" sz="1862" b="0" i="0" u="none" strike="noStrike" kern="1200" spc="0" baseline="0">
                <a:solidFill>
                  <a:schemeClr val="bg1"/>
                </a:solidFill>
                <a:latin typeface="EYInterstate Light" panose="02000506000000020004" pitchFamily="2" charset="0"/>
                <a:ea typeface="+mn-ea"/>
                <a:cs typeface="+mn-cs"/>
              </a:defRPr>
            </a:pPr>
            <a:r>
              <a:rPr lang="en-US" dirty="0"/>
              <a:t>Sales</a:t>
            </a:r>
          </a:p>
        </c:rich>
      </c:tx>
      <c:layout>
        <c:manualLayout>
          <c:xMode val="edge"/>
          <c:yMode val="edge"/>
          <c:x val="5.8629536817696084E-3"/>
          <c:y val="2.050020500205002E-2"/>
        </c:manualLayout>
      </c:layout>
      <c:overlay val="0"/>
      <c:spPr>
        <a:noFill/>
        <a:ln>
          <a:noFill/>
        </a:ln>
        <a:effectLst/>
      </c:spPr>
      <c:txPr>
        <a:bodyPr rot="0" spcFirstLastPara="1" vertOverflow="ellipsis" vert="horz" wrap="square" anchor="ctr" anchorCtr="1"/>
        <a:lstStyle/>
        <a:p>
          <a:pPr algn="l">
            <a:defRPr lang="en-US" sz="1862" b="0" i="0" u="none" strike="noStrike" kern="1200" spc="0" baseline="0">
              <a:solidFill>
                <a:schemeClr val="bg1"/>
              </a:solidFill>
              <a:latin typeface="EYInterstate Light" panose="02000506000000020004" pitchFamily="2" charset="0"/>
              <a:ea typeface="+mn-ea"/>
              <a:cs typeface="+mn-cs"/>
            </a:defRPr>
          </a:pPr>
          <a:endParaRPr lang="en-US"/>
        </a:p>
      </c:txPr>
    </c:title>
    <c:autoTitleDeleted val="0"/>
    <c:plotArea>
      <c:layout>
        <c:manualLayout>
          <c:layoutTarget val="inner"/>
          <c:xMode val="edge"/>
          <c:yMode val="edge"/>
          <c:x val="0.23261301512106963"/>
          <c:y val="0.1897939860641954"/>
          <c:w val="0.47749679850576787"/>
          <c:h val="0.64494279490070194"/>
        </c:manualLayout>
      </c:layout>
      <c:doughnutChart>
        <c:varyColors val="1"/>
        <c:ser>
          <c:idx val="0"/>
          <c:order val="0"/>
          <c:tx>
            <c:strRef>
              <c:f>Sheet1!$B$1</c:f>
              <c:strCache>
                <c:ptCount val="1"/>
                <c:pt idx="0">
                  <c:v>Sales</c:v>
                </c:pt>
              </c:strCache>
            </c:strRef>
          </c:tx>
          <c:spPr>
            <a:ln w="9525">
              <a:noFill/>
            </a:ln>
          </c:spPr>
          <c:dPt>
            <c:idx val="0"/>
            <c:bubble3D val="0"/>
            <c:spPr>
              <a:solidFill>
                <a:srgbClr val="724BC3"/>
              </a:solidFill>
              <a:ln w="9525">
                <a:noFill/>
              </a:ln>
              <a:effectLst/>
            </c:spPr>
            <c:extLst>
              <c:ext xmlns:c16="http://schemas.microsoft.com/office/drawing/2014/chart" uri="{C3380CC4-5D6E-409C-BE32-E72D297353CC}">
                <c16:uniqueId val="{00000001-998F-4E5B-940F-76BA4DB6846B}"/>
              </c:ext>
            </c:extLst>
          </c:dPt>
          <c:dPt>
            <c:idx val="1"/>
            <c:bubble3D val="0"/>
            <c:spPr>
              <a:solidFill>
                <a:srgbClr val="922B73"/>
              </a:solidFill>
              <a:ln w="9525">
                <a:noFill/>
              </a:ln>
              <a:effectLst/>
            </c:spPr>
            <c:extLst>
              <c:ext xmlns:c16="http://schemas.microsoft.com/office/drawing/2014/chart" uri="{C3380CC4-5D6E-409C-BE32-E72D297353CC}">
                <c16:uniqueId val="{00000003-998F-4E5B-940F-76BA4DB6846B}"/>
              </c:ext>
            </c:extLst>
          </c:dPt>
          <c:dPt>
            <c:idx val="2"/>
            <c:bubble3D val="0"/>
            <c:spPr>
              <a:solidFill>
                <a:srgbClr val="2DB757"/>
              </a:solidFill>
              <a:ln w="9525">
                <a:noFill/>
              </a:ln>
              <a:effectLst/>
            </c:spPr>
            <c:extLst>
              <c:ext xmlns:c16="http://schemas.microsoft.com/office/drawing/2014/chart" uri="{C3380CC4-5D6E-409C-BE32-E72D297353CC}">
                <c16:uniqueId val="{00000005-998F-4E5B-940F-76BA4DB6846B}"/>
              </c:ext>
            </c:extLst>
          </c:dPt>
          <c:dPt>
            <c:idx val="3"/>
            <c:bubble3D val="0"/>
            <c:spPr>
              <a:solidFill>
                <a:srgbClr val="EB4F00"/>
              </a:solidFill>
              <a:ln w="9525">
                <a:noFill/>
              </a:ln>
              <a:effectLst/>
            </c:spPr>
            <c:extLst>
              <c:ext xmlns:c16="http://schemas.microsoft.com/office/drawing/2014/chart" uri="{C3380CC4-5D6E-409C-BE32-E72D297353CC}">
                <c16:uniqueId val="{00000007-998F-4E5B-940F-76BA4DB6846B}"/>
              </c:ext>
            </c:extLst>
          </c:dPt>
          <c:dPt>
            <c:idx val="4"/>
            <c:bubble3D val="0"/>
            <c:spPr>
              <a:solidFill>
                <a:schemeClr val="accent2">
                  <a:lumMod val="40000"/>
                  <a:lumOff val="60000"/>
                </a:schemeClr>
              </a:solidFill>
              <a:ln w="9525">
                <a:noFill/>
              </a:ln>
              <a:effectLst/>
            </c:spPr>
            <c:extLst>
              <c:ext xmlns:c16="http://schemas.microsoft.com/office/drawing/2014/chart" uri="{C3380CC4-5D6E-409C-BE32-E72D297353CC}">
                <c16:uniqueId val="{00000009-998F-4E5B-940F-76BA4DB6846B}"/>
              </c:ext>
            </c:extLst>
          </c:dPt>
          <c:dPt>
            <c:idx val="5"/>
            <c:bubble3D val="0"/>
            <c:spPr>
              <a:solidFill>
                <a:schemeClr val="accent2">
                  <a:lumMod val="20000"/>
                  <a:lumOff val="80000"/>
                </a:schemeClr>
              </a:solidFill>
              <a:ln w="9525">
                <a:noFill/>
              </a:ln>
              <a:effectLst/>
            </c:spPr>
            <c:extLst>
              <c:ext xmlns:c16="http://schemas.microsoft.com/office/drawing/2014/chart" uri="{C3380CC4-5D6E-409C-BE32-E72D297353CC}">
                <c16:uniqueId val="{0000000B-998F-4E5B-940F-76BA4DB6846B}"/>
              </c:ext>
            </c:extLst>
          </c:dPt>
          <c:dLbls>
            <c:dLbl>
              <c:idx val="0"/>
              <c:layout>
                <c:manualLayout>
                  <c:x val="8.2212812371340094E-2"/>
                  <c:y val="-2.3585727983264086E-2"/>
                </c:manualLayout>
              </c:layout>
              <c:showLegendKey val="0"/>
              <c:showVal val="1"/>
              <c:showCatName val="0"/>
              <c:showSerName val="0"/>
              <c:showPercent val="0"/>
              <c:showBubbleSize val="0"/>
              <c:extLst>
                <c:ext xmlns:c15="http://schemas.microsoft.com/office/drawing/2012/chart" uri="{CE6537A1-D6FC-4f65-9D91-7224C49458BB}">
                  <c15:layout>
                    <c:manualLayout>
                      <c:w val="3.6527784942835456E-2"/>
                      <c:h val="6.6301214193244293E-2"/>
                    </c:manualLayout>
                  </c15:layout>
                </c:ext>
                <c:ext xmlns:c16="http://schemas.microsoft.com/office/drawing/2014/chart" uri="{C3380CC4-5D6E-409C-BE32-E72D297353CC}">
                  <c16:uniqueId val="{00000001-998F-4E5B-940F-76BA4DB6846B}"/>
                </c:ext>
              </c:extLst>
            </c:dLbl>
            <c:dLbl>
              <c:idx val="1"/>
              <c:layout>
                <c:manualLayout>
                  <c:x val="-0.17201449973080413"/>
                  <c:y val="-2.2759856630824513E-2"/>
                </c:manualLayout>
              </c:layout>
              <c:tx>
                <c:rich>
                  <a:bodyPr/>
                  <a:lstStyle/>
                  <a:p>
                    <a:fld id="{29322EFE-CFD9-4F17-A5EF-0118DA0D4BE5}" type="VALUE">
                      <a:rPr lang="en-US"/>
                      <a:pPr/>
                      <a:t>[VALUE]</a:t>
                    </a:fld>
                    <a:endParaRPr lang="en-ZA"/>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998F-4E5B-940F-76BA4DB6846B}"/>
                </c:ext>
              </c:extLst>
            </c:dLbl>
            <c:dLbl>
              <c:idx val="2"/>
              <c:layout>
                <c:manualLayout>
                  <c:x val="-9.8655374845608268E-2"/>
                  <c:y val="-1.1379928315412187E-2"/>
                </c:manualLayout>
              </c:layout>
              <c:tx>
                <c:rich>
                  <a:bodyPr/>
                  <a:lstStyle/>
                  <a:p>
                    <a:fld id="{86C0C10E-EFE7-4AA4-9D2D-8C60B3118BE0}" type="VALUE">
                      <a:rPr lang="en-US"/>
                      <a:pPr/>
                      <a:t>[VALUE]</a:t>
                    </a:fld>
                    <a:endParaRPr lang="en-ZA"/>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998F-4E5B-940F-76BA4DB6846B}"/>
                </c:ext>
              </c:extLst>
            </c:dLbl>
            <c:dLbl>
              <c:idx val="3"/>
              <c:layout>
                <c:manualLayout>
                  <c:x val="-2.5296249960412363E-3"/>
                  <c:y val="-0.13495887583547753"/>
                </c:manualLayout>
              </c:layout>
              <c:tx>
                <c:rich>
                  <a:bodyPr/>
                  <a:lstStyle/>
                  <a:p>
                    <a:fld id="{0706474A-C335-4DE0-B506-E1E9F53ECB4F}" type="VALUE">
                      <a:rPr lang="en-US"/>
                      <a:pPr/>
                      <a:t>[VALUE]</a:t>
                    </a:fld>
                    <a:endParaRPr lang="en-ZA"/>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998F-4E5B-940F-76BA4DB6846B}"/>
                </c:ext>
              </c:extLst>
            </c:dLbl>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EYInterstate Light" panose="02000506000000020004" pitchFamily="2"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Sheet1!$A$2:$A$5</c:f>
              <c:strCache>
                <c:ptCount val="4"/>
                <c:pt idx="0">
                  <c:v>One</c:v>
                </c:pt>
                <c:pt idx="1">
                  <c:v>Two</c:v>
                </c:pt>
                <c:pt idx="2">
                  <c:v>Three</c:v>
                </c:pt>
                <c:pt idx="3">
                  <c:v>Four</c:v>
                </c:pt>
              </c:strCache>
            </c:strRef>
          </c:cat>
          <c:val>
            <c:numRef>
              <c:f>Sheet1!$B$2:$B$5</c:f>
              <c:numCache>
                <c:formatCode>General</c:formatCode>
                <c:ptCount val="4"/>
                <c:pt idx="0">
                  <c:v>5</c:v>
                </c:pt>
                <c:pt idx="1">
                  <c:v>2.5</c:v>
                </c:pt>
                <c:pt idx="2">
                  <c:v>2</c:v>
                </c:pt>
                <c:pt idx="3">
                  <c:v>1.2</c:v>
                </c:pt>
              </c:numCache>
            </c:numRef>
          </c:val>
          <c:extLst>
            <c:ext xmlns:c16="http://schemas.microsoft.com/office/drawing/2014/chart" uri="{C3380CC4-5D6E-409C-BE32-E72D297353CC}">
              <c16:uniqueId val="{0000000C-998F-4E5B-940F-76BA4DB6846B}"/>
            </c:ext>
          </c:extLst>
        </c:ser>
        <c:dLbls>
          <c:showLegendKey val="0"/>
          <c:showVal val="1"/>
          <c:showCatName val="0"/>
          <c:showSerName val="0"/>
          <c:showPercent val="0"/>
          <c:showBubbleSize val="0"/>
          <c:showLeaderLines val="0"/>
        </c:dLbls>
        <c:firstSliceAng val="0"/>
        <c:holeSize val="68"/>
      </c:doughnutChart>
      <c:spPr>
        <a:noFill/>
        <a:ln>
          <a:noFill/>
        </a:ln>
        <a:effectLst/>
      </c:spPr>
    </c:plotArea>
    <c:legend>
      <c:legendPos val="b"/>
      <c:legendEntry>
        <c:idx val="0"/>
        <c:txPr>
          <a:bodyPr rot="0" spcFirstLastPara="1" vertOverflow="ellipsis" vert="horz" wrap="square" anchor="ctr" anchorCtr="1"/>
          <a:lstStyle/>
          <a:p>
            <a:pPr>
              <a:defRPr sz="1197" b="0" i="0" u="none" strike="noStrike" kern="1200" baseline="0">
                <a:solidFill>
                  <a:schemeClr val="bg1"/>
                </a:solidFill>
                <a:latin typeface="EYInterstate Light" panose="02000506000000020004" pitchFamily="2" charset="0"/>
                <a:ea typeface="+mn-ea"/>
                <a:cs typeface="+mn-cs"/>
              </a:defRPr>
            </a:pPr>
            <a:endParaRPr lang="en-US"/>
          </a:p>
        </c:txPr>
      </c:legendEntry>
      <c:legendEntry>
        <c:idx val="1"/>
        <c:txPr>
          <a:bodyPr rot="0" spcFirstLastPara="1" vertOverflow="ellipsis" vert="horz" wrap="square" anchor="ctr" anchorCtr="1"/>
          <a:lstStyle/>
          <a:p>
            <a:pPr>
              <a:defRPr sz="1197" b="0" i="0" u="none" strike="noStrike" kern="1200" baseline="0">
                <a:solidFill>
                  <a:schemeClr val="bg1"/>
                </a:solidFill>
                <a:latin typeface="EYInterstate Light" panose="02000506000000020004" pitchFamily="2" charset="0"/>
                <a:ea typeface="+mn-ea"/>
                <a:cs typeface="+mn-cs"/>
              </a:defRPr>
            </a:pPr>
            <a:endParaRPr lang="en-US"/>
          </a:p>
        </c:txPr>
      </c:legendEntry>
      <c:legendEntry>
        <c:idx val="2"/>
        <c:txPr>
          <a:bodyPr rot="0" spcFirstLastPara="1" vertOverflow="ellipsis" vert="horz" wrap="square" anchor="ctr" anchorCtr="1"/>
          <a:lstStyle/>
          <a:p>
            <a:pPr>
              <a:defRPr sz="1197" b="0" i="0" u="none" strike="noStrike" kern="1200" baseline="0">
                <a:solidFill>
                  <a:schemeClr val="bg1"/>
                </a:solidFill>
                <a:latin typeface="EYInterstate Light" panose="02000506000000020004" pitchFamily="2" charset="0"/>
                <a:ea typeface="+mn-ea"/>
                <a:cs typeface="+mn-cs"/>
              </a:defRPr>
            </a:pPr>
            <a:endParaRPr lang="en-US"/>
          </a:p>
        </c:txPr>
      </c:legendEntry>
      <c:legendEntry>
        <c:idx val="3"/>
        <c:txPr>
          <a:bodyPr rot="0" spcFirstLastPara="1" vertOverflow="ellipsis" vert="horz" wrap="square" anchor="ctr" anchorCtr="1"/>
          <a:lstStyle/>
          <a:p>
            <a:pPr>
              <a:defRPr sz="1197" b="0" i="0" u="none" strike="noStrike" kern="1200" baseline="0">
                <a:solidFill>
                  <a:schemeClr val="bg1"/>
                </a:solidFill>
                <a:latin typeface="EYInterstate Light" panose="02000506000000020004" pitchFamily="2" charset="0"/>
                <a:ea typeface="+mn-ea"/>
                <a:cs typeface="+mn-cs"/>
              </a:defRPr>
            </a:pPr>
            <a:endParaRPr lang="en-US"/>
          </a:p>
        </c:txPr>
      </c:legendEntry>
      <c:layout>
        <c:manualLayout>
          <c:xMode val="edge"/>
          <c:yMode val="edge"/>
          <c:x val="2.1876276638992834E-3"/>
          <c:y val="0.91027447676051565"/>
          <c:w val="0.45429037346228179"/>
          <c:h val="6.586000243204533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EYInterstate Light" panose="02000506000000020004" pitchFamily="2" charset="0"/>
              <a:ea typeface="+mn-ea"/>
              <a:cs typeface="+mn-cs"/>
            </a:defRPr>
          </a:pPr>
          <a:endParaRPr lang="en-US"/>
        </a:p>
      </c:txPr>
    </c:legend>
    <c:plotVisOnly val="1"/>
    <c:dispBlanksAs val="gap"/>
    <c:showDLblsOverMax val="0"/>
  </c:chart>
  <c:spPr>
    <a:noFill/>
    <a:ln>
      <a:noFill/>
    </a:ln>
    <a:effectLst/>
  </c:spPr>
  <c:txPr>
    <a:bodyPr/>
    <a:lstStyle/>
    <a:p>
      <a:pPr>
        <a:defRPr>
          <a:solidFill>
            <a:schemeClr val="bg1"/>
          </a:solidFill>
          <a:latin typeface="EYInterstate Light" panose="02000506000000020004" pitchFamily="2"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GB" dirty="0">
              <a:latin typeface="Arial" pitchFamily="34" charset="0"/>
            </a:endParaRPr>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F46A4B97-00A5-44E7-B49F-659C8D90A0D8}" type="datetimeFigureOut">
              <a:rPr lang="en-GB" smtClean="0">
                <a:latin typeface="Arial" pitchFamily="34" charset="0"/>
              </a:rPr>
              <a:t>11/07/2026</a:t>
            </a:fld>
            <a:endParaRPr lang="en-GB" dirty="0">
              <a:latin typeface="Arial" pitchFamily="34" charset="0"/>
            </a:endParaRPr>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GB" dirty="0">
              <a:latin typeface="Arial" pitchFamily="34" charset="0"/>
            </a:endParaRPr>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D3A5C721-4BB5-4DB6-AD65-4BA2A62B05B6}" type="slidenum">
              <a:rPr lang="en-GB" smtClean="0">
                <a:latin typeface="Arial" pitchFamily="34" charset="0"/>
              </a:rPr>
              <a:pPr/>
              <a:t>‹#›</a:t>
            </a:fld>
            <a:endParaRPr lang="en-GB" dirty="0">
              <a:latin typeface="Arial" pitchFamily="34" charset="0"/>
            </a:endParaRPr>
          </a:p>
        </p:txBody>
      </p:sp>
    </p:spTree>
    <p:extLst>
      <p:ext uri="{BB962C8B-B14F-4D97-AF65-F5344CB8AC3E}">
        <p14:creationId xmlns:p14="http://schemas.microsoft.com/office/powerpoint/2010/main" val="19916323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atin typeface="Arial" pitchFamily="34" charset="0"/>
              </a:defRPr>
            </a:lvl1pPr>
          </a:lstStyle>
          <a:p>
            <a:endParaRPr lang="en-GB" dirty="0"/>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atin typeface="Arial" pitchFamily="34" charset="0"/>
              </a:defRPr>
            </a:lvl1pPr>
          </a:lstStyle>
          <a:p>
            <a:fld id="{1509B038-C0E1-4257-A8F7-E83797F429AE}" type="datetimeFigureOut">
              <a:rPr lang="en-GB" smtClean="0"/>
              <a:t>11/07/2026</a:t>
            </a:fld>
            <a:endParaRPr lang="en-GB" dirty="0"/>
          </a:p>
        </p:txBody>
      </p:sp>
      <p:sp>
        <p:nvSpPr>
          <p:cNvPr id="4" name="Slide Image Placeholder 3"/>
          <p:cNvSpPr>
            <a:spLocks noGrp="1" noRot="1" noChangeAspect="1"/>
          </p:cNvSpPr>
          <p:nvPr>
            <p:ph type="sldImg" idx="2"/>
          </p:nvPr>
        </p:nvSpPr>
        <p:spPr>
          <a:xfrm>
            <a:off x="395288" y="692150"/>
            <a:ext cx="6159500" cy="3463925"/>
          </a:xfrm>
          <a:prstGeom prst="rect">
            <a:avLst/>
          </a:prstGeom>
          <a:noFill/>
          <a:ln w="12700">
            <a:solidFill>
              <a:prstClr val="black"/>
            </a:solidFill>
          </a:ln>
        </p:spPr>
        <p:txBody>
          <a:bodyPr vert="horz" lIns="92492" tIns="46246" rIns="92492" bIns="46246" rtlCol="0" anchor="ctr"/>
          <a:lstStyle/>
          <a:p>
            <a:endParaRPr lang="en-GB" dirty="0"/>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atin typeface="Arial" pitchFamily="34" charset="0"/>
              </a:defRPr>
            </a:lvl1pPr>
          </a:lstStyle>
          <a:p>
            <a:endParaRPr lang="en-GB" dirty="0"/>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atin typeface="Arial" pitchFamily="34" charset="0"/>
              </a:defRPr>
            </a:lvl1pPr>
          </a:lstStyle>
          <a:p>
            <a:fld id="{5B43D19E-BFDB-4C92-8EDD-32EDDA8F41DF}" type="slidenum">
              <a:rPr lang="en-GB" smtClean="0"/>
              <a:pPr/>
              <a:t>‹#›</a:t>
            </a:fld>
            <a:endParaRPr lang="en-GB" dirty="0"/>
          </a:p>
        </p:txBody>
      </p:sp>
    </p:spTree>
    <p:extLst>
      <p:ext uri="{BB962C8B-B14F-4D97-AF65-F5344CB8AC3E}">
        <p14:creationId xmlns:p14="http://schemas.microsoft.com/office/powerpoint/2010/main" val="160627034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43D19E-BFDB-4C92-8EDD-32EDDA8F41DF}" type="slidenum">
              <a:rPr kumimoji="0" lang="en-GB"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3064859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842B0-6602-3186-E80E-8A732F62FE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682D2-0FD8-D46B-0839-4A8FD91CDE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4B281A-1ED0-35CC-AD0E-7223A49785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7D0CAE-E9E4-2CD9-126C-741CAD2A9973}"/>
              </a:ext>
            </a:extLst>
          </p:cNvPr>
          <p:cNvSpPr>
            <a:spLocks noGrp="1"/>
          </p:cNvSpPr>
          <p:nvPr>
            <p:ph type="sldNum" sz="quarter" idx="5"/>
          </p:nvPr>
        </p:nvSpPr>
        <p:spPr/>
        <p:txBody>
          <a:bodyPr/>
          <a:lstStyle/>
          <a:p>
            <a:fld id="{5B43D19E-BFDB-4C92-8EDD-32EDDA8F41DF}" type="slidenum">
              <a:rPr lang="en-GB" smtClean="0"/>
              <a:pPr/>
              <a:t>3</a:t>
            </a:fld>
            <a:endParaRPr lang="en-GB" dirty="0"/>
          </a:p>
        </p:txBody>
      </p:sp>
    </p:spTree>
    <p:extLst>
      <p:ext uri="{BB962C8B-B14F-4D97-AF65-F5344CB8AC3E}">
        <p14:creationId xmlns:p14="http://schemas.microsoft.com/office/powerpoint/2010/main" val="3956440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43D19E-BFDB-4C92-8EDD-32EDDA8F41DF}" type="slidenum">
              <a:rPr lang="en-GB" smtClean="0"/>
              <a:pPr/>
              <a:t>4</a:t>
            </a:fld>
            <a:endParaRPr lang="en-GB" dirty="0"/>
          </a:p>
        </p:txBody>
      </p:sp>
    </p:spTree>
    <p:extLst>
      <p:ext uri="{BB962C8B-B14F-4D97-AF65-F5344CB8AC3E}">
        <p14:creationId xmlns:p14="http://schemas.microsoft.com/office/powerpoint/2010/main" val="15179993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43D19E-BFDB-4C92-8EDD-32EDDA8F41DF}" type="slidenum">
              <a:rPr lang="en-GB" smtClean="0"/>
              <a:pPr/>
              <a:t>5</a:t>
            </a:fld>
            <a:endParaRPr lang="en-GB" dirty="0"/>
          </a:p>
        </p:txBody>
      </p:sp>
    </p:spTree>
    <p:extLst>
      <p:ext uri="{BB962C8B-B14F-4D97-AF65-F5344CB8AC3E}">
        <p14:creationId xmlns:p14="http://schemas.microsoft.com/office/powerpoint/2010/main" val="2738898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43D19E-BFDB-4C92-8EDD-32EDDA8F41DF}" type="slidenum">
              <a:rPr kumimoji="0" lang="en-GB"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4062713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43D19E-BFDB-4C92-8EDD-32EDDA8F41DF}" type="slidenum">
              <a:rPr lang="en-GB" smtClean="0"/>
              <a:pPr/>
              <a:t>25</a:t>
            </a:fld>
            <a:endParaRPr lang="en-GB" dirty="0"/>
          </a:p>
        </p:txBody>
      </p:sp>
    </p:spTree>
    <p:extLst>
      <p:ext uri="{BB962C8B-B14F-4D97-AF65-F5344CB8AC3E}">
        <p14:creationId xmlns:p14="http://schemas.microsoft.com/office/powerpoint/2010/main" val="3714806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43D19E-BFDB-4C92-8EDD-32EDDA8F41DF}" type="slidenum">
              <a:rPr lang="en-GB" smtClean="0"/>
              <a:pPr/>
              <a:t>34</a:t>
            </a:fld>
            <a:endParaRPr lang="en-GB" dirty="0"/>
          </a:p>
        </p:txBody>
      </p:sp>
    </p:spTree>
    <p:extLst>
      <p:ext uri="{BB962C8B-B14F-4D97-AF65-F5344CB8AC3E}">
        <p14:creationId xmlns:p14="http://schemas.microsoft.com/office/powerpoint/2010/main" val="1035240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E0DBB-9B84-E054-41C1-A7DC94306F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B5D441-96F4-0848-28F2-ED7D3DAB87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40F095-9FA6-014A-9467-BE1B29334C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335402-7FB0-CB73-ADAE-0202892BBF96}"/>
              </a:ext>
            </a:extLst>
          </p:cNvPr>
          <p:cNvSpPr>
            <a:spLocks noGrp="1"/>
          </p:cNvSpPr>
          <p:nvPr>
            <p:ph type="sldNum" sz="quarter" idx="5"/>
          </p:nvPr>
        </p:nvSpPr>
        <p:spPr/>
        <p:txBody>
          <a:bodyPr/>
          <a:lstStyle/>
          <a:p>
            <a:fld id="{5B43D19E-BFDB-4C92-8EDD-32EDDA8F41DF}" type="slidenum">
              <a:rPr lang="en-GB" smtClean="0"/>
              <a:pPr/>
              <a:t>35</a:t>
            </a:fld>
            <a:endParaRPr lang="en-GB" dirty="0"/>
          </a:p>
        </p:txBody>
      </p:sp>
    </p:spTree>
    <p:extLst>
      <p:ext uri="{BB962C8B-B14F-4D97-AF65-F5344CB8AC3E}">
        <p14:creationId xmlns:p14="http://schemas.microsoft.com/office/powerpoint/2010/main" val="1699112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03D42-F7B8-A6EC-5181-A061507817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4DA807-57CB-9560-2A49-C6E3FE72FF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92B68-6058-48E9-0A37-8DA7B69DE4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04D17F-BD2E-B335-67D3-5ACB828E5581}"/>
              </a:ext>
            </a:extLst>
          </p:cNvPr>
          <p:cNvSpPr>
            <a:spLocks noGrp="1"/>
          </p:cNvSpPr>
          <p:nvPr>
            <p:ph type="sldNum" sz="quarter" idx="5"/>
          </p:nvPr>
        </p:nvSpPr>
        <p:spPr/>
        <p:txBody>
          <a:bodyPr/>
          <a:lstStyle/>
          <a:p>
            <a:fld id="{5B43D19E-BFDB-4C92-8EDD-32EDDA8F41DF}" type="slidenum">
              <a:rPr lang="en-GB" smtClean="0"/>
              <a:pPr/>
              <a:t>42</a:t>
            </a:fld>
            <a:endParaRPr lang="en-GB" dirty="0"/>
          </a:p>
        </p:txBody>
      </p:sp>
    </p:spTree>
    <p:extLst>
      <p:ext uri="{BB962C8B-B14F-4D97-AF65-F5344CB8AC3E}">
        <p14:creationId xmlns:p14="http://schemas.microsoft.com/office/powerpoint/2010/main" val="19892936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03D42-F7B8-A6EC-5181-A061507817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4DA807-57CB-9560-2A49-C6E3FE72FF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92B68-6058-48E9-0A37-8DA7B69DE4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04D17F-BD2E-B335-67D3-5ACB828E5581}"/>
              </a:ext>
            </a:extLst>
          </p:cNvPr>
          <p:cNvSpPr>
            <a:spLocks noGrp="1"/>
          </p:cNvSpPr>
          <p:nvPr>
            <p:ph type="sldNum" sz="quarter" idx="5"/>
          </p:nvPr>
        </p:nvSpPr>
        <p:spPr/>
        <p:txBody>
          <a:bodyPr/>
          <a:lstStyle/>
          <a:p>
            <a:fld id="{5B43D19E-BFDB-4C92-8EDD-32EDDA8F41DF}" type="slidenum">
              <a:rPr lang="en-GB" smtClean="0"/>
              <a:pPr/>
              <a:t>43</a:t>
            </a:fld>
            <a:endParaRPr lang="en-GB" dirty="0"/>
          </a:p>
        </p:txBody>
      </p:sp>
    </p:spTree>
    <p:extLst>
      <p:ext uri="{BB962C8B-B14F-4D97-AF65-F5344CB8AC3E}">
        <p14:creationId xmlns:p14="http://schemas.microsoft.com/office/powerpoint/2010/main" val="17105431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C47A4-1F24-EE54-5418-F26887BF07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6A541-B321-FC43-2993-88C33F248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DD6FB1-B5D2-4619-747F-5BFE4ED27C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BDEA18-57C1-1E30-69EB-0A52C6EEF517}"/>
              </a:ext>
            </a:extLst>
          </p:cNvPr>
          <p:cNvSpPr>
            <a:spLocks noGrp="1"/>
          </p:cNvSpPr>
          <p:nvPr>
            <p:ph type="sldNum" sz="quarter" idx="5"/>
          </p:nvPr>
        </p:nvSpPr>
        <p:spPr/>
        <p:txBody>
          <a:bodyPr/>
          <a:lstStyle/>
          <a:p>
            <a:fld id="{5B43D19E-BFDB-4C92-8EDD-32EDDA8F41DF}" type="slidenum">
              <a:rPr lang="en-GB" smtClean="0"/>
              <a:pPr/>
              <a:t>44</a:t>
            </a:fld>
            <a:endParaRPr lang="en-GB" dirty="0"/>
          </a:p>
        </p:txBody>
      </p:sp>
    </p:spTree>
    <p:extLst>
      <p:ext uri="{BB962C8B-B14F-4D97-AF65-F5344CB8AC3E}">
        <p14:creationId xmlns:p14="http://schemas.microsoft.com/office/powerpoint/2010/main" val="2962518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9649A-3324-0FCE-1D4A-C1C1DCBCED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0B1EC5-2024-D1F3-F9BC-BDCBA2F03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27C6A7-7F54-9457-95CC-4A519FE5D0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38E4A3-992D-9971-25C6-5FBD82EBD3AF}"/>
              </a:ext>
            </a:extLst>
          </p:cNvPr>
          <p:cNvSpPr>
            <a:spLocks noGrp="1"/>
          </p:cNvSpPr>
          <p:nvPr>
            <p:ph type="sldNum" sz="quarter" idx="5"/>
          </p:nvPr>
        </p:nvSpPr>
        <p:spPr/>
        <p:txBody>
          <a:bodyPr/>
          <a:lstStyle/>
          <a:p>
            <a:fld id="{5B43D19E-BFDB-4C92-8EDD-32EDDA8F41DF}" type="slidenum">
              <a:rPr lang="en-GB" smtClean="0"/>
              <a:pPr/>
              <a:t>45</a:t>
            </a:fld>
            <a:endParaRPr lang="en-GB" dirty="0"/>
          </a:p>
        </p:txBody>
      </p:sp>
    </p:spTree>
    <p:extLst>
      <p:ext uri="{BB962C8B-B14F-4D97-AF65-F5344CB8AC3E}">
        <p14:creationId xmlns:p14="http://schemas.microsoft.com/office/powerpoint/2010/main" val="3523380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BDF0D-5075-64C7-DB69-1760583B46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15B6AC-15FB-0ADB-1F23-4FE71370AC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AE1FB4-53B9-50EA-48C3-C32A487FEB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DAE2C7-1AC1-B981-6CFF-1CAB2CF1BB67}"/>
              </a:ext>
            </a:extLst>
          </p:cNvPr>
          <p:cNvSpPr>
            <a:spLocks noGrp="1"/>
          </p:cNvSpPr>
          <p:nvPr>
            <p:ph type="sldNum" sz="quarter" idx="5"/>
          </p:nvPr>
        </p:nvSpPr>
        <p:spPr/>
        <p:txBody>
          <a:bodyPr/>
          <a:lstStyle/>
          <a:p>
            <a:fld id="{5B43D19E-BFDB-4C92-8EDD-32EDDA8F41DF}" type="slidenum">
              <a:rPr lang="en-GB" smtClean="0"/>
              <a:pPr/>
              <a:t>46</a:t>
            </a:fld>
            <a:endParaRPr lang="en-GB" dirty="0"/>
          </a:p>
        </p:txBody>
      </p:sp>
    </p:spTree>
    <p:extLst>
      <p:ext uri="{BB962C8B-B14F-4D97-AF65-F5344CB8AC3E}">
        <p14:creationId xmlns:p14="http://schemas.microsoft.com/office/powerpoint/2010/main" val="25196237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0274F-68EE-01A5-BE8D-364522118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09AB82-3869-627B-9987-0316FF6D5B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42375E-CDE3-91DF-269B-B7E596DE19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FEFB9E-2607-722E-AFFD-480E642FFC47}"/>
              </a:ext>
            </a:extLst>
          </p:cNvPr>
          <p:cNvSpPr>
            <a:spLocks noGrp="1"/>
          </p:cNvSpPr>
          <p:nvPr>
            <p:ph type="sldNum" sz="quarter" idx="5"/>
          </p:nvPr>
        </p:nvSpPr>
        <p:spPr/>
        <p:txBody>
          <a:bodyPr/>
          <a:lstStyle/>
          <a:p>
            <a:fld id="{5B43D19E-BFDB-4C92-8EDD-32EDDA8F41DF}" type="slidenum">
              <a:rPr lang="en-GB" smtClean="0"/>
              <a:pPr/>
              <a:t>47</a:t>
            </a:fld>
            <a:endParaRPr lang="en-GB" dirty="0"/>
          </a:p>
        </p:txBody>
      </p:sp>
    </p:spTree>
    <p:extLst>
      <p:ext uri="{BB962C8B-B14F-4D97-AF65-F5344CB8AC3E}">
        <p14:creationId xmlns:p14="http://schemas.microsoft.com/office/powerpoint/2010/main" val="12308504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43D19E-BFDB-4C92-8EDD-32EDDA8F41DF}" type="slidenum">
              <a:rPr kumimoji="0" lang="en-GB"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GB" sz="1200" b="0" i="0" u="none" strike="noStrike" kern="1200" cap="none" spc="0" normalizeH="0" baseline="0" noProof="0" dirty="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1500108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5B43D19E-BFDB-4C92-8EDD-32EDDA8F41DF}" type="slidenum">
              <a:rPr lang="en-GB" smtClean="0"/>
              <a:pPr/>
              <a:t>67</a:t>
            </a:fld>
            <a:endParaRPr lang="en-GB" dirty="0"/>
          </a:p>
        </p:txBody>
      </p:sp>
    </p:spTree>
    <p:extLst>
      <p:ext uri="{BB962C8B-B14F-4D97-AF65-F5344CB8AC3E}">
        <p14:creationId xmlns:p14="http://schemas.microsoft.com/office/powerpoint/2010/main" val="3102792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3826" y="369888"/>
            <a:ext cx="11224800" cy="470898"/>
          </a:xfrm>
        </p:spPr>
        <p:txBody>
          <a:bodyPr/>
          <a:lstStyle/>
          <a:p>
            <a:r>
              <a:rPr lang="en-US"/>
              <a:t>Click to edit Master title style</a:t>
            </a:r>
          </a:p>
        </p:txBody>
      </p:sp>
      <p:sp>
        <p:nvSpPr>
          <p:cNvPr id="14" name="Content Placeholder">
            <a:extLst>
              <a:ext uri="{FF2B5EF4-FFF2-40B4-BE49-F238E27FC236}">
                <a16:creationId xmlns:a16="http://schemas.microsoft.com/office/drawing/2014/main" id="{A5EED3AD-188C-E954-617B-9CB9E1BA8A14}"/>
              </a:ext>
            </a:extLst>
          </p:cNvPr>
          <p:cNvSpPr>
            <a:spLocks noGrp="1"/>
          </p:cNvSpPr>
          <p:nvPr>
            <p:ph sz="quarter" idx="16"/>
          </p:nvPr>
        </p:nvSpPr>
        <p:spPr>
          <a:xfrm>
            <a:off x="485521" y="1411287"/>
            <a:ext cx="11224800" cy="4638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6ABEF5EE-C1B0-CB56-30BC-F2EA02D0DD7E}"/>
              </a:ext>
            </a:extLst>
          </p:cNvPr>
          <p:cNvSpPr>
            <a:spLocks noGrp="1"/>
          </p:cNvSpPr>
          <p:nvPr>
            <p:ph type="dt" sz="half" idx="17"/>
          </p:nvPr>
        </p:nvSpPr>
        <p:spPr/>
        <p:txBody>
          <a:bodyPr/>
          <a:lstStyle/>
          <a:p>
            <a:fld id="{53898BEC-6674-4B10-9A95-1B1E7C9060E3}" type="datetime3">
              <a:rPr lang="en-US" smtClean="0"/>
              <a:t>11 July 2026</a:t>
            </a:fld>
            <a:endParaRPr lang="en-US" dirty="0"/>
          </a:p>
        </p:txBody>
      </p:sp>
      <p:sp>
        <p:nvSpPr>
          <p:cNvPr id="8" name="Footer Placeholder 7">
            <a:extLst>
              <a:ext uri="{FF2B5EF4-FFF2-40B4-BE49-F238E27FC236}">
                <a16:creationId xmlns:a16="http://schemas.microsoft.com/office/drawing/2014/main" id="{E539B410-713F-D002-C7AD-50375ABC034D}"/>
              </a:ext>
            </a:extLst>
          </p:cNvPr>
          <p:cNvSpPr>
            <a:spLocks noGrp="1"/>
          </p:cNvSpPr>
          <p:nvPr>
            <p:ph type="ftr" sz="quarter" idx="18"/>
          </p:nvPr>
        </p:nvSpPr>
        <p:spPr/>
        <p:txBody>
          <a:bodyPr/>
          <a:lstStyle/>
          <a:p>
            <a:r>
              <a:rPr lang="en-US"/>
              <a:t>Insert footer text here</a:t>
            </a:r>
          </a:p>
        </p:txBody>
      </p:sp>
      <p:sp>
        <p:nvSpPr>
          <p:cNvPr id="9" name="Slide Number Placeholder 8">
            <a:extLst>
              <a:ext uri="{FF2B5EF4-FFF2-40B4-BE49-F238E27FC236}">
                <a16:creationId xmlns:a16="http://schemas.microsoft.com/office/drawing/2014/main" id="{24877F87-1E81-7C70-C23C-765CF083A38E}"/>
              </a:ext>
            </a:extLst>
          </p:cNvPr>
          <p:cNvSpPr>
            <a:spLocks noGrp="1"/>
          </p:cNvSpPr>
          <p:nvPr>
            <p:ph type="sldNum" sz="quarter" idx="19"/>
          </p:nvPr>
        </p:nvSpPr>
        <p:spPr/>
        <p:txBody>
          <a:bodyPr/>
          <a:lstStyle/>
          <a:p>
            <a:fld id="{F1BC30E3-FFE5-4B91-AA19-87A149EBB9EE}" type="slidenum">
              <a:rPr lang="en-GB" smtClean="0"/>
              <a:pPr/>
              <a:t>‹#›</a:t>
            </a:fld>
            <a:endParaRPr lang="en-GB" dirty="0"/>
          </a:p>
        </p:txBody>
      </p:sp>
      <p:sp>
        <p:nvSpPr>
          <p:cNvPr id="3" name="Highlight line 1">
            <a:extLst>
              <a:ext uri="{FF2B5EF4-FFF2-40B4-BE49-F238E27FC236}">
                <a16:creationId xmlns:a16="http://schemas.microsoft.com/office/drawing/2014/main" id="{F851C8EF-1338-D82C-0A79-D82F19A8A652}"/>
              </a:ext>
            </a:extLst>
          </p:cNvPr>
          <p:cNvSpPr>
            <a:spLocks noGrp="1"/>
          </p:cNvSpPr>
          <p:nvPr>
            <p:ph type="dgm" sz="quarter" idx="15" hasCustomPrompt="1"/>
          </p:nvPr>
        </p:nvSpPr>
        <p:spPr>
          <a:xfrm>
            <a:off x="483827" y="1209871"/>
            <a:ext cx="11224800" cy="36000"/>
          </a:xfrm>
          <a:solidFill>
            <a:schemeClr val="tx2"/>
          </a:solidFill>
        </p:spPr>
        <p:txBody>
          <a:bodyPr/>
          <a:lstStyle>
            <a:lvl1pPr marL="0" indent="0">
              <a:buNone/>
              <a:defRPr sz="800"/>
            </a:lvl1pPr>
          </a:lstStyle>
          <a:p>
            <a:r>
              <a:rPr lang="en-US" dirty="0"/>
              <a:t> </a:t>
            </a:r>
          </a:p>
        </p:txBody>
      </p:sp>
    </p:spTree>
    <p:extLst>
      <p:ext uri="{BB962C8B-B14F-4D97-AF65-F5344CB8AC3E}">
        <p14:creationId xmlns:p14="http://schemas.microsoft.com/office/powerpoint/2010/main" val="2027650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US"/>
              <a:t>Click to edit Master title style</a:t>
            </a:r>
          </a:p>
        </p:txBody>
      </p:sp>
      <p:sp>
        <p:nvSpPr>
          <p:cNvPr id="14" name="Content Placeholder 1">
            <a:extLst>
              <a:ext uri="{FF2B5EF4-FFF2-40B4-BE49-F238E27FC236}">
                <a16:creationId xmlns:a16="http://schemas.microsoft.com/office/drawing/2014/main" id="{A5EED3AD-188C-E954-617B-9CB9E1BA8A14}"/>
              </a:ext>
            </a:extLst>
          </p:cNvPr>
          <p:cNvSpPr>
            <a:spLocks noGrp="1"/>
          </p:cNvSpPr>
          <p:nvPr>
            <p:ph sz="quarter" idx="16"/>
          </p:nvPr>
        </p:nvSpPr>
        <p:spPr>
          <a:xfrm>
            <a:off x="485520" y="1411287"/>
            <a:ext cx="5356800" cy="4638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C87884BD-C538-2E4C-E4FE-1C5F73563883}"/>
              </a:ext>
            </a:extLst>
          </p:cNvPr>
          <p:cNvSpPr>
            <a:spLocks noGrp="1"/>
          </p:cNvSpPr>
          <p:nvPr>
            <p:ph sz="quarter" idx="15"/>
          </p:nvPr>
        </p:nvSpPr>
        <p:spPr>
          <a:xfrm>
            <a:off x="6353070" y="1411287"/>
            <a:ext cx="5356800" cy="4638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92BA3469-5BB8-40A8-9B5D-6AD61965D7D9}" type="datetime3">
              <a:rPr lang="en-US" smtClean="0"/>
              <a:t>11 July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8" name="Highlight line 1">
            <a:extLst>
              <a:ext uri="{FF2B5EF4-FFF2-40B4-BE49-F238E27FC236}">
                <a16:creationId xmlns:a16="http://schemas.microsoft.com/office/drawing/2014/main" id="{82DA146A-5709-F447-3346-204EE5B815A7}"/>
              </a:ext>
            </a:extLst>
          </p:cNvPr>
          <p:cNvSpPr>
            <a:spLocks noGrp="1"/>
          </p:cNvSpPr>
          <p:nvPr>
            <p:ph type="dgm" sz="quarter" idx="17" hasCustomPrompt="1"/>
          </p:nvPr>
        </p:nvSpPr>
        <p:spPr>
          <a:xfrm>
            <a:off x="485523" y="1209871"/>
            <a:ext cx="11224347" cy="36000"/>
          </a:xfrm>
          <a:solidFill>
            <a:schemeClr val="tx2"/>
          </a:solidFill>
        </p:spPr>
        <p:txBody>
          <a:bodyPr vert="horz" lIns="0" tIns="0" rIns="0" bIns="0" rtlCol="0" anchor="t" anchorCtr="0">
            <a:noAutofit/>
          </a:bodyPr>
          <a:lstStyle>
            <a:lvl1pPr marL="0" indent="0">
              <a:buNone/>
              <a:defRPr lang="en-US" dirty="0"/>
            </a:lvl1pPr>
          </a:lstStyle>
          <a:p>
            <a:pPr marL="252000" lvl="0" indent="-252000"/>
            <a:r>
              <a:rPr lang="en-US" dirty="0"/>
              <a:t> </a:t>
            </a:r>
          </a:p>
        </p:txBody>
      </p:sp>
    </p:spTree>
    <p:extLst>
      <p:ext uri="{BB962C8B-B14F-4D97-AF65-F5344CB8AC3E}">
        <p14:creationId xmlns:p14="http://schemas.microsoft.com/office/powerpoint/2010/main" val="1053481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US"/>
              <a:t>Click to edit Master title style</a:t>
            </a:r>
          </a:p>
        </p:txBody>
      </p:sp>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2"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4312686"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8139851"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F94DA00A-665A-4303-A29D-1ED418210110}" type="datetime3">
              <a:rPr lang="en-US" smtClean="0"/>
              <a:t>11 July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8" name="Highlight line 1">
            <a:extLst>
              <a:ext uri="{FF2B5EF4-FFF2-40B4-BE49-F238E27FC236}">
                <a16:creationId xmlns:a16="http://schemas.microsoft.com/office/drawing/2014/main" id="{DBBCF896-27E0-C01F-F29F-E119A69C26B8}"/>
              </a:ext>
            </a:extLst>
          </p:cNvPr>
          <p:cNvSpPr>
            <a:spLocks noGrp="1"/>
          </p:cNvSpPr>
          <p:nvPr>
            <p:ph type="dgm" sz="quarter" idx="15" hasCustomPrompt="1"/>
          </p:nvPr>
        </p:nvSpPr>
        <p:spPr>
          <a:xfrm>
            <a:off x="485523" y="1209871"/>
            <a:ext cx="11224347" cy="36000"/>
          </a:xfrm>
          <a:solidFill>
            <a:schemeClr val="tx2"/>
          </a:solidFill>
        </p:spPr>
        <p:txBody>
          <a:bodyPr vert="horz" lIns="0" tIns="0" rIns="0" bIns="0" rtlCol="0" anchor="t" anchorCtr="0">
            <a:noAutofit/>
          </a:bodyPr>
          <a:lstStyle>
            <a:lvl1pPr marL="0" indent="0">
              <a:buNone/>
              <a:defRPr lang="en-US" dirty="0"/>
            </a:lvl1pPr>
          </a:lstStyle>
          <a:p>
            <a:pPr marL="252000" lvl="0" indent="-252000"/>
            <a:r>
              <a:rPr lang="en-US" dirty="0"/>
              <a:t> </a:t>
            </a:r>
          </a:p>
        </p:txBody>
      </p:sp>
    </p:spTree>
    <p:extLst>
      <p:ext uri="{BB962C8B-B14F-4D97-AF65-F5344CB8AC3E}">
        <p14:creationId xmlns:p14="http://schemas.microsoft.com/office/powerpoint/2010/main" val="16575909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with High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US"/>
              <a:t>Click to edit Master title style</a:t>
            </a:r>
            <a:endParaRPr lang="en-US" dirty="0"/>
          </a:p>
        </p:txBody>
      </p:sp>
      <p:sp>
        <p:nvSpPr>
          <p:cNvPr id="7" name="Content Placeholder 1">
            <a:extLst>
              <a:ext uri="{FF2B5EF4-FFF2-40B4-BE49-F238E27FC236}">
                <a16:creationId xmlns:a16="http://schemas.microsoft.com/office/drawing/2014/main" id="{99DD3D67-FDA7-A413-313B-AF74B5AA9F16}"/>
              </a:ext>
            </a:extLst>
          </p:cNvPr>
          <p:cNvSpPr>
            <a:spLocks noGrp="1"/>
          </p:cNvSpPr>
          <p:nvPr>
            <p:ph idx="1" hasCustomPrompt="1"/>
          </p:nvPr>
        </p:nvSpPr>
        <p:spPr bwMode="auto">
          <a:xfrm>
            <a:off x="485522"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dirty="0"/>
              <a:t>Only one highlight line should appear. Delete the other two lines.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hasCustomPrompt="1"/>
          </p:nvPr>
        </p:nvSpPr>
        <p:spPr bwMode="auto">
          <a:xfrm>
            <a:off x="4312222"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dirty="0"/>
              <a:t>Only one highlight line should appear. Delete the other two lines.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hasCustomPrompt="1"/>
          </p:nvPr>
        </p:nvSpPr>
        <p:spPr bwMode="auto">
          <a:xfrm>
            <a:off x="8138670"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dirty="0"/>
              <a:t>Only one highlight line should appear. Delete the other two lines.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ACE44839-9649-4B53-A3EA-AC7730617800}" type="datetime3">
              <a:rPr lang="en-US" smtClean="0"/>
              <a:t>11 July 2026</a:t>
            </a:fld>
            <a:endParaRPr lang="en-US"/>
          </a:p>
        </p:txBody>
      </p:sp>
      <p:sp>
        <p:nvSpPr>
          <p:cNvPr id="5" name="Footer Placeholder ">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8" name="Highlight line 1">
            <a:extLst>
              <a:ext uri="{FF2B5EF4-FFF2-40B4-BE49-F238E27FC236}">
                <a16:creationId xmlns:a16="http://schemas.microsoft.com/office/drawing/2014/main" id="{E1FBA9F5-4E1E-7157-650F-920396E6BD16}"/>
              </a:ext>
            </a:extLst>
          </p:cNvPr>
          <p:cNvSpPr>
            <a:spLocks noGrp="1"/>
          </p:cNvSpPr>
          <p:nvPr>
            <p:ph type="dgm" sz="quarter" idx="15" hasCustomPrompt="1"/>
          </p:nvPr>
        </p:nvSpPr>
        <p:spPr>
          <a:xfrm>
            <a:off x="485775" y="1411287"/>
            <a:ext cx="3571200" cy="36000"/>
          </a:xfrm>
          <a:solidFill>
            <a:schemeClr val="tx2"/>
          </a:solidFill>
        </p:spPr>
        <p:txBody>
          <a:bodyPr/>
          <a:lstStyle>
            <a:lvl1pPr marL="0" indent="0">
              <a:buNone/>
              <a:defRPr sz="800"/>
            </a:lvl1pPr>
          </a:lstStyle>
          <a:p>
            <a:r>
              <a:rPr lang="en-US" dirty="0"/>
              <a:t> </a:t>
            </a:r>
          </a:p>
        </p:txBody>
      </p:sp>
      <p:sp>
        <p:nvSpPr>
          <p:cNvPr id="9" name="Highlight line 2">
            <a:extLst>
              <a:ext uri="{FF2B5EF4-FFF2-40B4-BE49-F238E27FC236}">
                <a16:creationId xmlns:a16="http://schemas.microsoft.com/office/drawing/2014/main" id="{F0D5216F-CE4B-8B47-FCA1-EA9B01BBAD6B}"/>
              </a:ext>
            </a:extLst>
          </p:cNvPr>
          <p:cNvSpPr>
            <a:spLocks noGrp="1"/>
          </p:cNvSpPr>
          <p:nvPr>
            <p:ph type="dgm" sz="quarter" idx="16" hasCustomPrompt="1"/>
          </p:nvPr>
        </p:nvSpPr>
        <p:spPr>
          <a:xfrm>
            <a:off x="4312222" y="1411287"/>
            <a:ext cx="3571200" cy="36000"/>
          </a:xfrm>
          <a:solidFill>
            <a:schemeClr val="tx2"/>
          </a:solidFill>
        </p:spPr>
        <p:txBody>
          <a:bodyPr/>
          <a:lstStyle>
            <a:lvl1pPr marL="0" indent="0">
              <a:buNone/>
              <a:defRPr sz="800"/>
            </a:lvl1pPr>
          </a:lstStyle>
          <a:p>
            <a:r>
              <a:rPr lang="en-US" dirty="0"/>
              <a:t> </a:t>
            </a:r>
          </a:p>
        </p:txBody>
      </p:sp>
      <p:sp>
        <p:nvSpPr>
          <p:cNvPr id="10" name="Highlight line 3">
            <a:extLst>
              <a:ext uri="{FF2B5EF4-FFF2-40B4-BE49-F238E27FC236}">
                <a16:creationId xmlns:a16="http://schemas.microsoft.com/office/drawing/2014/main" id="{945CF969-2B44-5C5F-B1A2-132B74FE4B46}"/>
              </a:ext>
            </a:extLst>
          </p:cNvPr>
          <p:cNvSpPr>
            <a:spLocks noGrp="1"/>
          </p:cNvSpPr>
          <p:nvPr>
            <p:ph type="dgm" sz="quarter" idx="17" hasCustomPrompt="1"/>
          </p:nvPr>
        </p:nvSpPr>
        <p:spPr>
          <a:xfrm>
            <a:off x="8138670" y="1411287"/>
            <a:ext cx="3571200" cy="36000"/>
          </a:xfrm>
          <a:solidFill>
            <a:schemeClr val="tx2"/>
          </a:solidFill>
        </p:spPr>
        <p:txBody>
          <a:bodyPr/>
          <a:lstStyle>
            <a:lvl1pPr marL="0" indent="0">
              <a:buNone/>
              <a:defRPr sz="800"/>
            </a:lvl1pPr>
          </a:lstStyle>
          <a:p>
            <a:r>
              <a:rPr lang="en-US" dirty="0"/>
              <a:t> </a:t>
            </a:r>
          </a:p>
        </p:txBody>
      </p:sp>
    </p:spTree>
    <p:extLst>
      <p:ext uri="{BB962C8B-B14F-4D97-AF65-F5344CB8AC3E}">
        <p14:creationId xmlns:p14="http://schemas.microsoft.com/office/powerpoint/2010/main" val="4162598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9C4C4898-07B2-4A34-B4C1-97EA83C388DD}" type="datetime3">
              <a:rPr lang="en-US" smtClean="0"/>
              <a:t>11 July 2026</a:t>
            </a:fld>
            <a:endParaRPr lang="en-US" dirty="0"/>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Insert footer text here</a:t>
            </a:r>
            <a:endParaRPr lang="en-US" dirty="0"/>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dirty="0"/>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2" y="2016125"/>
            <a:ext cx="5610479" cy="4033837"/>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6349868" y="0"/>
            <a:ext cx="5842132" cy="6858000"/>
          </a:xfrm>
        </p:spPr>
        <p:txBody>
          <a:bodyPr/>
          <a:lstStyle/>
          <a:p>
            <a:r>
              <a:rPr lang="en-US"/>
              <a:t>Click icon to add picture</a:t>
            </a:r>
          </a:p>
        </p:txBody>
      </p:sp>
      <p:sp>
        <p:nvSpPr>
          <p:cNvPr id="13" name="Title 12">
            <a:extLst>
              <a:ext uri="{FF2B5EF4-FFF2-40B4-BE49-F238E27FC236}">
                <a16:creationId xmlns:a16="http://schemas.microsoft.com/office/drawing/2014/main" id="{097C4A53-D484-0A91-32DE-DC7DFBC6D51F}"/>
              </a:ext>
            </a:extLst>
          </p:cNvPr>
          <p:cNvSpPr>
            <a:spLocks noGrp="1"/>
          </p:cNvSpPr>
          <p:nvPr>
            <p:ph type="title"/>
          </p:nvPr>
        </p:nvSpPr>
        <p:spPr>
          <a:xfrm>
            <a:off x="485523" y="369889"/>
            <a:ext cx="5610479" cy="1057473"/>
          </a:xfrm>
        </p:spPr>
        <p:txBody>
          <a:bodyPr/>
          <a:lstStyle/>
          <a:p>
            <a:r>
              <a:rPr lang="en-US"/>
              <a:t>Click to edit Master title style</a:t>
            </a:r>
            <a:endParaRPr lang="en-US" dirty="0"/>
          </a:p>
        </p:txBody>
      </p:sp>
      <p:sp>
        <p:nvSpPr>
          <p:cNvPr id="12" name="SmartArt Placeholder 13">
            <a:extLst>
              <a:ext uri="{FF2B5EF4-FFF2-40B4-BE49-F238E27FC236}">
                <a16:creationId xmlns:a16="http://schemas.microsoft.com/office/drawing/2014/main" id="{5E68C722-CAA8-3CF2-F9DD-E5B39ADB52BF}"/>
              </a:ext>
            </a:extLst>
          </p:cNvPr>
          <p:cNvSpPr>
            <a:spLocks noGrp="1"/>
          </p:cNvSpPr>
          <p:nvPr>
            <p:ph type="dgm" sz="quarter" idx="28"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dirty="0"/>
              <a:t> </a:t>
            </a:r>
          </a:p>
        </p:txBody>
      </p:sp>
      <p:sp>
        <p:nvSpPr>
          <p:cNvPr id="14" name="SmartArt Placeholder 14">
            <a:extLst>
              <a:ext uri="{FF2B5EF4-FFF2-40B4-BE49-F238E27FC236}">
                <a16:creationId xmlns:a16="http://schemas.microsoft.com/office/drawing/2014/main" id="{9FAE36C1-9D06-0B3F-8C2C-7956FDBBC48B}"/>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2"/>
          </a:solidFill>
        </p:spPr>
        <p:txBody>
          <a:bodyPr wrap="square">
            <a:noAutofit/>
          </a:bodyPr>
          <a:lstStyle>
            <a:lvl1pPr marL="0" indent="0">
              <a:buFont typeface="Arial" panose="020B0604020202020204" pitchFamily="34" charset="0"/>
              <a:buNone/>
              <a:defRPr sz="800"/>
            </a:lvl1pPr>
          </a:lstStyle>
          <a:p>
            <a:r>
              <a:rPr lang="en-US" dirty="0"/>
              <a:t> </a:t>
            </a:r>
          </a:p>
        </p:txBody>
      </p:sp>
    </p:spTree>
    <p:extLst>
      <p:ext uri="{BB962C8B-B14F-4D97-AF65-F5344CB8AC3E}">
        <p14:creationId xmlns:p14="http://schemas.microsoft.com/office/powerpoint/2010/main" val="1006645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ey Numb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a:xfrm>
            <a:off x="485523" y="369888"/>
            <a:ext cx="11224347" cy="470898"/>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4F606926-A98A-4458-A31F-AAEB45E760CD}" type="datetime3">
              <a:rPr lang="en-US" smtClean="0"/>
              <a:t>11 July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7" name="Text Placeholder 6">
            <a:extLst>
              <a:ext uri="{FF2B5EF4-FFF2-40B4-BE49-F238E27FC236}">
                <a16:creationId xmlns:a16="http://schemas.microsoft.com/office/drawing/2014/main" id="{B1F20FD9-346B-5423-9ECF-F0D4E362CCCE}"/>
              </a:ext>
            </a:extLst>
          </p:cNvPr>
          <p:cNvSpPr>
            <a:spLocks noGrp="1"/>
          </p:cNvSpPr>
          <p:nvPr>
            <p:ph type="body" sz="quarter" idx="13" hasCustomPrompt="1"/>
          </p:nvPr>
        </p:nvSpPr>
        <p:spPr>
          <a:xfrm>
            <a:off x="485523" y="2523291"/>
            <a:ext cx="3571200" cy="1438855"/>
          </a:xfrm>
        </p:spPr>
        <p:txBody>
          <a:bodyPr>
            <a:spAutoFit/>
          </a:bodyPr>
          <a:lstStyle>
            <a:lvl1pPr marL="0" indent="0" algn="ctr">
              <a:lnSpc>
                <a:spcPct val="85000"/>
              </a:lnSpc>
              <a:buNone/>
              <a:defRPr sz="11000" b="1">
                <a:solidFill>
                  <a:schemeClr val="bg1"/>
                </a:solidFill>
                <a:latin typeface="EYInterstate" panose="02000503020000020004" pitchFamily="2" charset="0"/>
              </a:defRPr>
            </a:lvl1pPr>
            <a:lvl2pPr marL="252000" indent="0" algn="ctr">
              <a:buNone/>
              <a:defRPr/>
            </a:lvl2pPr>
            <a:lvl3pPr algn="ctr">
              <a:defRPr/>
            </a:lvl3pPr>
            <a:lvl4pPr algn="ctr">
              <a:defRPr/>
            </a:lvl4pPr>
            <a:lvl5pPr algn="ctr">
              <a:defRPr/>
            </a:lvl5pPr>
          </a:lstStyle>
          <a:p>
            <a:pPr lvl="0"/>
            <a:r>
              <a:rPr lang="en-GB" dirty="0"/>
              <a:t>000</a:t>
            </a:r>
          </a:p>
        </p:txBody>
      </p:sp>
      <p:sp>
        <p:nvSpPr>
          <p:cNvPr id="6" name="Text Placeholder 6">
            <a:extLst>
              <a:ext uri="{FF2B5EF4-FFF2-40B4-BE49-F238E27FC236}">
                <a16:creationId xmlns:a16="http://schemas.microsoft.com/office/drawing/2014/main" id="{50886606-7F7C-229B-523F-A51D629D8F76}"/>
              </a:ext>
            </a:extLst>
          </p:cNvPr>
          <p:cNvSpPr>
            <a:spLocks noGrp="1"/>
          </p:cNvSpPr>
          <p:nvPr>
            <p:ph type="body" sz="quarter" idx="14" hasCustomPrompt="1"/>
          </p:nvPr>
        </p:nvSpPr>
        <p:spPr>
          <a:xfrm>
            <a:off x="4312096" y="2531683"/>
            <a:ext cx="3571200" cy="1438855"/>
          </a:xfrm>
        </p:spPr>
        <p:txBody>
          <a:bodyPr>
            <a:spAutoFit/>
          </a:bodyPr>
          <a:lstStyle>
            <a:lvl1pPr marL="0" indent="0" algn="ctr">
              <a:lnSpc>
                <a:spcPct val="85000"/>
              </a:lnSpc>
              <a:buNone/>
              <a:defRPr sz="11000" b="1">
                <a:solidFill>
                  <a:schemeClr val="bg1"/>
                </a:solidFill>
                <a:latin typeface="EYInterstate" panose="02000503020000020004" pitchFamily="2" charset="0"/>
              </a:defRPr>
            </a:lvl1pPr>
            <a:lvl2pPr algn="ctr">
              <a:defRPr/>
            </a:lvl2pPr>
            <a:lvl3pPr algn="ctr">
              <a:defRPr/>
            </a:lvl3pPr>
            <a:lvl4pPr algn="ctr">
              <a:defRPr/>
            </a:lvl4pPr>
            <a:lvl5pPr algn="ctr">
              <a:defRPr/>
            </a:lvl5pPr>
          </a:lstStyle>
          <a:p>
            <a:pPr lvl="0"/>
            <a:r>
              <a:rPr lang="en-GB" dirty="0"/>
              <a:t>000</a:t>
            </a:r>
          </a:p>
        </p:txBody>
      </p:sp>
      <p:sp>
        <p:nvSpPr>
          <p:cNvPr id="8" name="Text Placeholder 6">
            <a:extLst>
              <a:ext uri="{FF2B5EF4-FFF2-40B4-BE49-F238E27FC236}">
                <a16:creationId xmlns:a16="http://schemas.microsoft.com/office/drawing/2014/main" id="{4DFDFED0-9426-6F78-EE09-B416D3559689}"/>
              </a:ext>
            </a:extLst>
          </p:cNvPr>
          <p:cNvSpPr>
            <a:spLocks noGrp="1"/>
          </p:cNvSpPr>
          <p:nvPr>
            <p:ph type="body" sz="quarter" idx="15" hasCustomPrompt="1"/>
          </p:nvPr>
        </p:nvSpPr>
        <p:spPr>
          <a:xfrm>
            <a:off x="8138670" y="2531683"/>
            <a:ext cx="3571200" cy="1438855"/>
          </a:xfrm>
        </p:spPr>
        <p:txBody>
          <a:bodyPr>
            <a:spAutoFit/>
          </a:bodyPr>
          <a:lstStyle>
            <a:lvl1pPr marL="0" indent="0" algn="ctr">
              <a:lnSpc>
                <a:spcPct val="85000"/>
              </a:lnSpc>
              <a:buNone/>
              <a:defRPr sz="11000" b="1">
                <a:solidFill>
                  <a:schemeClr val="bg1"/>
                </a:solidFill>
                <a:latin typeface="EYInterstate" panose="02000503020000020004" pitchFamily="2" charset="0"/>
              </a:defRPr>
            </a:lvl1pPr>
            <a:lvl2pPr algn="ctr">
              <a:defRPr/>
            </a:lvl2pPr>
            <a:lvl3pPr algn="ctr">
              <a:defRPr/>
            </a:lvl3pPr>
            <a:lvl4pPr algn="ctr">
              <a:defRPr/>
            </a:lvl4pPr>
            <a:lvl5pPr algn="ctr">
              <a:defRPr/>
            </a:lvl5pPr>
          </a:lstStyle>
          <a:p>
            <a:pPr lvl="0"/>
            <a:r>
              <a:rPr lang="en-GB" dirty="0"/>
              <a:t>000</a:t>
            </a:r>
          </a:p>
        </p:txBody>
      </p:sp>
      <p:sp>
        <p:nvSpPr>
          <p:cNvPr id="10" name="Text Placeholder 9">
            <a:extLst>
              <a:ext uri="{FF2B5EF4-FFF2-40B4-BE49-F238E27FC236}">
                <a16:creationId xmlns:a16="http://schemas.microsoft.com/office/drawing/2014/main" id="{B60D1CEB-1876-8DB7-6913-D6F96D953AA4}"/>
              </a:ext>
            </a:extLst>
          </p:cNvPr>
          <p:cNvSpPr>
            <a:spLocks noGrp="1"/>
          </p:cNvSpPr>
          <p:nvPr>
            <p:ph type="body" sz="quarter" idx="16"/>
          </p:nvPr>
        </p:nvSpPr>
        <p:spPr>
          <a:xfrm>
            <a:off x="485523" y="3936165"/>
            <a:ext cx="3571200" cy="2113797"/>
          </a:xfrm>
        </p:spPr>
        <p:txBody>
          <a:bodyPr/>
          <a:lstStyle>
            <a:lvl1pPr marL="0" indent="0" algn="ctr">
              <a:buNone/>
              <a:defRPr/>
            </a:lvl1pPr>
            <a:lvl2pPr marL="0" indent="0" algn="ctr">
              <a:buNone/>
              <a:defRPr sz="1800"/>
            </a:lvl2pPr>
            <a:lvl3pPr marL="0" indent="0" algn="ctr">
              <a:buNone/>
              <a:defRPr sz="1600"/>
            </a:lvl3pPr>
            <a:lvl4pPr marL="0" indent="0" algn="ctr">
              <a:buNone/>
              <a:defRPr sz="1400"/>
            </a:lvl4pPr>
            <a:lvl5pPr marL="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9">
            <a:extLst>
              <a:ext uri="{FF2B5EF4-FFF2-40B4-BE49-F238E27FC236}">
                <a16:creationId xmlns:a16="http://schemas.microsoft.com/office/drawing/2014/main" id="{1344ED76-364E-1538-DFB0-B25FC3D75E0B}"/>
              </a:ext>
            </a:extLst>
          </p:cNvPr>
          <p:cNvSpPr>
            <a:spLocks noGrp="1"/>
          </p:cNvSpPr>
          <p:nvPr>
            <p:ph type="body" sz="quarter" idx="17"/>
          </p:nvPr>
        </p:nvSpPr>
        <p:spPr>
          <a:xfrm>
            <a:off x="4312096" y="3936165"/>
            <a:ext cx="3571200" cy="2113797"/>
          </a:xfrm>
        </p:spPr>
        <p:txBody>
          <a:bodyPr/>
          <a:lstStyle>
            <a:lvl1pPr marL="0" indent="0" algn="ctr">
              <a:buNone/>
              <a:defRPr/>
            </a:lvl1pPr>
            <a:lvl2pPr marL="0" indent="0" algn="ctr">
              <a:buNone/>
              <a:defRPr sz="1800"/>
            </a:lvl2pPr>
            <a:lvl3pPr marL="0" indent="0" algn="ctr">
              <a:buNone/>
              <a:defRPr sz="1600"/>
            </a:lvl3pPr>
            <a:lvl4pPr marL="0" indent="0" algn="ctr">
              <a:buNone/>
              <a:defRPr sz="1400"/>
            </a:lvl4pPr>
            <a:lvl5pPr marL="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9">
            <a:extLst>
              <a:ext uri="{FF2B5EF4-FFF2-40B4-BE49-F238E27FC236}">
                <a16:creationId xmlns:a16="http://schemas.microsoft.com/office/drawing/2014/main" id="{2CFE1354-17C3-F8BE-C22A-B4DC2FEEE4D1}"/>
              </a:ext>
            </a:extLst>
          </p:cNvPr>
          <p:cNvSpPr>
            <a:spLocks noGrp="1"/>
          </p:cNvSpPr>
          <p:nvPr>
            <p:ph type="body" sz="quarter" idx="18"/>
          </p:nvPr>
        </p:nvSpPr>
        <p:spPr>
          <a:xfrm>
            <a:off x="8138670" y="3936165"/>
            <a:ext cx="3571200" cy="2113797"/>
          </a:xfrm>
        </p:spPr>
        <p:txBody>
          <a:bodyPr/>
          <a:lstStyle>
            <a:lvl1pPr marL="0" indent="0" algn="ctr">
              <a:buNone/>
              <a:defRPr/>
            </a:lvl1pPr>
            <a:lvl2pPr marL="0" indent="0" algn="ctr">
              <a:buNone/>
              <a:defRPr sz="1800"/>
            </a:lvl2pPr>
            <a:lvl3pPr marL="0" indent="0" algn="ctr">
              <a:buNone/>
              <a:defRPr sz="1600"/>
            </a:lvl3pPr>
            <a:lvl4pPr marL="0" indent="0" algn="ctr">
              <a:buNone/>
              <a:defRPr sz="1400"/>
            </a:lvl4pPr>
            <a:lvl5pPr marL="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Highlight line 1">
            <a:extLst>
              <a:ext uri="{FF2B5EF4-FFF2-40B4-BE49-F238E27FC236}">
                <a16:creationId xmlns:a16="http://schemas.microsoft.com/office/drawing/2014/main" id="{34F207C9-9A8B-EF87-98D3-1C82E5A73D92}"/>
              </a:ext>
            </a:extLst>
          </p:cNvPr>
          <p:cNvSpPr>
            <a:spLocks noGrp="1"/>
          </p:cNvSpPr>
          <p:nvPr>
            <p:ph type="dgm" sz="quarter" idx="19" hasCustomPrompt="1"/>
          </p:nvPr>
        </p:nvSpPr>
        <p:spPr>
          <a:xfrm>
            <a:off x="485523" y="2386525"/>
            <a:ext cx="3571200" cy="36000"/>
          </a:xfrm>
          <a:solidFill>
            <a:schemeClr val="tx2"/>
          </a:solidFill>
        </p:spPr>
        <p:txBody>
          <a:bodyPr/>
          <a:lstStyle>
            <a:lvl1pPr marL="0" indent="0">
              <a:buNone/>
              <a:defRPr sz="800"/>
            </a:lvl1pPr>
          </a:lstStyle>
          <a:p>
            <a:r>
              <a:rPr lang="en-US" dirty="0"/>
              <a:t> </a:t>
            </a:r>
          </a:p>
        </p:txBody>
      </p:sp>
      <p:sp>
        <p:nvSpPr>
          <p:cNvPr id="14" name="Highlight line 2">
            <a:extLst>
              <a:ext uri="{FF2B5EF4-FFF2-40B4-BE49-F238E27FC236}">
                <a16:creationId xmlns:a16="http://schemas.microsoft.com/office/drawing/2014/main" id="{F2F8A8EF-34AC-8909-599F-945923D00AEF}"/>
              </a:ext>
            </a:extLst>
          </p:cNvPr>
          <p:cNvSpPr>
            <a:spLocks noGrp="1"/>
          </p:cNvSpPr>
          <p:nvPr>
            <p:ph type="dgm" sz="quarter" idx="20" hasCustomPrompt="1"/>
          </p:nvPr>
        </p:nvSpPr>
        <p:spPr>
          <a:xfrm>
            <a:off x="4312096" y="2386525"/>
            <a:ext cx="3571200" cy="36000"/>
          </a:xfrm>
          <a:solidFill>
            <a:schemeClr val="tx2"/>
          </a:solidFill>
        </p:spPr>
        <p:txBody>
          <a:bodyPr/>
          <a:lstStyle>
            <a:lvl1pPr marL="0" indent="0">
              <a:buNone/>
              <a:defRPr sz="800"/>
            </a:lvl1pPr>
          </a:lstStyle>
          <a:p>
            <a:r>
              <a:rPr lang="en-US" dirty="0"/>
              <a:t> </a:t>
            </a:r>
          </a:p>
        </p:txBody>
      </p:sp>
      <p:sp>
        <p:nvSpPr>
          <p:cNvPr id="15" name="Highlight line 3">
            <a:extLst>
              <a:ext uri="{FF2B5EF4-FFF2-40B4-BE49-F238E27FC236}">
                <a16:creationId xmlns:a16="http://schemas.microsoft.com/office/drawing/2014/main" id="{FAEBBCA3-F771-49F4-C4AD-11D468F96AB6}"/>
              </a:ext>
            </a:extLst>
          </p:cNvPr>
          <p:cNvSpPr>
            <a:spLocks noGrp="1"/>
          </p:cNvSpPr>
          <p:nvPr>
            <p:ph type="dgm" sz="quarter" idx="21" hasCustomPrompt="1"/>
          </p:nvPr>
        </p:nvSpPr>
        <p:spPr>
          <a:xfrm>
            <a:off x="8138670" y="2386525"/>
            <a:ext cx="3571200" cy="36000"/>
          </a:xfrm>
          <a:solidFill>
            <a:schemeClr val="tx2"/>
          </a:solidFill>
        </p:spPr>
        <p:txBody>
          <a:bodyPr/>
          <a:lstStyle>
            <a:lvl1pPr marL="0" indent="0">
              <a:buNone/>
              <a:defRPr sz="800"/>
            </a:lvl1pPr>
          </a:lstStyle>
          <a:p>
            <a:r>
              <a:rPr lang="en-US" dirty="0"/>
              <a:t> </a:t>
            </a:r>
          </a:p>
        </p:txBody>
      </p:sp>
    </p:spTree>
    <p:extLst>
      <p:ext uri="{BB962C8B-B14F-4D97-AF65-F5344CB8AC3E}">
        <p14:creationId xmlns:p14="http://schemas.microsoft.com/office/powerpoint/2010/main" val="1983646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ideo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ECBF593C-742F-4ACB-9EDA-A69C3A2A1B41}" type="datetime3">
              <a:rPr lang="en-US" smtClean="0"/>
              <a:t>11 July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2" name="Media Placeholder 11">
            <a:extLst>
              <a:ext uri="{FF2B5EF4-FFF2-40B4-BE49-F238E27FC236}">
                <a16:creationId xmlns:a16="http://schemas.microsoft.com/office/drawing/2014/main" id="{7AA8680C-DF0E-A59A-1D40-85E5B348B8F4}"/>
              </a:ext>
            </a:extLst>
          </p:cNvPr>
          <p:cNvSpPr>
            <a:spLocks noGrp="1"/>
          </p:cNvSpPr>
          <p:nvPr>
            <p:ph type="media" sz="quarter" idx="13"/>
          </p:nvPr>
        </p:nvSpPr>
        <p:spPr>
          <a:xfrm>
            <a:off x="485524" y="1411287"/>
            <a:ext cx="8160263" cy="4638675"/>
          </a:xfrm>
        </p:spPr>
        <p:txBody>
          <a:bodyPr/>
          <a:lstStyle/>
          <a:p>
            <a:r>
              <a:rPr lang="en-US"/>
              <a:t>Click icon to add media</a:t>
            </a:r>
            <a:endParaRPr lang="en-US" dirty="0"/>
          </a:p>
        </p:txBody>
      </p:sp>
      <p:sp>
        <p:nvSpPr>
          <p:cNvPr id="14" name="Text Placeholder 13">
            <a:extLst>
              <a:ext uri="{FF2B5EF4-FFF2-40B4-BE49-F238E27FC236}">
                <a16:creationId xmlns:a16="http://schemas.microsoft.com/office/drawing/2014/main" id="{7E85579B-86BF-EE24-023A-9F648CFE072C}"/>
              </a:ext>
            </a:extLst>
          </p:cNvPr>
          <p:cNvSpPr>
            <a:spLocks noGrp="1"/>
          </p:cNvSpPr>
          <p:nvPr>
            <p:ph type="body" sz="quarter" idx="14"/>
          </p:nvPr>
        </p:nvSpPr>
        <p:spPr>
          <a:xfrm>
            <a:off x="8904632" y="1411287"/>
            <a:ext cx="2805238"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37514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86289568-CF1E-47A1-8D4A-16809EE0BA80}" type="datetime3">
              <a:rPr lang="en-US" smtClean="0"/>
              <a:t>11 July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0" name="Text Placeholder 9">
            <a:extLst>
              <a:ext uri="{FF2B5EF4-FFF2-40B4-BE49-F238E27FC236}">
                <a16:creationId xmlns:a16="http://schemas.microsoft.com/office/drawing/2014/main" id="{8EC20394-F6AE-DC91-F7F3-91384D375648}"/>
              </a:ext>
            </a:extLst>
          </p:cNvPr>
          <p:cNvSpPr>
            <a:spLocks noGrp="1"/>
          </p:cNvSpPr>
          <p:nvPr>
            <p:ph type="body" sz="quarter" idx="13" hasCustomPrompt="1"/>
          </p:nvPr>
        </p:nvSpPr>
        <p:spPr>
          <a:xfrm>
            <a:off x="485523"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dirty="0"/>
              <a:t>Name</a:t>
            </a:r>
            <a:endParaRPr lang="en-US" dirty="0"/>
          </a:p>
        </p:txBody>
      </p:sp>
      <p:sp>
        <p:nvSpPr>
          <p:cNvPr id="11" name="Text Placeholder 9">
            <a:extLst>
              <a:ext uri="{FF2B5EF4-FFF2-40B4-BE49-F238E27FC236}">
                <a16:creationId xmlns:a16="http://schemas.microsoft.com/office/drawing/2014/main" id="{F8C26B76-6BF1-741E-77C9-1AE58FAA9D3D}"/>
              </a:ext>
            </a:extLst>
          </p:cNvPr>
          <p:cNvSpPr>
            <a:spLocks noGrp="1"/>
          </p:cNvSpPr>
          <p:nvPr>
            <p:ph type="body" sz="quarter" idx="14" hasCustomPrompt="1"/>
          </p:nvPr>
        </p:nvSpPr>
        <p:spPr>
          <a:xfrm>
            <a:off x="485523" y="5243516"/>
            <a:ext cx="2545200" cy="276999"/>
          </a:xfrm>
        </p:spPr>
        <p:txBody>
          <a:bodyPr wrap="square">
            <a:spAutoFit/>
          </a:bodyPr>
          <a:lstStyle>
            <a:lvl1pPr marL="0" indent="0">
              <a:buNone/>
              <a:defRPr sz="1800" b="0" i="0">
                <a:solidFill>
                  <a:schemeClr val="bg1"/>
                </a:solidFill>
                <a:latin typeface="+mn-lt"/>
              </a:defRPr>
            </a:lvl1pPr>
          </a:lstStyle>
          <a:p>
            <a:pPr lvl="0"/>
            <a:r>
              <a:rPr lang="en-GB" dirty="0"/>
              <a:t>Job title</a:t>
            </a:r>
            <a:endParaRPr lang="en-US" dirty="0"/>
          </a:p>
        </p:txBody>
      </p:sp>
      <p:sp>
        <p:nvSpPr>
          <p:cNvPr id="3" name="Text Placeholder 9">
            <a:extLst>
              <a:ext uri="{FF2B5EF4-FFF2-40B4-BE49-F238E27FC236}">
                <a16:creationId xmlns:a16="http://schemas.microsoft.com/office/drawing/2014/main" id="{B5250BC2-E0E2-741C-128C-67991E7FE31C}"/>
              </a:ext>
            </a:extLst>
          </p:cNvPr>
          <p:cNvSpPr>
            <a:spLocks noGrp="1"/>
          </p:cNvSpPr>
          <p:nvPr>
            <p:ph type="body" sz="quarter" idx="16" hasCustomPrompt="1"/>
          </p:nvPr>
        </p:nvSpPr>
        <p:spPr>
          <a:xfrm>
            <a:off x="3378572"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dirty="0"/>
              <a:t>Name</a:t>
            </a:r>
            <a:endParaRPr lang="en-US" dirty="0"/>
          </a:p>
        </p:txBody>
      </p:sp>
      <p:sp>
        <p:nvSpPr>
          <p:cNvPr id="7" name="Text Placeholder 9">
            <a:extLst>
              <a:ext uri="{FF2B5EF4-FFF2-40B4-BE49-F238E27FC236}">
                <a16:creationId xmlns:a16="http://schemas.microsoft.com/office/drawing/2014/main" id="{BAB1B720-8C35-31CC-E8BA-A24F76EC23CD}"/>
              </a:ext>
            </a:extLst>
          </p:cNvPr>
          <p:cNvSpPr>
            <a:spLocks noGrp="1"/>
          </p:cNvSpPr>
          <p:nvPr>
            <p:ph type="body" sz="quarter" idx="17" hasCustomPrompt="1"/>
          </p:nvPr>
        </p:nvSpPr>
        <p:spPr>
          <a:xfrm>
            <a:off x="3378572" y="5243516"/>
            <a:ext cx="2545200" cy="276999"/>
          </a:xfrm>
        </p:spPr>
        <p:txBody>
          <a:bodyPr wrap="square">
            <a:spAutoFit/>
          </a:bodyPr>
          <a:lstStyle>
            <a:lvl1pPr marL="0" indent="0">
              <a:buNone/>
              <a:defRPr sz="1800" b="0" i="0">
                <a:solidFill>
                  <a:schemeClr val="bg1"/>
                </a:solidFill>
                <a:latin typeface="+mn-lt"/>
              </a:defRPr>
            </a:lvl1pPr>
          </a:lstStyle>
          <a:p>
            <a:pPr lvl="0"/>
            <a:r>
              <a:rPr lang="en-GB" dirty="0"/>
              <a:t>Job title</a:t>
            </a:r>
            <a:endParaRPr lang="en-US" dirty="0"/>
          </a:p>
        </p:txBody>
      </p:sp>
      <p:sp>
        <p:nvSpPr>
          <p:cNvPr id="9" name="Text Placeholder 9">
            <a:extLst>
              <a:ext uri="{FF2B5EF4-FFF2-40B4-BE49-F238E27FC236}">
                <a16:creationId xmlns:a16="http://schemas.microsoft.com/office/drawing/2014/main" id="{A9756EF2-9996-0FB9-D7B0-C8F68A711B39}"/>
              </a:ext>
            </a:extLst>
          </p:cNvPr>
          <p:cNvSpPr>
            <a:spLocks noGrp="1"/>
          </p:cNvSpPr>
          <p:nvPr>
            <p:ph type="body" sz="quarter" idx="19" hasCustomPrompt="1"/>
          </p:nvPr>
        </p:nvSpPr>
        <p:spPr>
          <a:xfrm>
            <a:off x="6271620"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dirty="0"/>
              <a:t>Name</a:t>
            </a:r>
            <a:endParaRPr lang="en-US" dirty="0"/>
          </a:p>
        </p:txBody>
      </p:sp>
      <p:sp>
        <p:nvSpPr>
          <p:cNvPr id="12" name="Text Placeholder 9">
            <a:extLst>
              <a:ext uri="{FF2B5EF4-FFF2-40B4-BE49-F238E27FC236}">
                <a16:creationId xmlns:a16="http://schemas.microsoft.com/office/drawing/2014/main" id="{EBDC17D8-DC6B-1BF9-23DC-FF6D20C0FD02}"/>
              </a:ext>
            </a:extLst>
          </p:cNvPr>
          <p:cNvSpPr>
            <a:spLocks noGrp="1"/>
          </p:cNvSpPr>
          <p:nvPr>
            <p:ph type="body" sz="quarter" idx="20" hasCustomPrompt="1"/>
          </p:nvPr>
        </p:nvSpPr>
        <p:spPr>
          <a:xfrm>
            <a:off x="6271620" y="5243516"/>
            <a:ext cx="2545200" cy="276999"/>
          </a:xfrm>
        </p:spPr>
        <p:txBody>
          <a:bodyPr wrap="square">
            <a:spAutoFit/>
          </a:bodyPr>
          <a:lstStyle>
            <a:lvl1pPr marL="0" indent="0">
              <a:buNone/>
              <a:defRPr sz="1800" b="0" i="0">
                <a:solidFill>
                  <a:schemeClr val="bg1"/>
                </a:solidFill>
                <a:latin typeface="+mn-lt"/>
              </a:defRPr>
            </a:lvl1pPr>
          </a:lstStyle>
          <a:p>
            <a:pPr lvl="0"/>
            <a:r>
              <a:rPr lang="en-GB" dirty="0"/>
              <a:t>Job title</a:t>
            </a:r>
            <a:endParaRPr lang="en-US" dirty="0"/>
          </a:p>
        </p:txBody>
      </p:sp>
      <p:sp>
        <p:nvSpPr>
          <p:cNvPr id="24" name="Text Placeholder 9">
            <a:extLst>
              <a:ext uri="{FF2B5EF4-FFF2-40B4-BE49-F238E27FC236}">
                <a16:creationId xmlns:a16="http://schemas.microsoft.com/office/drawing/2014/main" id="{FDE2BFA5-8DD3-AAE2-BA88-2C21E5EA3829}"/>
              </a:ext>
            </a:extLst>
          </p:cNvPr>
          <p:cNvSpPr>
            <a:spLocks noGrp="1"/>
          </p:cNvSpPr>
          <p:nvPr>
            <p:ph type="body" sz="quarter" idx="22" hasCustomPrompt="1"/>
          </p:nvPr>
        </p:nvSpPr>
        <p:spPr>
          <a:xfrm>
            <a:off x="9164669"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dirty="0"/>
              <a:t>Name</a:t>
            </a:r>
            <a:endParaRPr lang="en-US" dirty="0"/>
          </a:p>
        </p:txBody>
      </p:sp>
      <p:sp>
        <p:nvSpPr>
          <p:cNvPr id="25" name="Text Placeholder 9">
            <a:extLst>
              <a:ext uri="{FF2B5EF4-FFF2-40B4-BE49-F238E27FC236}">
                <a16:creationId xmlns:a16="http://schemas.microsoft.com/office/drawing/2014/main" id="{A6334C15-AC9A-3BC9-AC49-BB8588AC064E}"/>
              </a:ext>
            </a:extLst>
          </p:cNvPr>
          <p:cNvSpPr>
            <a:spLocks noGrp="1"/>
          </p:cNvSpPr>
          <p:nvPr>
            <p:ph type="body" sz="quarter" idx="23" hasCustomPrompt="1"/>
          </p:nvPr>
        </p:nvSpPr>
        <p:spPr>
          <a:xfrm>
            <a:off x="9164670" y="5243516"/>
            <a:ext cx="2545200" cy="276999"/>
          </a:xfrm>
        </p:spPr>
        <p:txBody>
          <a:bodyPr wrap="square">
            <a:spAutoFit/>
          </a:bodyPr>
          <a:lstStyle>
            <a:lvl1pPr marL="0" indent="0">
              <a:buNone/>
              <a:defRPr sz="1800" b="0" i="0">
                <a:solidFill>
                  <a:schemeClr val="bg1"/>
                </a:solidFill>
                <a:latin typeface="+mn-lt"/>
              </a:defRPr>
            </a:lvl1pPr>
          </a:lstStyle>
          <a:p>
            <a:pPr lvl="0"/>
            <a:r>
              <a:rPr lang="en-GB" dirty="0"/>
              <a:t>Job title</a:t>
            </a:r>
            <a:endParaRPr lang="en-US" dirty="0"/>
          </a:p>
        </p:txBody>
      </p:sp>
      <p:sp>
        <p:nvSpPr>
          <p:cNvPr id="14" name="Picture Placeholder 12">
            <a:extLst>
              <a:ext uri="{FF2B5EF4-FFF2-40B4-BE49-F238E27FC236}">
                <a16:creationId xmlns:a16="http://schemas.microsoft.com/office/drawing/2014/main" id="{0BA6537A-D367-6DF9-2A2C-F0EF216DD535}"/>
              </a:ext>
            </a:extLst>
          </p:cNvPr>
          <p:cNvSpPr>
            <a:spLocks noGrp="1"/>
          </p:cNvSpPr>
          <p:nvPr>
            <p:ph type="pic" sz="quarter" idx="15"/>
          </p:nvPr>
        </p:nvSpPr>
        <p:spPr>
          <a:xfrm>
            <a:off x="487323" y="1693850"/>
            <a:ext cx="2541600" cy="2541600"/>
          </a:xfrm>
          <a:prstGeom prst="ellipse">
            <a:avLst/>
          </a:prstGeom>
        </p:spPr>
        <p:txBody>
          <a:bodyPr anchor="ctr"/>
          <a:lstStyle>
            <a:lvl1pPr marL="0" indent="0" algn="ctr">
              <a:buNone/>
              <a:defRPr>
                <a:solidFill>
                  <a:schemeClr val="bg1"/>
                </a:solidFill>
              </a:defRPr>
            </a:lvl1pPr>
          </a:lstStyle>
          <a:p>
            <a:r>
              <a:rPr lang="en-US"/>
              <a:t>Click icon to add picture</a:t>
            </a:r>
            <a:endParaRPr lang="en-US" dirty="0"/>
          </a:p>
        </p:txBody>
      </p:sp>
      <p:sp>
        <p:nvSpPr>
          <p:cNvPr id="15" name="Picture Placeholder 12">
            <a:extLst>
              <a:ext uri="{FF2B5EF4-FFF2-40B4-BE49-F238E27FC236}">
                <a16:creationId xmlns:a16="http://schemas.microsoft.com/office/drawing/2014/main" id="{1ABE1BD9-533C-1930-8960-4BAE5CA74634}"/>
              </a:ext>
            </a:extLst>
          </p:cNvPr>
          <p:cNvSpPr>
            <a:spLocks noGrp="1"/>
          </p:cNvSpPr>
          <p:nvPr>
            <p:ph type="pic" sz="quarter" idx="18"/>
          </p:nvPr>
        </p:nvSpPr>
        <p:spPr>
          <a:xfrm>
            <a:off x="3380372" y="1693850"/>
            <a:ext cx="2541600" cy="2541600"/>
          </a:xfrm>
          <a:prstGeom prst="ellipse">
            <a:avLst/>
          </a:prstGeom>
        </p:spPr>
        <p:txBody>
          <a:bodyPr anchor="ctr"/>
          <a:lstStyle>
            <a:lvl1pPr marL="0" indent="0" algn="ctr">
              <a:buNone/>
              <a:defRPr>
                <a:solidFill>
                  <a:schemeClr val="bg1"/>
                </a:solidFill>
              </a:defRPr>
            </a:lvl1pPr>
          </a:lstStyle>
          <a:p>
            <a:r>
              <a:rPr lang="en-US"/>
              <a:t>Click icon to add picture</a:t>
            </a:r>
            <a:endParaRPr lang="en-US" dirty="0"/>
          </a:p>
        </p:txBody>
      </p:sp>
      <p:sp>
        <p:nvSpPr>
          <p:cNvPr id="16" name="Picture Placeholder 12">
            <a:extLst>
              <a:ext uri="{FF2B5EF4-FFF2-40B4-BE49-F238E27FC236}">
                <a16:creationId xmlns:a16="http://schemas.microsoft.com/office/drawing/2014/main" id="{EFFEBD01-EBC9-7BDA-3CC5-39B4C8203AAA}"/>
              </a:ext>
            </a:extLst>
          </p:cNvPr>
          <p:cNvSpPr>
            <a:spLocks noGrp="1"/>
          </p:cNvSpPr>
          <p:nvPr>
            <p:ph type="pic" sz="quarter" idx="21"/>
          </p:nvPr>
        </p:nvSpPr>
        <p:spPr>
          <a:xfrm>
            <a:off x="6273420" y="1693850"/>
            <a:ext cx="2541600" cy="2541600"/>
          </a:xfrm>
          <a:prstGeom prst="ellipse">
            <a:avLst/>
          </a:prstGeom>
        </p:spPr>
        <p:txBody>
          <a:bodyPr anchor="ctr"/>
          <a:lstStyle>
            <a:lvl1pPr marL="0" indent="0" algn="ctr">
              <a:buNone/>
              <a:defRPr>
                <a:solidFill>
                  <a:schemeClr val="bg1"/>
                </a:solidFill>
              </a:defRPr>
            </a:lvl1pPr>
          </a:lstStyle>
          <a:p>
            <a:r>
              <a:rPr lang="en-US"/>
              <a:t>Click icon to add picture</a:t>
            </a:r>
            <a:endParaRPr lang="en-US" dirty="0"/>
          </a:p>
        </p:txBody>
      </p:sp>
      <p:sp>
        <p:nvSpPr>
          <p:cNvPr id="17" name="Picture Placeholder 12">
            <a:extLst>
              <a:ext uri="{FF2B5EF4-FFF2-40B4-BE49-F238E27FC236}">
                <a16:creationId xmlns:a16="http://schemas.microsoft.com/office/drawing/2014/main" id="{38869CAE-EFD2-4214-1658-F59F26B22258}"/>
              </a:ext>
            </a:extLst>
          </p:cNvPr>
          <p:cNvSpPr>
            <a:spLocks noGrp="1"/>
          </p:cNvSpPr>
          <p:nvPr>
            <p:ph type="pic" sz="quarter" idx="24"/>
          </p:nvPr>
        </p:nvSpPr>
        <p:spPr>
          <a:xfrm>
            <a:off x="9166469" y="1693850"/>
            <a:ext cx="2541600" cy="2541600"/>
          </a:xfrm>
          <a:prstGeom prst="ellipse">
            <a:avLst/>
          </a:prstGeom>
        </p:spPr>
        <p:txBody>
          <a:bodyPr anchor="ctr"/>
          <a:lstStyle>
            <a:lvl1pPr marL="0" indent="0"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2284032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a:xfrm>
            <a:off x="485523" y="369888"/>
            <a:ext cx="11224347" cy="470898"/>
          </a:xfrm>
        </p:spPr>
        <p:txBody>
          <a:bodyPr/>
          <a:lstStyle/>
          <a:p>
            <a:r>
              <a:rPr lang="en-US"/>
              <a:t>Click to edit Master title style</a:t>
            </a:r>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C92274D7-F369-4AAB-A2F9-B9A50811F718}" type="datetime3">
              <a:rPr lang="en-US" smtClean="0"/>
              <a:t>11 July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6" name="Highlight line 1">
            <a:extLst>
              <a:ext uri="{FF2B5EF4-FFF2-40B4-BE49-F238E27FC236}">
                <a16:creationId xmlns:a16="http://schemas.microsoft.com/office/drawing/2014/main" id="{D638E914-C7FD-199D-8EA9-54168F74DB4B}"/>
              </a:ext>
            </a:extLst>
          </p:cNvPr>
          <p:cNvSpPr>
            <a:spLocks noGrp="1"/>
          </p:cNvSpPr>
          <p:nvPr>
            <p:ph type="dgm" sz="quarter" idx="15" hasCustomPrompt="1"/>
          </p:nvPr>
        </p:nvSpPr>
        <p:spPr>
          <a:xfrm>
            <a:off x="485523" y="1209871"/>
            <a:ext cx="11224347" cy="36000"/>
          </a:xfrm>
          <a:solidFill>
            <a:schemeClr val="tx2"/>
          </a:solidFill>
        </p:spPr>
        <p:txBody>
          <a:bodyPr/>
          <a:lstStyle>
            <a:lvl1pPr marL="0" indent="0">
              <a:buNone/>
              <a:defRPr sz="800"/>
            </a:lvl1pPr>
          </a:lstStyle>
          <a:p>
            <a:r>
              <a:rPr lang="en-US" dirty="0"/>
              <a:t> </a:t>
            </a:r>
          </a:p>
        </p:txBody>
      </p:sp>
    </p:spTree>
    <p:extLst>
      <p:ext uri="{BB962C8B-B14F-4D97-AF65-F5344CB8AC3E}">
        <p14:creationId xmlns:p14="http://schemas.microsoft.com/office/powerpoint/2010/main" val="606214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without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C73657C9-63D2-49CD-83E6-A14162FB84D8}" type="datetime3">
              <a:rPr lang="en-US" smtClean="0"/>
              <a:t>11 July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Tree>
    <p:extLst>
      <p:ext uri="{BB962C8B-B14F-4D97-AF65-F5344CB8AC3E}">
        <p14:creationId xmlns:p14="http://schemas.microsoft.com/office/powerpoint/2010/main" val="308200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4" name="Content Placeholder">
            <a:extLst>
              <a:ext uri="{FF2B5EF4-FFF2-40B4-BE49-F238E27FC236}">
                <a16:creationId xmlns:a16="http://schemas.microsoft.com/office/drawing/2014/main" id="{A5EED3AD-188C-E954-617B-9CB9E1BA8A14}"/>
              </a:ext>
            </a:extLst>
          </p:cNvPr>
          <p:cNvSpPr>
            <a:spLocks noGrp="1"/>
          </p:cNvSpPr>
          <p:nvPr>
            <p:ph sz="quarter" idx="16"/>
          </p:nvPr>
        </p:nvSpPr>
        <p:spPr>
          <a:xfrm>
            <a:off x="485521" y="1411287"/>
            <a:ext cx="11224800" cy="463867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C2E28B2B-ED84-D8B9-C6E0-AF4BC1706BD2}"/>
              </a:ext>
            </a:extLst>
          </p:cNvPr>
          <p:cNvSpPr>
            <a:spLocks noGrp="1"/>
          </p:cNvSpPr>
          <p:nvPr>
            <p:ph type="dt" sz="half" idx="17"/>
          </p:nvPr>
        </p:nvSpPr>
        <p:spPr/>
        <p:txBody>
          <a:bodyPr/>
          <a:lstStyle/>
          <a:p>
            <a:fld id="{C8AD6562-534C-460E-9220-88AF17BCBE4D}" type="datetime3">
              <a:rPr lang="en-US" smtClean="0"/>
              <a:t>11 July 2026</a:t>
            </a:fld>
            <a:endParaRPr lang="en-US" dirty="0"/>
          </a:p>
        </p:txBody>
      </p:sp>
      <p:sp>
        <p:nvSpPr>
          <p:cNvPr id="5" name="Footer Placeholder 4">
            <a:extLst>
              <a:ext uri="{FF2B5EF4-FFF2-40B4-BE49-F238E27FC236}">
                <a16:creationId xmlns:a16="http://schemas.microsoft.com/office/drawing/2014/main" id="{422FBA85-AB9A-E34B-448A-B5BB1CE520BD}"/>
              </a:ext>
            </a:extLst>
          </p:cNvPr>
          <p:cNvSpPr>
            <a:spLocks noGrp="1"/>
          </p:cNvSpPr>
          <p:nvPr>
            <p:ph type="ftr" sz="quarter" idx="18"/>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6A1C081B-AFD3-2CFE-BC00-E7A72056889B}"/>
              </a:ext>
            </a:extLst>
          </p:cNvPr>
          <p:cNvSpPr>
            <a:spLocks noGrp="1"/>
          </p:cNvSpPr>
          <p:nvPr>
            <p:ph type="sldNum" sz="quarter" idx="19"/>
          </p:nvPr>
        </p:nvSpPr>
        <p:spPr/>
        <p:txBody>
          <a:bodyPr/>
          <a:lstStyle/>
          <a:p>
            <a:fld id="{F1BC30E3-FFE5-4B91-AA19-87A149EBB9EE}" type="slidenum">
              <a:rPr lang="en-GB" smtClean="0"/>
              <a:pPr/>
              <a:t>‹#›</a:t>
            </a:fld>
            <a:endParaRPr lang="en-GB" dirty="0"/>
          </a:p>
        </p:txBody>
      </p:sp>
      <p:sp>
        <p:nvSpPr>
          <p:cNvPr id="3" name="Highlight line 1">
            <a:extLst>
              <a:ext uri="{FF2B5EF4-FFF2-40B4-BE49-F238E27FC236}">
                <a16:creationId xmlns:a16="http://schemas.microsoft.com/office/drawing/2014/main" id="{67D32DCB-72F6-BC64-6A9F-4F444D870309}"/>
              </a:ext>
            </a:extLst>
          </p:cNvPr>
          <p:cNvSpPr>
            <a:spLocks noGrp="1"/>
          </p:cNvSpPr>
          <p:nvPr>
            <p:ph type="dgm" sz="quarter" idx="15" hasCustomPrompt="1"/>
          </p:nvPr>
        </p:nvSpPr>
        <p:spPr>
          <a:xfrm>
            <a:off x="485523" y="1209871"/>
            <a:ext cx="11224347" cy="36000"/>
          </a:xfrm>
          <a:solidFill>
            <a:schemeClr val="tx2"/>
          </a:solidFill>
        </p:spPr>
        <p:txBody>
          <a:bodyPr/>
          <a:lstStyle>
            <a:lvl1pPr marL="0" indent="0">
              <a:buNone/>
              <a:defRPr sz="800"/>
            </a:lvl1pPr>
          </a:lstStyle>
          <a:p>
            <a:r>
              <a:rPr lang="en-US" dirty="0"/>
              <a:t> </a:t>
            </a:r>
          </a:p>
        </p:txBody>
      </p:sp>
    </p:spTree>
    <p:extLst>
      <p:ext uri="{BB962C8B-B14F-4D97-AF65-F5344CB8AC3E}">
        <p14:creationId xmlns:p14="http://schemas.microsoft.com/office/powerpoint/2010/main" val="4244377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4" name="Content Placeholder 1">
            <a:extLst>
              <a:ext uri="{FF2B5EF4-FFF2-40B4-BE49-F238E27FC236}">
                <a16:creationId xmlns:a16="http://schemas.microsoft.com/office/drawing/2014/main" id="{A5EED3AD-188C-E954-617B-9CB9E1BA8A14}"/>
              </a:ext>
            </a:extLst>
          </p:cNvPr>
          <p:cNvSpPr>
            <a:spLocks noGrp="1"/>
          </p:cNvSpPr>
          <p:nvPr>
            <p:ph sz="quarter" idx="16"/>
          </p:nvPr>
        </p:nvSpPr>
        <p:spPr>
          <a:xfrm>
            <a:off x="485520" y="1411287"/>
            <a:ext cx="5356800" cy="463867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Content Placeholder 2">
            <a:extLst>
              <a:ext uri="{FF2B5EF4-FFF2-40B4-BE49-F238E27FC236}">
                <a16:creationId xmlns:a16="http://schemas.microsoft.com/office/drawing/2014/main" id="{C87884BD-C538-2E4C-E4FE-1C5F73563883}"/>
              </a:ext>
            </a:extLst>
          </p:cNvPr>
          <p:cNvSpPr>
            <a:spLocks noGrp="1"/>
          </p:cNvSpPr>
          <p:nvPr>
            <p:ph sz="quarter" idx="15"/>
          </p:nvPr>
        </p:nvSpPr>
        <p:spPr>
          <a:xfrm>
            <a:off x="6353069" y="1411287"/>
            <a:ext cx="5356800" cy="4638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9391ED27-72F6-4DF1-9F0D-AE3207A4D1FA}" type="datetime3">
              <a:rPr lang="en-US" smtClean="0"/>
              <a:t>11 July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3" name="Highlight line 1">
            <a:extLst>
              <a:ext uri="{FF2B5EF4-FFF2-40B4-BE49-F238E27FC236}">
                <a16:creationId xmlns:a16="http://schemas.microsoft.com/office/drawing/2014/main" id="{3BFD9291-7C93-C8C3-E865-14F1ED772B4B}"/>
              </a:ext>
            </a:extLst>
          </p:cNvPr>
          <p:cNvSpPr>
            <a:spLocks noGrp="1"/>
          </p:cNvSpPr>
          <p:nvPr>
            <p:ph type="dgm" sz="quarter" idx="17" hasCustomPrompt="1"/>
          </p:nvPr>
        </p:nvSpPr>
        <p:spPr>
          <a:xfrm>
            <a:off x="485523" y="1209871"/>
            <a:ext cx="11224347" cy="36000"/>
          </a:xfrm>
          <a:solidFill>
            <a:schemeClr val="tx2"/>
          </a:solidFill>
        </p:spPr>
        <p:txBody>
          <a:bodyPr vert="horz" lIns="0" tIns="0" rIns="0" bIns="0" rtlCol="0" anchor="t" anchorCtr="0">
            <a:noAutofit/>
          </a:bodyPr>
          <a:lstStyle>
            <a:lvl1pPr marL="0" indent="0">
              <a:buNone/>
              <a:defRPr lang="en-US" sz="800" dirty="0"/>
            </a:lvl1pPr>
          </a:lstStyle>
          <a:p>
            <a:pPr marL="252000" lvl="0" indent="-252000"/>
            <a:r>
              <a:rPr lang="en-US" dirty="0"/>
              <a:t> </a:t>
            </a:r>
          </a:p>
        </p:txBody>
      </p:sp>
    </p:spTree>
    <p:extLst>
      <p:ext uri="{BB962C8B-B14F-4D97-AF65-F5344CB8AC3E}">
        <p14:creationId xmlns:p14="http://schemas.microsoft.com/office/powerpoint/2010/main" val="1903862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3"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4312688"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8139853"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B6CA9678-3998-4221-9489-94AC1737C9CB}" type="datetime3">
              <a:rPr lang="en-US" smtClean="0"/>
              <a:t>11 July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3" name="Title 2">
            <a:extLst>
              <a:ext uri="{FF2B5EF4-FFF2-40B4-BE49-F238E27FC236}">
                <a16:creationId xmlns:a16="http://schemas.microsoft.com/office/drawing/2014/main" id="{8EA961CD-5D51-5DAB-76F4-3F2524B3664B}"/>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2" name="Highlight line 1">
            <a:extLst>
              <a:ext uri="{FF2B5EF4-FFF2-40B4-BE49-F238E27FC236}">
                <a16:creationId xmlns:a16="http://schemas.microsoft.com/office/drawing/2014/main" id="{E5CC5342-66A4-BF03-2DC2-BB34A77EA402}"/>
              </a:ext>
            </a:extLst>
          </p:cNvPr>
          <p:cNvSpPr>
            <a:spLocks noGrp="1"/>
          </p:cNvSpPr>
          <p:nvPr>
            <p:ph type="dgm" sz="quarter" idx="15" hasCustomPrompt="1"/>
          </p:nvPr>
        </p:nvSpPr>
        <p:spPr>
          <a:xfrm>
            <a:off x="485523" y="1209871"/>
            <a:ext cx="11224347" cy="36000"/>
          </a:xfrm>
          <a:solidFill>
            <a:schemeClr val="tx2"/>
          </a:solidFill>
        </p:spPr>
        <p:txBody>
          <a:bodyPr vert="horz" lIns="0" tIns="0" rIns="0" bIns="0" rtlCol="0" anchor="t" anchorCtr="0">
            <a:noAutofit/>
          </a:bodyPr>
          <a:lstStyle>
            <a:lvl1pPr marL="0" indent="0">
              <a:buNone/>
              <a:defRPr lang="en-US" sz="800" dirty="0"/>
            </a:lvl1pPr>
          </a:lstStyle>
          <a:p>
            <a:pPr marL="252000" lvl="0" indent="-252000"/>
            <a:r>
              <a:rPr lang="en-US" dirty="0"/>
              <a:t> </a:t>
            </a:r>
          </a:p>
        </p:txBody>
      </p:sp>
    </p:spTree>
    <p:extLst>
      <p:ext uri="{BB962C8B-B14F-4D97-AF65-F5344CB8AC3E}">
        <p14:creationId xmlns:p14="http://schemas.microsoft.com/office/powerpoint/2010/main" val="628064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3"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3377372"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6269221"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505E3949-B69A-4036-ABEF-E13ED583B59E}" type="datetime3">
              <a:rPr lang="en-US" smtClean="0"/>
              <a:t>11 July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3" name="Title 2">
            <a:extLst>
              <a:ext uri="{FF2B5EF4-FFF2-40B4-BE49-F238E27FC236}">
                <a16:creationId xmlns:a16="http://schemas.microsoft.com/office/drawing/2014/main" id="{8EA961CD-5D51-5DAB-76F4-3F2524B3664B}"/>
              </a:ext>
            </a:extLst>
          </p:cNvPr>
          <p:cNvSpPr>
            <a:spLocks noGrp="1"/>
          </p:cNvSpPr>
          <p:nvPr>
            <p:ph type="title"/>
          </p:nvPr>
        </p:nvSpPr>
        <p:spPr>
          <a:xfrm>
            <a:off x="485523" y="382588"/>
            <a:ext cx="11224347" cy="638175"/>
          </a:xfrm>
        </p:spPr>
        <p:txBody>
          <a:bodyPr/>
          <a:lstStyle/>
          <a:p>
            <a:r>
              <a:rPr lang="en-GB" dirty="0"/>
              <a:t>Click to edit Master title style</a:t>
            </a:r>
            <a:endParaRPr lang="en-US" dirty="0"/>
          </a:p>
        </p:txBody>
      </p:sp>
      <p:sp>
        <p:nvSpPr>
          <p:cNvPr id="15" name="Content Placeholder 3">
            <a:extLst>
              <a:ext uri="{FF2B5EF4-FFF2-40B4-BE49-F238E27FC236}">
                <a16:creationId xmlns:a16="http://schemas.microsoft.com/office/drawing/2014/main" id="{3A89EC53-4B4E-25EA-86D3-0A198384FA8D}"/>
              </a:ext>
            </a:extLst>
          </p:cNvPr>
          <p:cNvSpPr>
            <a:spLocks noGrp="1"/>
          </p:cNvSpPr>
          <p:nvPr>
            <p:ph idx="15"/>
          </p:nvPr>
        </p:nvSpPr>
        <p:spPr>
          <a:xfrm>
            <a:off x="9161070"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Highlight line 1">
            <a:extLst>
              <a:ext uri="{FF2B5EF4-FFF2-40B4-BE49-F238E27FC236}">
                <a16:creationId xmlns:a16="http://schemas.microsoft.com/office/drawing/2014/main" id="{D8436614-E485-73D8-1866-645F4E1B657B}"/>
              </a:ext>
            </a:extLst>
          </p:cNvPr>
          <p:cNvSpPr>
            <a:spLocks noGrp="1"/>
          </p:cNvSpPr>
          <p:nvPr>
            <p:ph type="dgm" sz="quarter" idx="16" hasCustomPrompt="1"/>
          </p:nvPr>
        </p:nvSpPr>
        <p:spPr>
          <a:xfrm>
            <a:off x="485523" y="1209871"/>
            <a:ext cx="11224347" cy="36000"/>
          </a:xfrm>
          <a:solidFill>
            <a:schemeClr val="tx2"/>
          </a:solidFill>
        </p:spPr>
        <p:txBody>
          <a:bodyPr vert="horz" lIns="0" tIns="0" rIns="0" bIns="0" rtlCol="0" anchor="t" anchorCtr="0">
            <a:noAutofit/>
          </a:bodyPr>
          <a:lstStyle>
            <a:lvl1pPr marL="0" indent="0">
              <a:buNone/>
              <a:defRPr lang="en-US" sz="800" dirty="0"/>
            </a:lvl1pPr>
          </a:lstStyle>
          <a:p>
            <a:pPr marL="252000" lvl="0" indent="-252000"/>
            <a:r>
              <a:rPr lang="en-US" dirty="0"/>
              <a:t> </a:t>
            </a:r>
          </a:p>
        </p:txBody>
      </p:sp>
    </p:spTree>
    <p:extLst>
      <p:ext uri="{BB962C8B-B14F-4D97-AF65-F5344CB8AC3E}">
        <p14:creationId xmlns:p14="http://schemas.microsoft.com/office/powerpoint/2010/main" val="25118336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3"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3377455"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6269388"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4A2257C9-5C93-4E58-8D42-FE341B1F0959}" type="datetime3">
              <a:rPr lang="en-US" smtClean="0"/>
              <a:t>11 July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3" name="Title 2">
            <a:extLst>
              <a:ext uri="{FF2B5EF4-FFF2-40B4-BE49-F238E27FC236}">
                <a16:creationId xmlns:a16="http://schemas.microsoft.com/office/drawing/2014/main" id="{8EA961CD-5D51-5DAB-76F4-3F2524B3664B}"/>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5" name="Content Placeholder 3">
            <a:extLst>
              <a:ext uri="{FF2B5EF4-FFF2-40B4-BE49-F238E27FC236}">
                <a16:creationId xmlns:a16="http://schemas.microsoft.com/office/drawing/2014/main" id="{3A89EC53-4B4E-25EA-86D3-0A198384FA8D}"/>
              </a:ext>
            </a:extLst>
          </p:cNvPr>
          <p:cNvSpPr>
            <a:spLocks noGrp="1"/>
          </p:cNvSpPr>
          <p:nvPr>
            <p:ph idx="15"/>
          </p:nvPr>
        </p:nvSpPr>
        <p:spPr>
          <a:xfrm>
            <a:off x="9161321"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Content Placeholder 1">
            <a:extLst>
              <a:ext uri="{FF2B5EF4-FFF2-40B4-BE49-F238E27FC236}">
                <a16:creationId xmlns:a16="http://schemas.microsoft.com/office/drawing/2014/main" id="{A0091EC5-9CD6-B52C-F192-1D28C197D5EB}"/>
              </a:ext>
            </a:extLst>
          </p:cNvPr>
          <p:cNvSpPr>
            <a:spLocks noGrp="1"/>
          </p:cNvSpPr>
          <p:nvPr>
            <p:ph idx="16"/>
          </p:nvPr>
        </p:nvSpPr>
        <p:spPr>
          <a:xfrm>
            <a:off x="485523"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Content Placeholder 2">
            <a:extLst>
              <a:ext uri="{FF2B5EF4-FFF2-40B4-BE49-F238E27FC236}">
                <a16:creationId xmlns:a16="http://schemas.microsoft.com/office/drawing/2014/main" id="{BF5F74F9-864E-3DD7-6291-763A9D830F2E}"/>
              </a:ext>
            </a:extLst>
          </p:cNvPr>
          <p:cNvSpPr>
            <a:spLocks noGrp="1"/>
          </p:cNvSpPr>
          <p:nvPr>
            <p:ph idx="17"/>
          </p:nvPr>
        </p:nvSpPr>
        <p:spPr>
          <a:xfrm>
            <a:off x="3377372"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ontent Placeholder 3">
            <a:extLst>
              <a:ext uri="{FF2B5EF4-FFF2-40B4-BE49-F238E27FC236}">
                <a16:creationId xmlns:a16="http://schemas.microsoft.com/office/drawing/2014/main" id="{4EC6B6C9-6D62-F36C-8404-9E032EF106E3}"/>
              </a:ext>
            </a:extLst>
          </p:cNvPr>
          <p:cNvSpPr>
            <a:spLocks noGrp="1"/>
          </p:cNvSpPr>
          <p:nvPr>
            <p:ph idx="18"/>
          </p:nvPr>
        </p:nvSpPr>
        <p:spPr>
          <a:xfrm>
            <a:off x="6269221"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Content Placeholder 3">
            <a:extLst>
              <a:ext uri="{FF2B5EF4-FFF2-40B4-BE49-F238E27FC236}">
                <a16:creationId xmlns:a16="http://schemas.microsoft.com/office/drawing/2014/main" id="{D7F9E8A1-A5A0-CC6C-3FD8-D24AC966E14B}"/>
              </a:ext>
            </a:extLst>
          </p:cNvPr>
          <p:cNvSpPr>
            <a:spLocks noGrp="1"/>
          </p:cNvSpPr>
          <p:nvPr>
            <p:ph idx="19"/>
          </p:nvPr>
        </p:nvSpPr>
        <p:spPr>
          <a:xfrm>
            <a:off x="9161070"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Highlight line 1">
            <a:extLst>
              <a:ext uri="{FF2B5EF4-FFF2-40B4-BE49-F238E27FC236}">
                <a16:creationId xmlns:a16="http://schemas.microsoft.com/office/drawing/2014/main" id="{B4B85666-74E6-3B59-B428-DA6F69438EFB}"/>
              </a:ext>
            </a:extLst>
          </p:cNvPr>
          <p:cNvSpPr>
            <a:spLocks noGrp="1"/>
          </p:cNvSpPr>
          <p:nvPr>
            <p:ph type="dgm" sz="quarter" idx="20" hasCustomPrompt="1"/>
          </p:nvPr>
        </p:nvSpPr>
        <p:spPr>
          <a:xfrm>
            <a:off x="485775" y="1209871"/>
            <a:ext cx="11224347" cy="36000"/>
          </a:xfrm>
          <a:solidFill>
            <a:schemeClr val="tx2"/>
          </a:solidFill>
        </p:spPr>
        <p:txBody>
          <a:bodyPr vert="horz" lIns="0" tIns="0" rIns="0" bIns="0" rtlCol="0" anchor="t" anchorCtr="0">
            <a:noAutofit/>
          </a:bodyPr>
          <a:lstStyle>
            <a:lvl1pPr marL="0" indent="0">
              <a:buNone/>
              <a:defRPr lang="en-US" sz="800" dirty="0"/>
            </a:lvl1pPr>
          </a:lstStyle>
          <a:p>
            <a:pPr marL="252000" lvl="0" indent="-252000"/>
            <a:r>
              <a:rPr lang="en-US" dirty="0"/>
              <a:t> </a:t>
            </a:r>
          </a:p>
        </p:txBody>
      </p:sp>
    </p:spTree>
    <p:extLst>
      <p:ext uri="{BB962C8B-B14F-4D97-AF65-F5344CB8AC3E}">
        <p14:creationId xmlns:p14="http://schemas.microsoft.com/office/powerpoint/2010/main" val="3515350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ntent with Highligh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hasCustomPrompt="1"/>
          </p:nvPr>
        </p:nvSpPr>
        <p:spPr>
          <a:xfrm>
            <a:off x="485521"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dirty="0"/>
              <a:t>Only one highlight line should appear. Delete the other two lines.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hasCustomPrompt="1"/>
          </p:nvPr>
        </p:nvSpPr>
        <p:spPr>
          <a:xfrm>
            <a:off x="4312222"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dirty="0"/>
              <a:t>Only one highlight line should appear. Delete the other two lines.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hasCustomPrompt="1"/>
          </p:nvPr>
        </p:nvSpPr>
        <p:spPr>
          <a:xfrm>
            <a:off x="8138670"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dirty="0"/>
              <a:t>Only one highlight line should appear. Delete the other two lines.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BC2F1DC9-FBF9-4117-BF57-FB1EF1DD1AAF}" type="datetime3">
              <a:rPr lang="en-US" smtClean="0"/>
              <a:t>11 July 2026</a:t>
            </a:fld>
            <a:endParaRPr lang="en-US"/>
          </a:p>
        </p:txBody>
      </p:sp>
      <p:sp>
        <p:nvSpPr>
          <p:cNvPr id="5" name="Footer Placeholder ">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8" name="Highlight line 1">
            <a:extLst>
              <a:ext uri="{FF2B5EF4-FFF2-40B4-BE49-F238E27FC236}">
                <a16:creationId xmlns:a16="http://schemas.microsoft.com/office/drawing/2014/main" id="{E1FBA9F5-4E1E-7157-650F-920396E6BD16}"/>
              </a:ext>
            </a:extLst>
          </p:cNvPr>
          <p:cNvSpPr>
            <a:spLocks noGrp="1"/>
          </p:cNvSpPr>
          <p:nvPr>
            <p:ph type="dgm" sz="quarter" idx="15" hasCustomPrompt="1"/>
          </p:nvPr>
        </p:nvSpPr>
        <p:spPr>
          <a:xfrm>
            <a:off x="485775" y="1411287"/>
            <a:ext cx="3571200" cy="36000"/>
          </a:xfrm>
          <a:solidFill>
            <a:schemeClr val="tx2"/>
          </a:solidFill>
        </p:spPr>
        <p:txBody>
          <a:bodyPr/>
          <a:lstStyle>
            <a:lvl1pPr marL="0" indent="0">
              <a:buNone/>
              <a:defRPr sz="800"/>
            </a:lvl1pPr>
          </a:lstStyle>
          <a:p>
            <a:r>
              <a:rPr lang="en-US" dirty="0"/>
              <a:t> </a:t>
            </a:r>
          </a:p>
        </p:txBody>
      </p:sp>
      <p:sp>
        <p:nvSpPr>
          <p:cNvPr id="9" name="Highlight line 2">
            <a:extLst>
              <a:ext uri="{FF2B5EF4-FFF2-40B4-BE49-F238E27FC236}">
                <a16:creationId xmlns:a16="http://schemas.microsoft.com/office/drawing/2014/main" id="{F0D5216F-CE4B-8B47-FCA1-EA9B01BBAD6B}"/>
              </a:ext>
            </a:extLst>
          </p:cNvPr>
          <p:cNvSpPr>
            <a:spLocks noGrp="1"/>
          </p:cNvSpPr>
          <p:nvPr>
            <p:ph type="dgm" sz="quarter" idx="16" hasCustomPrompt="1"/>
          </p:nvPr>
        </p:nvSpPr>
        <p:spPr>
          <a:xfrm>
            <a:off x="4312222" y="1411287"/>
            <a:ext cx="3571200" cy="36000"/>
          </a:xfrm>
          <a:solidFill>
            <a:schemeClr val="tx2"/>
          </a:solidFill>
        </p:spPr>
        <p:txBody>
          <a:bodyPr/>
          <a:lstStyle>
            <a:lvl1pPr marL="0" indent="0">
              <a:buNone/>
              <a:defRPr sz="800"/>
            </a:lvl1pPr>
          </a:lstStyle>
          <a:p>
            <a:r>
              <a:rPr lang="en-US" dirty="0"/>
              <a:t> </a:t>
            </a:r>
          </a:p>
        </p:txBody>
      </p:sp>
      <p:sp>
        <p:nvSpPr>
          <p:cNvPr id="10" name="Highlight line 3">
            <a:extLst>
              <a:ext uri="{FF2B5EF4-FFF2-40B4-BE49-F238E27FC236}">
                <a16:creationId xmlns:a16="http://schemas.microsoft.com/office/drawing/2014/main" id="{945CF969-2B44-5C5F-B1A2-132B74FE4B46}"/>
              </a:ext>
            </a:extLst>
          </p:cNvPr>
          <p:cNvSpPr>
            <a:spLocks noGrp="1"/>
          </p:cNvSpPr>
          <p:nvPr>
            <p:ph type="dgm" sz="quarter" idx="17" hasCustomPrompt="1"/>
          </p:nvPr>
        </p:nvSpPr>
        <p:spPr>
          <a:xfrm>
            <a:off x="8138670" y="1411287"/>
            <a:ext cx="3571200" cy="36000"/>
          </a:xfrm>
          <a:solidFill>
            <a:schemeClr val="tx2"/>
          </a:solidFill>
        </p:spPr>
        <p:txBody>
          <a:bodyPr/>
          <a:lstStyle>
            <a:lvl1pPr marL="0" indent="0">
              <a:buNone/>
              <a:defRPr sz="800"/>
            </a:lvl1pPr>
          </a:lstStyle>
          <a:p>
            <a:r>
              <a:rPr lang="en-US" dirty="0"/>
              <a:t> </a:t>
            </a:r>
          </a:p>
        </p:txBody>
      </p:sp>
      <p:sp>
        <p:nvSpPr>
          <p:cNvPr id="3" name="Title 2">
            <a:extLst>
              <a:ext uri="{FF2B5EF4-FFF2-40B4-BE49-F238E27FC236}">
                <a16:creationId xmlns:a16="http://schemas.microsoft.com/office/drawing/2014/main" id="{861D1C9E-8438-3A10-53E8-497704D4A0E4}"/>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Tree>
    <p:extLst>
      <p:ext uri="{BB962C8B-B14F-4D97-AF65-F5344CB8AC3E}">
        <p14:creationId xmlns:p14="http://schemas.microsoft.com/office/powerpoint/2010/main" val="668975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14E36304-4A4F-43F8-8665-AF62D176DEA2}" type="datetime3">
              <a:rPr lang="en-US" smtClean="0"/>
              <a:t>11 July 2026</a:t>
            </a:fld>
            <a:endParaRPr lang="en-US" dirty="0"/>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Insert footer text here</a:t>
            </a:r>
            <a:endParaRPr lang="en-US" dirty="0"/>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dirty="0"/>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2" y="1411287"/>
            <a:ext cx="5610479" cy="4638673"/>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6349868" y="0"/>
            <a:ext cx="5842132" cy="6858000"/>
          </a:xfrm>
        </p:spPr>
        <p:txBody>
          <a:bodyPr/>
          <a:lstStyle/>
          <a:p>
            <a:endParaRPr lang="en-US"/>
          </a:p>
        </p:txBody>
      </p:sp>
      <p:sp>
        <p:nvSpPr>
          <p:cNvPr id="2" name="Title 1">
            <a:extLst>
              <a:ext uri="{FF2B5EF4-FFF2-40B4-BE49-F238E27FC236}">
                <a16:creationId xmlns:a16="http://schemas.microsoft.com/office/drawing/2014/main" id="{9B88C567-2561-2AD2-63FE-0886450DCC49}"/>
              </a:ext>
            </a:extLst>
          </p:cNvPr>
          <p:cNvSpPr>
            <a:spLocks noGrp="1"/>
          </p:cNvSpPr>
          <p:nvPr>
            <p:ph type="title"/>
          </p:nvPr>
        </p:nvSpPr>
        <p:spPr>
          <a:xfrm>
            <a:off x="485523" y="382588"/>
            <a:ext cx="5610477" cy="638175"/>
          </a:xfrm>
        </p:spPr>
        <p:txBody>
          <a:bodyPr/>
          <a:lstStyle/>
          <a:p>
            <a:r>
              <a:rPr lang="en-GB" dirty="0"/>
              <a:t>Click to edit Master title style</a:t>
            </a:r>
            <a:endParaRPr lang="en-US" dirty="0"/>
          </a:p>
        </p:txBody>
      </p:sp>
      <p:sp>
        <p:nvSpPr>
          <p:cNvPr id="13" name="SmartArt Placeholder 13">
            <a:extLst>
              <a:ext uri="{FF2B5EF4-FFF2-40B4-BE49-F238E27FC236}">
                <a16:creationId xmlns:a16="http://schemas.microsoft.com/office/drawing/2014/main" id="{36E374FE-EF38-20ED-2BF5-CB693F717A11}"/>
              </a:ext>
            </a:extLst>
          </p:cNvPr>
          <p:cNvSpPr>
            <a:spLocks noGrp="1"/>
          </p:cNvSpPr>
          <p:nvPr>
            <p:ph type="dgm" sz="quarter" idx="28"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dirty="0"/>
              <a:t> </a:t>
            </a:r>
          </a:p>
        </p:txBody>
      </p:sp>
      <p:sp>
        <p:nvSpPr>
          <p:cNvPr id="14" name="SmartArt Placeholder 14">
            <a:extLst>
              <a:ext uri="{FF2B5EF4-FFF2-40B4-BE49-F238E27FC236}">
                <a16:creationId xmlns:a16="http://schemas.microsoft.com/office/drawing/2014/main" id="{E7A756FE-60E8-9B30-EBA2-BFCA0731818E}"/>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2"/>
          </a:solidFill>
        </p:spPr>
        <p:txBody>
          <a:bodyPr wrap="square">
            <a:noAutofit/>
          </a:bodyPr>
          <a:lstStyle>
            <a:lvl1pPr marL="0" indent="0">
              <a:buFont typeface="Arial" panose="020B0604020202020204" pitchFamily="34" charset="0"/>
              <a:buNone/>
              <a:defRPr sz="800"/>
            </a:lvl1pPr>
          </a:lstStyle>
          <a:p>
            <a:r>
              <a:rPr lang="en-US" dirty="0"/>
              <a:t> </a:t>
            </a:r>
          </a:p>
        </p:txBody>
      </p:sp>
    </p:spTree>
    <p:extLst>
      <p:ext uri="{BB962C8B-B14F-4D97-AF65-F5344CB8AC3E}">
        <p14:creationId xmlns:p14="http://schemas.microsoft.com/office/powerpoint/2010/main" val="42796927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wo 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7103C260-8204-40D7-BB54-DA19102078EB}" type="datetime3">
              <a:rPr lang="en-US" smtClean="0"/>
              <a:t>11 July 2026</a:t>
            </a:fld>
            <a:endParaRPr lang="en-US" dirty="0"/>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Insert footer text here</a:t>
            </a:r>
            <a:endParaRPr lang="en-US" dirty="0"/>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dirty="0"/>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3" y="1411287"/>
            <a:ext cx="3568952"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8389938" y="0"/>
            <a:ext cx="3802061" cy="6858000"/>
          </a:xfrm>
        </p:spPr>
        <p:txBody>
          <a:bodyPr/>
          <a:lstStyle/>
          <a:p>
            <a:endParaRPr lang="en-US"/>
          </a:p>
        </p:txBody>
      </p:sp>
      <p:sp>
        <p:nvSpPr>
          <p:cNvPr id="6" name="Content Placeholder 2">
            <a:extLst>
              <a:ext uri="{FF2B5EF4-FFF2-40B4-BE49-F238E27FC236}">
                <a16:creationId xmlns:a16="http://schemas.microsoft.com/office/drawing/2014/main" id="{E4D119AB-28F4-6336-28B6-59438D27F156}"/>
              </a:ext>
            </a:extLst>
          </p:cNvPr>
          <p:cNvSpPr>
            <a:spLocks noGrp="1"/>
          </p:cNvSpPr>
          <p:nvPr>
            <p:ph idx="30"/>
          </p:nvPr>
        </p:nvSpPr>
        <p:spPr>
          <a:xfrm>
            <a:off x="4311524" y="1411287"/>
            <a:ext cx="3568952"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itle 7">
            <a:extLst>
              <a:ext uri="{FF2B5EF4-FFF2-40B4-BE49-F238E27FC236}">
                <a16:creationId xmlns:a16="http://schemas.microsoft.com/office/drawing/2014/main" id="{79361665-A619-0AEE-E8F0-5711C7980200}"/>
              </a:ext>
            </a:extLst>
          </p:cNvPr>
          <p:cNvSpPr>
            <a:spLocks noGrp="1"/>
          </p:cNvSpPr>
          <p:nvPr>
            <p:ph type="title"/>
          </p:nvPr>
        </p:nvSpPr>
        <p:spPr>
          <a:xfrm>
            <a:off x="485523" y="382588"/>
            <a:ext cx="7394953" cy="638175"/>
          </a:xfrm>
        </p:spPr>
        <p:txBody>
          <a:bodyPr/>
          <a:lstStyle/>
          <a:p>
            <a:r>
              <a:rPr lang="en-GB" dirty="0"/>
              <a:t>Click to edit Master title style</a:t>
            </a:r>
            <a:endParaRPr lang="en-US" dirty="0"/>
          </a:p>
        </p:txBody>
      </p:sp>
      <p:sp>
        <p:nvSpPr>
          <p:cNvPr id="13" name="SmartArt Placeholder 13">
            <a:extLst>
              <a:ext uri="{FF2B5EF4-FFF2-40B4-BE49-F238E27FC236}">
                <a16:creationId xmlns:a16="http://schemas.microsoft.com/office/drawing/2014/main" id="{4810EDA4-155A-A258-0118-EFE8D82F818C}"/>
              </a:ext>
            </a:extLst>
          </p:cNvPr>
          <p:cNvSpPr>
            <a:spLocks noGrp="1"/>
          </p:cNvSpPr>
          <p:nvPr>
            <p:ph type="dgm" sz="quarter" idx="28"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dirty="0"/>
              <a:t> </a:t>
            </a:r>
          </a:p>
        </p:txBody>
      </p:sp>
      <p:sp>
        <p:nvSpPr>
          <p:cNvPr id="14" name="SmartArt Placeholder 14">
            <a:extLst>
              <a:ext uri="{FF2B5EF4-FFF2-40B4-BE49-F238E27FC236}">
                <a16:creationId xmlns:a16="http://schemas.microsoft.com/office/drawing/2014/main" id="{FDFC33E0-8D2C-02F1-3F63-6C8E60CA183B}"/>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2"/>
          </a:solidFill>
        </p:spPr>
        <p:txBody>
          <a:bodyPr wrap="square">
            <a:noAutofit/>
          </a:bodyPr>
          <a:lstStyle>
            <a:lvl1pPr marL="0" indent="0">
              <a:buFont typeface="Arial" panose="020B0604020202020204" pitchFamily="34" charset="0"/>
              <a:buNone/>
              <a:defRPr sz="800"/>
            </a:lvl1pPr>
          </a:lstStyle>
          <a:p>
            <a:r>
              <a:rPr lang="en-US" dirty="0"/>
              <a:t> </a:t>
            </a:r>
          </a:p>
        </p:txBody>
      </p:sp>
    </p:spTree>
    <p:extLst>
      <p:ext uri="{BB962C8B-B14F-4D97-AF65-F5344CB8AC3E}">
        <p14:creationId xmlns:p14="http://schemas.microsoft.com/office/powerpoint/2010/main" val="20221717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hree 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D324C59E-718C-47C3-8D13-8A8A2A6017C0}" type="datetime3">
              <a:rPr lang="en-US" smtClean="0"/>
              <a:t>11 July 2026</a:t>
            </a:fld>
            <a:endParaRPr lang="en-US" dirty="0"/>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Insert footer text here</a:t>
            </a:r>
            <a:endParaRPr lang="en-US" dirty="0"/>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dirty="0"/>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3" y="1411287"/>
            <a:ext cx="254977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9155113" y="0"/>
            <a:ext cx="3036886" cy="6858000"/>
          </a:xfrm>
        </p:spPr>
        <p:txBody>
          <a:bodyPr/>
          <a:lstStyle/>
          <a:p>
            <a:endParaRPr lang="en-US"/>
          </a:p>
        </p:txBody>
      </p:sp>
      <p:sp>
        <p:nvSpPr>
          <p:cNvPr id="6" name="Content Placeholder 2">
            <a:extLst>
              <a:ext uri="{FF2B5EF4-FFF2-40B4-BE49-F238E27FC236}">
                <a16:creationId xmlns:a16="http://schemas.microsoft.com/office/drawing/2014/main" id="{E4D119AB-28F4-6336-28B6-59438D27F156}"/>
              </a:ext>
            </a:extLst>
          </p:cNvPr>
          <p:cNvSpPr>
            <a:spLocks noGrp="1"/>
          </p:cNvSpPr>
          <p:nvPr>
            <p:ph idx="30"/>
          </p:nvPr>
        </p:nvSpPr>
        <p:spPr>
          <a:xfrm>
            <a:off x="3290888" y="1411287"/>
            <a:ext cx="2549525"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Content Placeholder 2">
            <a:extLst>
              <a:ext uri="{FF2B5EF4-FFF2-40B4-BE49-F238E27FC236}">
                <a16:creationId xmlns:a16="http://schemas.microsoft.com/office/drawing/2014/main" id="{E8468690-9C07-32F0-8029-E127A361B770}"/>
              </a:ext>
            </a:extLst>
          </p:cNvPr>
          <p:cNvSpPr>
            <a:spLocks noGrp="1"/>
          </p:cNvSpPr>
          <p:nvPr>
            <p:ph idx="31"/>
          </p:nvPr>
        </p:nvSpPr>
        <p:spPr>
          <a:xfrm>
            <a:off x="6117908" y="1411287"/>
            <a:ext cx="2549525"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itle 7">
            <a:extLst>
              <a:ext uri="{FF2B5EF4-FFF2-40B4-BE49-F238E27FC236}">
                <a16:creationId xmlns:a16="http://schemas.microsoft.com/office/drawing/2014/main" id="{34452E42-0F44-3CC2-78EC-9EE78A1B18DF}"/>
              </a:ext>
            </a:extLst>
          </p:cNvPr>
          <p:cNvSpPr>
            <a:spLocks noGrp="1"/>
          </p:cNvSpPr>
          <p:nvPr>
            <p:ph type="title"/>
          </p:nvPr>
        </p:nvSpPr>
        <p:spPr>
          <a:xfrm>
            <a:off x="485524" y="382588"/>
            <a:ext cx="8181910" cy="638175"/>
          </a:xfrm>
        </p:spPr>
        <p:txBody>
          <a:bodyPr/>
          <a:lstStyle/>
          <a:p>
            <a:r>
              <a:rPr lang="en-GB"/>
              <a:t>Click to edit Master title style</a:t>
            </a:r>
            <a:endParaRPr lang="en-US"/>
          </a:p>
        </p:txBody>
      </p:sp>
      <p:sp>
        <p:nvSpPr>
          <p:cNvPr id="14" name="SmartArt Placeholder 13">
            <a:extLst>
              <a:ext uri="{FF2B5EF4-FFF2-40B4-BE49-F238E27FC236}">
                <a16:creationId xmlns:a16="http://schemas.microsoft.com/office/drawing/2014/main" id="{CDF6C7E5-B2CD-8A12-144D-E84B4B13BBE5}"/>
              </a:ext>
            </a:extLst>
          </p:cNvPr>
          <p:cNvSpPr>
            <a:spLocks noGrp="1"/>
          </p:cNvSpPr>
          <p:nvPr>
            <p:ph type="dgm" sz="quarter" idx="28"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dirty="0"/>
              <a:t> </a:t>
            </a:r>
          </a:p>
        </p:txBody>
      </p:sp>
      <p:sp>
        <p:nvSpPr>
          <p:cNvPr id="15" name="SmartArt Placeholder 14">
            <a:extLst>
              <a:ext uri="{FF2B5EF4-FFF2-40B4-BE49-F238E27FC236}">
                <a16:creationId xmlns:a16="http://schemas.microsoft.com/office/drawing/2014/main" id="{9E0B55F5-4343-46A7-2F1A-1F8478175303}"/>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2"/>
          </a:solidFill>
        </p:spPr>
        <p:txBody>
          <a:bodyPr wrap="square">
            <a:noAutofit/>
          </a:bodyPr>
          <a:lstStyle>
            <a:lvl1pPr marL="0" indent="0">
              <a:buFont typeface="Arial" panose="020B0604020202020204" pitchFamily="34" charset="0"/>
              <a:buNone/>
              <a:defRPr sz="800"/>
            </a:lvl1pPr>
          </a:lstStyle>
          <a:p>
            <a:r>
              <a:rPr lang="en-US" dirty="0"/>
              <a:t> </a:t>
            </a:r>
          </a:p>
        </p:txBody>
      </p:sp>
    </p:spTree>
    <p:extLst>
      <p:ext uri="{BB962C8B-B14F-4D97-AF65-F5344CB8AC3E}">
        <p14:creationId xmlns:p14="http://schemas.microsoft.com/office/powerpoint/2010/main" val="40075374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Video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17FA28FD-5139-458C-8BB4-5CABE063094F}" type="datetime3">
              <a:rPr lang="en-US" smtClean="0"/>
              <a:t>11 July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2" name="Media Placeholder 11">
            <a:extLst>
              <a:ext uri="{FF2B5EF4-FFF2-40B4-BE49-F238E27FC236}">
                <a16:creationId xmlns:a16="http://schemas.microsoft.com/office/drawing/2014/main" id="{7AA8680C-DF0E-A59A-1D40-85E5B348B8F4}"/>
              </a:ext>
            </a:extLst>
          </p:cNvPr>
          <p:cNvSpPr>
            <a:spLocks noGrp="1"/>
          </p:cNvSpPr>
          <p:nvPr>
            <p:ph type="media" sz="quarter" idx="13"/>
          </p:nvPr>
        </p:nvSpPr>
        <p:spPr>
          <a:xfrm>
            <a:off x="485524" y="1411287"/>
            <a:ext cx="8160263" cy="4638675"/>
          </a:xfrm>
        </p:spPr>
        <p:txBody>
          <a:bodyPr/>
          <a:lstStyle/>
          <a:p>
            <a:r>
              <a:rPr lang="en-GB" dirty="0"/>
              <a:t>Click icon to add media</a:t>
            </a:r>
            <a:endParaRPr lang="en-US" dirty="0"/>
          </a:p>
        </p:txBody>
      </p:sp>
      <p:sp>
        <p:nvSpPr>
          <p:cNvPr id="14" name="Text Placeholder 13">
            <a:extLst>
              <a:ext uri="{FF2B5EF4-FFF2-40B4-BE49-F238E27FC236}">
                <a16:creationId xmlns:a16="http://schemas.microsoft.com/office/drawing/2014/main" id="{7E85579B-86BF-EE24-023A-9F648CFE072C}"/>
              </a:ext>
            </a:extLst>
          </p:cNvPr>
          <p:cNvSpPr>
            <a:spLocks noGrp="1"/>
          </p:cNvSpPr>
          <p:nvPr>
            <p:ph type="body" sz="quarter" idx="14"/>
          </p:nvPr>
        </p:nvSpPr>
        <p:spPr>
          <a:xfrm>
            <a:off x="8904632" y="1411287"/>
            <a:ext cx="2805238"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9646215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dirty="0"/>
              <a:t>Click to edit Master title style</a:t>
            </a:r>
            <a:endParaRPr lang="en-US" dirty="0"/>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604484D1-1BD5-4E29-9299-646D88205D2B}" type="datetime3">
              <a:rPr lang="en-US" smtClean="0"/>
              <a:t>11 July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0" name="Text Placeholder 9">
            <a:extLst>
              <a:ext uri="{FF2B5EF4-FFF2-40B4-BE49-F238E27FC236}">
                <a16:creationId xmlns:a16="http://schemas.microsoft.com/office/drawing/2014/main" id="{8EC20394-F6AE-DC91-F7F3-91384D375648}"/>
              </a:ext>
            </a:extLst>
          </p:cNvPr>
          <p:cNvSpPr>
            <a:spLocks noGrp="1"/>
          </p:cNvSpPr>
          <p:nvPr>
            <p:ph type="body" sz="quarter" idx="13" hasCustomPrompt="1"/>
          </p:nvPr>
        </p:nvSpPr>
        <p:spPr>
          <a:xfrm>
            <a:off x="485523"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dirty="0"/>
              <a:t>Name</a:t>
            </a:r>
            <a:endParaRPr lang="en-US" dirty="0"/>
          </a:p>
        </p:txBody>
      </p:sp>
      <p:sp>
        <p:nvSpPr>
          <p:cNvPr id="11" name="Text Placeholder 9">
            <a:extLst>
              <a:ext uri="{FF2B5EF4-FFF2-40B4-BE49-F238E27FC236}">
                <a16:creationId xmlns:a16="http://schemas.microsoft.com/office/drawing/2014/main" id="{F8C26B76-6BF1-741E-77C9-1AE58FAA9D3D}"/>
              </a:ext>
            </a:extLst>
          </p:cNvPr>
          <p:cNvSpPr>
            <a:spLocks noGrp="1"/>
          </p:cNvSpPr>
          <p:nvPr>
            <p:ph type="body" sz="quarter" idx="14" hasCustomPrompt="1"/>
          </p:nvPr>
        </p:nvSpPr>
        <p:spPr>
          <a:xfrm>
            <a:off x="485523" y="5243516"/>
            <a:ext cx="2545200" cy="276999"/>
          </a:xfrm>
        </p:spPr>
        <p:txBody>
          <a:bodyPr wrap="square">
            <a:spAutoFit/>
          </a:bodyPr>
          <a:lstStyle>
            <a:lvl1pPr marL="0" indent="0">
              <a:buNone/>
              <a:defRPr sz="1800" b="0" i="0">
                <a:solidFill>
                  <a:schemeClr val="bg1"/>
                </a:solidFill>
                <a:latin typeface="+mn-lt"/>
              </a:defRPr>
            </a:lvl1pPr>
          </a:lstStyle>
          <a:p>
            <a:pPr lvl="0"/>
            <a:r>
              <a:rPr lang="en-GB" dirty="0"/>
              <a:t>Job title</a:t>
            </a:r>
            <a:endParaRPr lang="en-US" dirty="0"/>
          </a:p>
        </p:txBody>
      </p:sp>
      <p:sp>
        <p:nvSpPr>
          <p:cNvPr id="3" name="Text Placeholder 9">
            <a:extLst>
              <a:ext uri="{FF2B5EF4-FFF2-40B4-BE49-F238E27FC236}">
                <a16:creationId xmlns:a16="http://schemas.microsoft.com/office/drawing/2014/main" id="{B5250BC2-E0E2-741C-128C-67991E7FE31C}"/>
              </a:ext>
            </a:extLst>
          </p:cNvPr>
          <p:cNvSpPr>
            <a:spLocks noGrp="1"/>
          </p:cNvSpPr>
          <p:nvPr>
            <p:ph type="body" sz="quarter" idx="16" hasCustomPrompt="1"/>
          </p:nvPr>
        </p:nvSpPr>
        <p:spPr>
          <a:xfrm>
            <a:off x="3378661"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dirty="0"/>
              <a:t>Name</a:t>
            </a:r>
            <a:endParaRPr lang="en-US" dirty="0"/>
          </a:p>
        </p:txBody>
      </p:sp>
      <p:sp>
        <p:nvSpPr>
          <p:cNvPr id="7" name="Text Placeholder 9">
            <a:extLst>
              <a:ext uri="{FF2B5EF4-FFF2-40B4-BE49-F238E27FC236}">
                <a16:creationId xmlns:a16="http://schemas.microsoft.com/office/drawing/2014/main" id="{BAB1B720-8C35-31CC-E8BA-A24F76EC23CD}"/>
              </a:ext>
            </a:extLst>
          </p:cNvPr>
          <p:cNvSpPr>
            <a:spLocks noGrp="1"/>
          </p:cNvSpPr>
          <p:nvPr>
            <p:ph type="body" sz="quarter" idx="17" hasCustomPrompt="1"/>
          </p:nvPr>
        </p:nvSpPr>
        <p:spPr>
          <a:xfrm>
            <a:off x="3378661" y="5243516"/>
            <a:ext cx="2545200" cy="276999"/>
          </a:xfrm>
        </p:spPr>
        <p:txBody>
          <a:bodyPr wrap="square">
            <a:spAutoFit/>
          </a:bodyPr>
          <a:lstStyle>
            <a:lvl1pPr marL="0" indent="0">
              <a:buNone/>
              <a:defRPr sz="1800" b="0" i="0">
                <a:solidFill>
                  <a:schemeClr val="bg1"/>
                </a:solidFill>
                <a:latin typeface="+mn-lt"/>
              </a:defRPr>
            </a:lvl1pPr>
          </a:lstStyle>
          <a:p>
            <a:pPr lvl="0"/>
            <a:r>
              <a:rPr lang="en-GB" dirty="0"/>
              <a:t>Job title</a:t>
            </a:r>
            <a:endParaRPr lang="en-US" dirty="0"/>
          </a:p>
        </p:txBody>
      </p:sp>
      <p:sp>
        <p:nvSpPr>
          <p:cNvPr id="9" name="Text Placeholder 9">
            <a:extLst>
              <a:ext uri="{FF2B5EF4-FFF2-40B4-BE49-F238E27FC236}">
                <a16:creationId xmlns:a16="http://schemas.microsoft.com/office/drawing/2014/main" id="{A9756EF2-9996-0FB9-D7B0-C8F68A711B39}"/>
              </a:ext>
            </a:extLst>
          </p:cNvPr>
          <p:cNvSpPr>
            <a:spLocks noGrp="1"/>
          </p:cNvSpPr>
          <p:nvPr>
            <p:ph type="body" sz="quarter" idx="19" hasCustomPrompt="1"/>
          </p:nvPr>
        </p:nvSpPr>
        <p:spPr>
          <a:xfrm>
            <a:off x="6271799"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dirty="0"/>
              <a:t>Name</a:t>
            </a:r>
            <a:endParaRPr lang="en-US" dirty="0"/>
          </a:p>
        </p:txBody>
      </p:sp>
      <p:sp>
        <p:nvSpPr>
          <p:cNvPr id="12" name="Text Placeholder 9">
            <a:extLst>
              <a:ext uri="{FF2B5EF4-FFF2-40B4-BE49-F238E27FC236}">
                <a16:creationId xmlns:a16="http://schemas.microsoft.com/office/drawing/2014/main" id="{EBDC17D8-DC6B-1BF9-23DC-FF6D20C0FD02}"/>
              </a:ext>
            </a:extLst>
          </p:cNvPr>
          <p:cNvSpPr>
            <a:spLocks noGrp="1"/>
          </p:cNvSpPr>
          <p:nvPr>
            <p:ph type="body" sz="quarter" idx="20" hasCustomPrompt="1"/>
          </p:nvPr>
        </p:nvSpPr>
        <p:spPr>
          <a:xfrm>
            <a:off x="6271799" y="5243516"/>
            <a:ext cx="2545200" cy="276999"/>
          </a:xfrm>
        </p:spPr>
        <p:txBody>
          <a:bodyPr wrap="square">
            <a:spAutoFit/>
          </a:bodyPr>
          <a:lstStyle>
            <a:lvl1pPr marL="0" indent="0">
              <a:buNone/>
              <a:defRPr sz="1800" b="0" i="0">
                <a:solidFill>
                  <a:schemeClr val="bg1"/>
                </a:solidFill>
                <a:latin typeface="+mn-lt"/>
              </a:defRPr>
            </a:lvl1pPr>
          </a:lstStyle>
          <a:p>
            <a:pPr lvl="0"/>
            <a:r>
              <a:rPr lang="en-GB" dirty="0"/>
              <a:t>Job title</a:t>
            </a:r>
            <a:endParaRPr lang="en-US" dirty="0"/>
          </a:p>
        </p:txBody>
      </p:sp>
      <p:sp>
        <p:nvSpPr>
          <p:cNvPr id="24" name="Text Placeholder 9">
            <a:extLst>
              <a:ext uri="{FF2B5EF4-FFF2-40B4-BE49-F238E27FC236}">
                <a16:creationId xmlns:a16="http://schemas.microsoft.com/office/drawing/2014/main" id="{FDE2BFA5-8DD3-AAE2-BA88-2C21E5EA3829}"/>
              </a:ext>
            </a:extLst>
          </p:cNvPr>
          <p:cNvSpPr>
            <a:spLocks noGrp="1"/>
          </p:cNvSpPr>
          <p:nvPr>
            <p:ph type="body" sz="quarter" idx="22" hasCustomPrompt="1"/>
          </p:nvPr>
        </p:nvSpPr>
        <p:spPr>
          <a:xfrm>
            <a:off x="9164936"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dirty="0"/>
              <a:t>Name</a:t>
            </a:r>
            <a:endParaRPr lang="en-US" dirty="0"/>
          </a:p>
        </p:txBody>
      </p:sp>
      <p:sp>
        <p:nvSpPr>
          <p:cNvPr id="25" name="Text Placeholder 9">
            <a:extLst>
              <a:ext uri="{FF2B5EF4-FFF2-40B4-BE49-F238E27FC236}">
                <a16:creationId xmlns:a16="http://schemas.microsoft.com/office/drawing/2014/main" id="{A6334C15-AC9A-3BC9-AC49-BB8588AC064E}"/>
              </a:ext>
            </a:extLst>
          </p:cNvPr>
          <p:cNvSpPr>
            <a:spLocks noGrp="1"/>
          </p:cNvSpPr>
          <p:nvPr>
            <p:ph type="body" sz="quarter" idx="23" hasCustomPrompt="1"/>
          </p:nvPr>
        </p:nvSpPr>
        <p:spPr>
          <a:xfrm>
            <a:off x="9164937" y="5243516"/>
            <a:ext cx="2545200" cy="276999"/>
          </a:xfrm>
        </p:spPr>
        <p:txBody>
          <a:bodyPr wrap="square">
            <a:spAutoFit/>
          </a:bodyPr>
          <a:lstStyle>
            <a:lvl1pPr marL="0" indent="0">
              <a:buNone/>
              <a:defRPr sz="1800" b="0" i="0">
                <a:solidFill>
                  <a:schemeClr val="bg1"/>
                </a:solidFill>
                <a:latin typeface="+mn-lt"/>
              </a:defRPr>
            </a:lvl1pPr>
          </a:lstStyle>
          <a:p>
            <a:pPr lvl="0"/>
            <a:r>
              <a:rPr lang="en-GB" dirty="0"/>
              <a:t>Job title</a:t>
            </a:r>
            <a:endParaRPr lang="en-US" dirty="0"/>
          </a:p>
        </p:txBody>
      </p:sp>
      <p:sp>
        <p:nvSpPr>
          <p:cNvPr id="14" name="Picture Placeholder 12">
            <a:extLst>
              <a:ext uri="{FF2B5EF4-FFF2-40B4-BE49-F238E27FC236}">
                <a16:creationId xmlns:a16="http://schemas.microsoft.com/office/drawing/2014/main" id="{47795BA7-FED2-3A4E-668F-CA4916635AFA}"/>
              </a:ext>
            </a:extLst>
          </p:cNvPr>
          <p:cNvSpPr>
            <a:spLocks noGrp="1"/>
          </p:cNvSpPr>
          <p:nvPr>
            <p:ph type="pic" sz="quarter" idx="15"/>
          </p:nvPr>
        </p:nvSpPr>
        <p:spPr>
          <a:xfrm>
            <a:off x="487323" y="1693850"/>
            <a:ext cx="2541600" cy="2541600"/>
          </a:xfrm>
          <a:prstGeom prst="ellipse">
            <a:avLst/>
          </a:prstGeom>
        </p:spPr>
        <p:txBody>
          <a:bodyPr anchor="ctr"/>
          <a:lstStyle>
            <a:lvl1pPr marL="0" indent="0" algn="ctr">
              <a:buNone/>
              <a:defRPr>
                <a:solidFill>
                  <a:schemeClr val="bg1"/>
                </a:solidFill>
              </a:defRPr>
            </a:lvl1pPr>
          </a:lstStyle>
          <a:p>
            <a:r>
              <a:rPr lang="en-GB" dirty="0"/>
              <a:t>Click icon to add picture</a:t>
            </a:r>
            <a:endParaRPr lang="en-US" dirty="0"/>
          </a:p>
        </p:txBody>
      </p:sp>
      <p:sp>
        <p:nvSpPr>
          <p:cNvPr id="15" name="Picture Placeholder 12">
            <a:extLst>
              <a:ext uri="{FF2B5EF4-FFF2-40B4-BE49-F238E27FC236}">
                <a16:creationId xmlns:a16="http://schemas.microsoft.com/office/drawing/2014/main" id="{AF8E8AE1-116F-1D7C-AFB6-535FEA2ADD7B}"/>
              </a:ext>
            </a:extLst>
          </p:cNvPr>
          <p:cNvSpPr>
            <a:spLocks noGrp="1"/>
          </p:cNvSpPr>
          <p:nvPr>
            <p:ph type="pic" sz="quarter" idx="18"/>
          </p:nvPr>
        </p:nvSpPr>
        <p:spPr>
          <a:xfrm>
            <a:off x="3380461" y="1693850"/>
            <a:ext cx="2541600" cy="2541600"/>
          </a:xfrm>
          <a:prstGeom prst="ellipse">
            <a:avLst/>
          </a:prstGeom>
        </p:spPr>
        <p:txBody>
          <a:bodyPr anchor="ctr"/>
          <a:lstStyle>
            <a:lvl1pPr marL="0" indent="0" algn="ctr">
              <a:buNone/>
              <a:defRPr/>
            </a:lvl1pPr>
          </a:lstStyle>
          <a:p>
            <a:r>
              <a:rPr lang="en-GB"/>
              <a:t>Click icon to add picture</a:t>
            </a:r>
            <a:endParaRPr lang="en-US" dirty="0"/>
          </a:p>
        </p:txBody>
      </p:sp>
      <p:sp>
        <p:nvSpPr>
          <p:cNvPr id="16" name="Picture Placeholder 12">
            <a:extLst>
              <a:ext uri="{FF2B5EF4-FFF2-40B4-BE49-F238E27FC236}">
                <a16:creationId xmlns:a16="http://schemas.microsoft.com/office/drawing/2014/main" id="{34B1E875-44CC-11CC-E72A-001D464384F8}"/>
              </a:ext>
            </a:extLst>
          </p:cNvPr>
          <p:cNvSpPr>
            <a:spLocks noGrp="1"/>
          </p:cNvSpPr>
          <p:nvPr>
            <p:ph type="pic" sz="quarter" idx="21"/>
          </p:nvPr>
        </p:nvSpPr>
        <p:spPr>
          <a:xfrm>
            <a:off x="6273598" y="1693850"/>
            <a:ext cx="2541600" cy="2541600"/>
          </a:xfrm>
          <a:prstGeom prst="ellipse">
            <a:avLst/>
          </a:prstGeom>
        </p:spPr>
        <p:txBody>
          <a:bodyPr anchor="ctr"/>
          <a:lstStyle>
            <a:lvl1pPr marL="0" indent="0" algn="ctr">
              <a:buNone/>
              <a:defRPr/>
            </a:lvl1pPr>
          </a:lstStyle>
          <a:p>
            <a:r>
              <a:rPr lang="en-GB"/>
              <a:t>Click icon to add picture</a:t>
            </a:r>
            <a:endParaRPr lang="en-US" dirty="0"/>
          </a:p>
        </p:txBody>
      </p:sp>
      <p:sp>
        <p:nvSpPr>
          <p:cNvPr id="17" name="Picture Placeholder 12">
            <a:extLst>
              <a:ext uri="{FF2B5EF4-FFF2-40B4-BE49-F238E27FC236}">
                <a16:creationId xmlns:a16="http://schemas.microsoft.com/office/drawing/2014/main" id="{8D314131-1577-B46C-596B-C2AD516D1E6E}"/>
              </a:ext>
            </a:extLst>
          </p:cNvPr>
          <p:cNvSpPr>
            <a:spLocks noGrp="1"/>
          </p:cNvSpPr>
          <p:nvPr>
            <p:ph type="pic" sz="quarter" idx="24"/>
          </p:nvPr>
        </p:nvSpPr>
        <p:spPr>
          <a:xfrm>
            <a:off x="9166736" y="1693850"/>
            <a:ext cx="2541600" cy="2541600"/>
          </a:xfrm>
          <a:prstGeom prst="ellipse">
            <a:avLst/>
          </a:prstGeom>
        </p:spPr>
        <p:txBody>
          <a:bodyPr anchor="ctr"/>
          <a:lstStyle>
            <a:lvl1pPr marL="0" indent="0" algn="ctr">
              <a:buNone/>
              <a:defRPr/>
            </a:lvl1pPr>
          </a:lstStyle>
          <a:p>
            <a:r>
              <a:rPr lang="en-GB"/>
              <a:t>Click icon to add picture</a:t>
            </a:r>
            <a:endParaRPr lang="en-US" dirty="0"/>
          </a:p>
        </p:txBody>
      </p:sp>
    </p:spTree>
    <p:extLst>
      <p:ext uri="{BB962C8B-B14F-4D97-AF65-F5344CB8AC3E}">
        <p14:creationId xmlns:p14="http://schemas.microsoft.com/office/powerpoint/2010/main" val="20823835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a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7EE2C1B3-7D36-416C-82D5-2DA170BC535E}" type="datetime3">
              <a:rPr lang="en-US" smtClean="0"/>
              <a:t>11 July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4" name="Text Placeholder 9">
            <a:extLst>
              <a:ext uri="{FF2B5EF4-FFF2-40B4-BE49-F238E27FC236}">
                <a16:creationId xmlns:a16="http://schemas.microsoft.com/office/drawing/2014/main" id="{1B7BC80A-0B74-DD25-90D5-7D9F71589678}"/>
              </a:ext>
            </a:extLst>
          </p:cNvPr>
          <p:cNvSpPr>
            <a:spLocks noGrp="1"/>
          </p:cNvSpPr>
          <p:nvPr>
            <p:ph type="body" sz="quarter" idx="13" hasCustomPrompt="1"/>
          </p:nvPr>
        </p:nvSpPr>
        <p:spPr>
          <a:xfrm>
            <a:off x="1507923" y="20161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15" name="Text Placeholder 9">
            <a:extLst>
              <a:ext uri="{FF2B5EF4-FFF2-40B4-BE49-F238E27FC236}">
                <a16:creationId xmlns:a16="http://schemas.microsoft.com/office/drawing/2014/main" id="{6F5E5E41-09E4-029C-0E75-C9B547EC8A03}"/>
              </a:ext>
            </a:extLst>
          </p:cNvPr>
          <p:cNvSpPr>
            <a:spLocks noGrp="1"/>
          </p:cNvSpPr>
          <p:nvPr>
            <p:ph type="body" sz="quarter" idx="14" hasCustomPrompt="1"/>
          </p:nvPr>
        </p:nvSpPr>
        <p:spPr>
          <a:xfrm>
            <a:off x="1507923" y="241934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16" name="Picture Placeholder 12">
            <a:extLst>
              <a:ext uri="{FF2B5EF4-FFF2-40B4-BE49-F238E27FC236}">
                <a16:creationId xmlns:a16="http://schemas.microsoft.com/office/drawing/2014/main" id="{1A34F1E0-A87C-7178-6538-22253973A914}"/>
              </a:ext>
            </a:extLst>
          </p:cNvPr>
          <p:cNvSpPr>
            <a:spLocks noGrp="1"/>
          </p:cNvSpPr>
          <p:nvPr>
            <p:ph type="pic" sz="quarter" idx="15" hasCustomPrompt="1"/>
          </p:nvPr>
        </p:nvSpPr>
        <p:spPr>
          <a:xfrm>
            <a:off x="485523" y="201612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17" name="Text Placeholder 9">
            <a:extLst>
              <a:ext uri="{FF2B5EF4-FFF2-40B4-BE49-F238E27FC236}">
                <a16:creationId xmlns:a16="http://schemas.microsoft.com/office/drawing/2014/main" id="{474E37A4-57E6-2CDF-2A5F-3C554861B75B}"/>
              </a:ext>
            </a:extLst>
          </p:cNvPr>
          <p:cNvSpPr>
            <a:spLocks noGrp="1"/>
          </p:cNvSpPr>
          <p:nvPr>
            <p:ph type="body" sz="quarter" idx="25" hasCustomPrompt="1"/>
          </p:nvPr>
        </p:nvSpPr>
        <p:spPr>
          <a:xfrm>
            <a:off x="485523" y="1411287"/>
            <a:ext cx="2548800" cy="196124"/>
          </a:xfrm>
        </p:spPr>
        <p:txBody>
          <a:bodyPr>
            <a:noAutofit/>
          </a:bodyPr>
          <a:lstStyle>
            <a:lvl1pPr marL="0" indent="0">
              <a:lnSpc>
                <a:spcPct val="90000"/>
              </a:lnSpc>
              <a:buNone/>
              <a:defRPr sz="1400" b="1" i="0">
                <a:solidFill>
                  <a:schemeClr val="bg1"/>
                </a:solidFill>
                <a:latin typeface="EYInterstate" panose="02000503020000020004" pitchFamily="2" charset="0"/>
              </a:defRPr>
            </a:lvl1pPr>
          </a:lstStyle>
          <a:p>
            <a:pPr lvl="0"/>
            <a:r>
              <a:rPr lang="en-GB" dirty="0"/>
              <a:t>Team name</a:t>
            </a:r>
            <a:endParaRPr lang="en-US" dirty="0"/>
          </a:p>
        </p:txBody>
      </p:sp>
      <p:sp>
        <p:nvSpPr>
          <p:cNvPr id="18" name="Text Placeholder 9">
            <a:extLst>
              <a:ext uri="{FF2B5EF4-FFF2-40B4-BE49-F238E27FC236}">
                <a16:creationId xmlns:a16="http://schemas.microsoft.com/office/drawing/2014/main" id="{8116B2E5-B73A-D121-0F3D-AD18A29831EB}"/>
              </a:ext>
            </a:extLst>
          </p:cNvPr>
          <p:cNvSpPr>
            <a:spLocks noGrp="1"/>
          </p:cNvSpPr>
          <p:nvPr>
            <p:ph type="body" sz="quarter" idx="26" hasCustomPrompt="1"/>
          </p:nvPr>
        </p:nvSpPr>
        <p:spPr>
          <a:xfrm>
            <a:off x="1507923" y="30219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19" name="Text Placeholder 9">
            <a:extLst>
              <a:ext uri="{FF2B5EF4-FFF2-40B4-BE49-F238E27FC236}">
                <a16:creationId xmlns:a16="http://schemas.microsoft.com/office/drawing/2014/main" id="{EEB861F1-1DCD-AC14-72C5-74E3CBEDCC66}"/>
              </a:ext>
            </a:extLst>
          </p:cNvPr>
          <p:cNvSpPr>
            <a:spLocks noGrp="1"/>
          </p:cNvSpPr>
          <p:nvPr>
            <p:ph type="body" sz="quarter" idx="27" hasCustomPrompt="1"/>
          </p:nvPr>
        </p:nvSpPr>
        <p:spPr>
          <a:xfrm>
            <a:off x="1507923" y="342518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20" name="Picture Placeholder 12">
            <a:extLst>
              <a:ext uri="{FF2B5EF4-FFF2-40B4-BE49-F238E27FC236}">
                <a16:creationId xmlns:a16="http://schemas.microsoft.com/office/drawing/2014/main" id="{2AD0FA3F-F163-4A05-299B-BC661CE2D5AA}"/>
              </a:ext>
            </a:extLst>
          </p:cNvPr>
          <p:cNvSpPr>
            <a:spLocks noGrp="1"/>
          </p:cNvSpPr>
          <p:nvPr>
            <p:ph type="pic" sz="quarter" idx="28" hasCustomPrompt="1"/>
          </p:nvPr>
        </p:nvSpPr>
        <p:spPr>
          <a:xfrm>
            <a:off x="485523" y="302196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21" name="Text Placeholder 9">
            <a:extLst>
              <a:ext uri="{FF2B5EF4-FFF2-40B4-BE49-F238E27FC236}">
                <a16:creationId xmlns:a16="http://schemas.microsoft.com/office/drawing/2014/main" id="{E5857066-46A9-72C9-EBC1-46A671B0000D}"/>
              </a:ext>
            </a:extLst>
          </p:cNvPr>
          <p:cNvSpPr>
            <a:spLocks noGrp="1"/>
          </p:cNvSpPr>
          <p:nvPr>
            <p:ph type="body" sz="quarter" idx="29" hasCustomPrompt="1"/>
          </p:nvPr>
        </p:nvSpPr>
        <p:spPr>
          <a:xfrm>
            <a:off x="1507923" y="40354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22" name="Text Placeholder 9">
            <a:extLst>
              <a:ext uri="{FF2B5EF4-FFF2-40B4-BE49-F238E27FC236}">
                <a16:creationId xmlns:a16="http://schemas.microsoft.com/office/drawing/2014/main" id="{018DCA9A-F508-544F-26AE-564194DADCBA}"/>
              </a:ext>
            </a:extLst>
          </p:cNvPr>
          <p:cNvSpPr>
            <a:spLocks noGrp="1"/>
          </p:cNvSpPr>
          <p:nvPr>
            <p:ph type="body" sz="quarter" idx="30" hasCustomPrompt="1"/>
          </p:nvPr>
        </p:nvSpPr>
        <p:spPr>
          <a:xfrm>
            <a:off x="1507923" y="443864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27" name="Picture Placeholder 12">
            <a:extLst>
              <a:ext uri="{FF2B5EF4-FFF2-40B4-BE49-F238E27FC236}">
                <a16:creationId xmlns:a16="http://schemas.microsoft.com/office/drawing/2014/main" id="{0057E680-F84B-F640-97B3-1574895E5903}"/>
              </a:ext>
            </a:extLst>
          </p:cNvPr>
          <p:cNvSpPr>
            <a:spLocks noGrp="1"/>
          </p:cNvSpPr>
          <p:nvPr>
            <p:ph type="pic" sz="quarter" idx="31" hasCustomPrompt="1"/>
          </p:nvPr>
        </p:nvSpPr>
        <p:spPr>
          <a:xfrm>
            <a:off x="485523" y="403542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28" name="Text Placeholder 9">
            <a:extLst>
              <a:ext uri="{FF2B5EF4-FFF2-40B4-BE49-F238E27FC236}">
                <a16:creationId xmlns:a16="http://schemas.microsoft.com/office/drawing/2014/main" id="{7A0A840B-4CD0-8E51-0DB8-CAA8C5CE5614}"/>
              </a:ext>
            </a:extLst>
          </p:cNvPr>
          <p:cNvSpPr>
            <a:spLocks noGrp="1"/>
          </p:cNvSpPr>
          <p:nvPr>
            <p:ph type="body" sz="quarter" idx="32" hasCustomPrompt="1"/>
          </p:nvPr>
        </p:nvSpPr>
        <p:spPr>
          <a:xfrm>
            <a:off x="1507923" y="50412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29" name="Text Placeholder 9">
            <a:extLst>
              <a:ext uri="{FF2B5EF4-FFF2-40B4-BE49-F238E27FC236}">
                <a16:creationId xmlns:a16="http://schemas.microsoft.com/office/drawing/2014/main" id="{907FD0F3-2EFB-1048-729B-F8D9C5387EBD}"/>
              </a:ext>
            </a:extLst>
          </p:cNvPr>
          <p:cNvSpPr>
            <a:spLocks noGrp="1"/>
          </p:cNvSpPr>
          <p:nvPr>
            <p:ph type="body" sz="quarter" idx="33" hasCustomPrompt="1"/>
          </p:nvPr>
        </p:nvSpPr>
        <p:spPr>
          <a:xfrm>
            <a:off x="1507923" y="544448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30" name="Picture Placeholder 12">
            <a:extLst>
              <a:ext uri="{FF2B5EF4-FFF2-40B4-BE49-F238E27FC236}">
                <a16:creationId xmlns:a16="http://schemas.microsoft.com/office/drawing/2014/main" id="{8F182A88-FA5D-6BF5-64A4-F27206333D05}"/>
              </a:ext>
            </a:extLst>
          </p:cNvPr>
          <p:cNvSpPr>
            <a:spLocks noGrp="1"/>
          </p:cNvSpPr>
          <p:nvPr>
            <p:ph type="pic" sz="quarter" idx="34" hasCustomPrompt="1"/>
          </p:nvPr>
        </p:nvSpPr>
        <p:spPr>
          <a:xfrm>
            <a:off x="485523" y="504126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31" name="Text Placeholder 9">
            <a:extLst>
              <a:ext uri="{FF2B5EF4-FFF2-40B4-BE49-F238E27FC236}">
                <a16:creationId xmlns:a16="http://schemas.microsoft.com/office/drawing/2014/main" id="{0E55779C-A246-7AA1-1246-32F3BAC3E9F9}"/>
              </a:ext>
            </a:extLst>
          </p:cNvPr>
          <p:cNvSpPr>
            <a:spLocks noGrp="1"/>
          </p:cNvSpPr>
          <p:nvPr>
            <p:ph type="body" sz="quarter" idx="35" hasCustomPrompt="1"/>
          </p:nvPr>
        </p:nvSpPr>
        <p:spPr>
          <a:xfrm>
            <a:off x="4399772" y="20161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32" name="Text Placeholder 9">
            <a:extLst>
              <a:ext uri="{FF2B5EF4-FFF2-40B4-BE49-F238E27FC236}">
                <a16:creationId xmlns:a16="http://schemas.microsoft.com/office/drawing/2014/main" id="{AE906D56-BF94-FEC3-DB85-DEC802C0EDF2}"/>
              </a:ext>
            </a:extLst>
          </p:cNvPr>
          <p:cNvSpPr>
            <a:spLocks noGrp="1"/>
          </p:cNvSpPr>
          <p:nvPr>
            <p:ph type="body" sz="quarter" idx="36" hasCustomPrompt="1"/>
          </p:nvPr>
        </p:nvSpPr>
        <p:spPr>
          <a:xfrm>
            <a:off x="4399772" y="241934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33" name="Picture Placeholder 12">
            <a:extLst>
              <a:ext uri="{FF2B5EF4-FFF2-40B4-BE49-F238E27FC236}">
                <a16:creationId xmlns:a16="http://schemas.microsoft.com/office/drawing/2014/main" id="{CF08BE99-68E9-C172-4584-192EAC7EBA24}"/>
              </a:ext>
            </a:extLst>
          </p:cNvPr>
          <p:cNvSpPr>
            <a:spLocks noGrp="1"/>
          </p:cNvSpPr>
          <p:nvPr>
            <p:ph type="pic" sz="quarter" idx="37" hasCustomPrompt="1"/>
          </p:nvPr>
        </p:nvSpPr>
        <p:spPr>
          <a:xfrm>
            <a:off x="3377372" y="201612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34" name="Text Placeholder 9">
            <a:extLst>
              <a:ext uri="{FF2B5EF4-FFF2-40B4-BE49-F238E27FC236}">
                <a16:creationId xmlns:a16="http://schemas.microsoft.com/office/drawing/2014/main" id="{61B59087-059A-8552-985C-C458B49492E5}"/>
              </a:ext>
            </a:extLst>
          </p:cNvPr>
          <p:cNvSpPr>
            <a:spLocks noGrp="1"/>
          </p:cNvSpPr>
          <p:nvPr>
            <p:ph type="body" sz="quarter" idx="38" hasCustomPrompt="1"/>
          </p:nvPr>
        </p:nvSpPr>
        <p:spPr>
          <a:xfrm>
            <a:off x="3377372" y="1411287"/>
            <a:ext cx="2548800" cy="196124"/>
          </a:xfrm>
        </p:spPr>
        <p:txBody>
          <a:bodyPr>
            <a:noAutofit/>
          </a:bodyPr>
          <a:lstStyle>
            <a:lvl1pPr marL="0" indent="0">
              <a:lnSpc>
                <a:spcPct val="90000"/>
              </a:lnSpc>
              <a:buNone/>
              <a:defRPr sz="1400" b="1" i="0">
                <a:solidFill>
                  <a:schemeClr val="bg1"/>
                </a:solidFill>
                <a:latin typeface="EYInterstate" panose="02000503020000020004" pitchFamily="2" charset="0"/>
              </a:defRPr>
            </a:lvl1pPr>
          </a:lstStyle>
          <a:p>
            <a:pPr lvl="0"/>
            <a:r>
              <a:rPr lang="en-GB" dirty="0"/>
              <a:t>Team name</a:t>
            </a:r>
            <a:endParaRPr lang="en-US" dirty="0"/>
          </a:p>
        </p:txBody>
      </p:sp>
      <p:sp>
        <p:nvSpPr>
          <p:cNvPr id="35" name="Text Placeholder 9">
            <a:extLst>
              <a:ext uri="{FF2B5EF4-FFF2-40B4-BE49-F238E27FC236}">
                <a16:creationId xmlns:a16="http://schemas.microsoft.com/office/drawing/2014/main" id="{B80CEAFC-3F56-53A9-7CA1-6FF2EFEA9F71}"/>
              </a:ext>
            </a:extLst>
          </p:cNvPr>
          <p:cNvSpPr>
            <a:spLocks noGrp="1"/>
          </p:cNvSpPr>
          <p:nvPr>
            <p:ph type="body" sz="quarter" idx="39" hasCustomPrompt="1"/>
          </p:nvPr>
        </p:nvSpPr>
        <p:spPr>
          <a:xfrm>
            <a:off x="4399772" y="30219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36" name="Text Placeholder 9">
            <a:extLst>
              <a:ext uri="{FF2B5EF4-FFF2-40B4-BE49-F238E27FC236}">
                <a16:creationId xmlns:a16="http://schemas.microsoft.com/office/drawing/2014/main" id="{1F927087-C230-38DF-C1BC-D979647576EB}"/>
              </a:ext>
            </a:extLst>
          </p:cNvPr>
          <p:cNvSpPr>
            <a:spLocks noGrp="1"/>
          </p:cNvSpPr>
          <p:nvPr>
            <p:ph type="body" sz="quarter" idx="40" hasCustomPrompt="1"/>
          </p:nvPr>
        </p:nvSpPr>
        <p:spPr>
          <a:xfrm>
            <a:off x="4399772" y="342518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37" name="Picture Placeholder 12">
            <a:extLst>
              <a:ext uri="{FF2B5EF4-FFF2-40B4-BE49-F238E27FC236}">
                <a16:creationId xmlns:a16="http://schemas.microsoft.com/office/drawing/2014/main" id="{E5B079F2-242E-7156-DFAD-AED073123B53}"/>
              </a:ext>
            </a:extLst>
          </p:cNvPr>
          <p:cNvSpPr>
            <a:spLocks noGrp="1"/>
          </p:cNvSpPr>
          <p:nvPr>
            <p:ph type="pic" sz="quarter" idx="41" hasCustomPrompt="1"/>
          </p:nvPr>
        </p:nvSpPr>
        <p:spPr>
          <a:xfrm>
            <a:off x="3377372" y="302196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38" name="Text Placeholder 9">
            <a:extLst>
              <a:ext uri="{FF2B5EF4-FFF2-40B4-BE49-F238E27FC236}">
                <a16:creationId xmlns:a16="http://schemas.microsoft.com/office/drawing/2014/main" id="{BAD8BB7A-C875-E730-22F2-58BF881807E3}"/>
              </a:ext>
            </a:extLst>
          </p:cNvPr>
          <p:cNvSpPr>
            <a:spLocks noGrp="1"/>
          </p:cNvSpPr>
          <p:nvPr>
            <p:ph type="body" sz="quarter" idx="42" hasCustomPrompt="1"/>
          </p:nvPr>
        </p:nvSpPr>
        <p:spPr>
          <a:xfrm>
            <a:off x="4399772" y="40354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39" name="Text Placeholder 9">
            <a:extLst>
              <a:ext uri="{FF2B5EF4-FFF2-40B4-BE49-F238E27FC236}">
                <a16:creationId xmlns:a16="http://schemas.microsoft.com/office/drawing/2014/main" id="{428864EC-7BF7-9E3F-14AA-1569F68FDBF7}"/>
              </a:ext>
            </a:extLst>
          </p:cNvPr>
          <p:cNvSpPr>
            <a:spLocks noGrp="1"/>
          </p:cNvSpPr>
          <p:nvPr>
            <p:ph type="body" sz="quarter" idx="43" hasCustomPrompt="1"/>
          </p:nvPr>
        </p:nvSpPr>
        <p:spPr>
          <a:xfrm>
            <a:off x="4399772" y="443864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40" name="Picture Placeholder 12">
            <a:extLst>
              <a:ext uri="{FF2B5EF4-FFF2-40B4-BE49-F238E27FC236}">
                <a16:creationId xmlns:a16="http://schemas.microsoft.com/office/drawing/2014/main" id="{01784631-4FDE-2C65-08D2-90389B52BB27}"/>
              </a:ext>
            </a:extLst>
          </p:cNvPr>
          <p:cNvSpPr>
            <a:spLocks noGrp="1"/>
          </p:cNvSpPr>
          <p:nvPr>
            <p:ph type="pic" sz="quarter" idx="44" hasCustomPrompt="1"/>
          </p:nvPr>
        </p:nvSpPr>
        <p:spPr>
          <a:xfrm>
            <a:off x="3377372" y="403542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41" name="Text Placeholder 9">
            <a:extLst>
              <a:ext uri="{FF2B5EF4-FFF2-40B4-BE49-F238E27FC236}">
                <a16:creationId xmlns:a16="http://schemas.microsoft.com/office/drawing/2014/main" id="{0154653D-5642-2E90-794A-C1E075F2C194}"/>
              </a:ext>
            </a:extLst>
          </p:cNvPr>
          <p:cNvSpPr>
            <a:spLocks noGrp="1"/>
          </p:cNvSpPr>
          <p:nvPr>
            <p:ph type="body" sz="quarter" idx="45" hasCustomPrompt="1"/>
          </p:nvPr>
        </p:nvSpPr>
        <p:spPr>
          <a:xfrm>
            <a:off x="4399772" y="50412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42" name="Text Placeholder 9">
            <a:extLst>
              <a:ext uri="{FF2B5EF4-FFF2-40B4-BE49-F238E27FC236}">
                <a16:creationId xmlns:a16="http://schemas.microsoft.com/office/drawing/2014/main" id="{7B745924-C16B-48BF-AE37-F5CD447BF3BE}"/>
              </a:ext>
            </a:extLst>
          </p:cNvPr>
          <p:cNvSpPr>
            <a:spLocks noGrp="1"/>
          </p:cNvSpPr>
          <p:nvPr>
            <p:ph type="body" sz="quarter" idx="46" hasCustomPrompt="1"/>
          </p:nvPr>
        </p:nvSpPr>
        <p:spPr>
          <a:xfrm>
            <a:off x="4399772" y="544448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43" name="Picture Placeholder 12">
            <a:extLst>
              <a:ext uri="{FF2B5EF4-FFF2-40B4-BE49-F238E27FC236}">
                <a16:creationId xmlns:a16="http://schemas.microsoft.com/office/drawing/2014/main" id="{4E35CBCD-AFBE-52EA-7BC2-89F29ED83F88}"/>
              </a:ext>
            </a:extLst>
          </p:cNvPr>
          <p:cNvSpPr>
            <a:spLocks noGrp="1"/>
          </p:cNvSpPr>
          <p:nvPr>
            <p:ph type="pic" sz="quarter" idx="47" hasCustomPrompt="1"/>
          </p:nvPr>
        </p:nvSpPr>
        <p:spPr>
          <a:xfrm>
            <a:off x="3377372" y="504126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44" name="Text Placeholder 9">
            <a:extLst>
              <a:ext uri="{FF2B5EF4-FFF2-40B4-BE49-F238E27FC236}">
                <a16:creationId xmlns:a16="http://schemas.microsoft.com/office/drawing/2014/main" id="{C6A4FD7C-43FE-CC16-4728-179DD98E56D5}"/>
              </a:ext>
            </a:extLst>
          </p:cNvPr>
          <p:cNvSpPr>
            <a:spLocks noGrp="1"/>
          </p:cNvSpPr>
          <p:nvPr>
            <p:ph type="body" sz="quarter" idx="48" hasCustomPrompt="1"/>
          </p:nvPr>
        </p:nvSpPr>
        <p:spPr>
          <a:xfrm>
            <a:off x="7291621" y="20161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45" name="Text Placeholder 9">
            <a:extLst>
              <a:ext uri="{FF2B5EF4-FFF2-40B4-BE49-F238E27FC236}">
                <a16:creationId xmlns:a16="http://schemas.microsoft.com/office/drawing/2014/main" id="{CCC5923F-9079-4223-BD7D-2ECA17762C80}"/>
              </a:ext>
            </a:extLst>
          </p:cNvPr>
          <p:cNvSpPr>
            <a:spLocks noGrp="1"/>
          </p:cNvSpPr>
          <p:nvPr>
            <p:ph type="body" sz="quarter" idx="49" hasCustomPrompt="1"/>
          </p:nvPr>
        </p:nvSpPr>
        <p:spPr>
          <a:xfrm>
            <a:off x="7291621" y="241934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46" name="Picture Placeholder 12">
            <a:extLst>
              <a:ext uri="{FF2B5EF4-FFF2-40B4-BE49-F238E27FC236}">
                <a16:creationId xmlns:a16="http://schemas.microsoft.com/office/drawing/2014/main" id="{D730576F-217C-362A-C36F-674299D51B91}"/>
              </a:ext>
            </a:extLst>
          </p:cNvPr>
          <p:cNvSpPr>
            <a:spLocks noGrp="1"/>
          </p:cNvSpPr>
          <p:nvPr>
            <p:ph type="pic" sz="quarter" idx="50" hasCustomPrompt="1"/>
          </p:nvPr>
        </p:nvSpPr>
        <p:spPr>
          <a:xfrm>
            <a:off x="6269221" y="201612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47" name="Text Placeholder 9">
            <a:extLst>
              <a:ext uri="{FF2B5EF4-FFF2-40B4-BE49-F238E27FC236}">
                <a16:creationId xmlns:a16="http://schemas.microsoft.com/office/drawing/2014/main" id="{683AAA8B-B0B9-8676-2816-59B9081C3443}"/>
              </a:ext>
            </a:extLst>
          </p:cNvPr>
          <p:cNvSpPr>
            <a:spLocks noGrp="1"/>
          </p:cNvSpPr>
          <p:nvPr>
            <p:ph type="body" sz="quarter" idx="51" hasCustomPrompt="1"/>
          </p:nvPr>
        </p:nvSpPr>
        <p:spPr>
          <a:xfrm>
            <a:off x="6269221" y="1411287"/>
            <a:ext cx="2548800" cy="196124"/>
          </a:xfrm>
        </p:spPr>
        <p:txBody>
          <a:bodyPr>
            <a:noAutofit/>
          </a:bodyPr>
          <a:lstStyle>
            <a:lvl1pPr marL="0" indent="0">
              <a:lnSpc>
                <a:spcPct val="90000"/>
              </a:lnSpc>
              <a:buNone/>
              <a:defRPr sz="1400" b="1" i="0">
                <a:solidFill>
                  <a:schemeClr val="bg1"/>
                </a:solidFill>
                <a:latin typeface="EYInterstate" panose="02000503020000020004" pitchFamily="2" charset="0"/>
              </a:defRPr>
            </a:lvl1pPr>
          </a:lstStyle>
          <a:p>
            <a:pPr lvl="0"/>
            <a:r>
              <a:rPr lang="en-GB" dirty="0"/>
              <a:t>Team name</a:t>
            </a:r>
            <a:endParaRPr lang="en-US" dirty="0"/>
          </a:p>
        </p:txBody>
      </p:sp>
      <p:sp>
        <p:nvSpPr>
          <p:cNvPr id="48" name="Text Placeholder 9">
            <a:extLst>
              <a:ext uri="{FF2B5EF4-FFF2-40B4-BE49-F238E27FC236}">
                <a16:creationId xmlns:a16="http://schemas.microsoft.com/office/drawing/2014/main" id="{66FDE5EC-EECA-8ACE-6501-3066CB7FE8A4}"/>
              </a:ext>
            </a:extLst>
          </p:cNvPr>
          <p:cNvSpPr>
            <a:spLocks noGrp="1"/>
          </p:cNvSpPr>
          <p:nvPr>
            <p:ph type="body" sz="quarter" idx="52" hasCustomPrompt="1"/>
          </p:nvPr>
        </p:nvSpPr>
        <p:spPr>
          <a:xfrm>
            <a:off x="7291621" y="30219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49" name="Text Placeholder 9">
            <a:extLst>
              <a:ext uri="{FF2B5EF4-FFF2-40B4-BE49-F238E27FC236}">
                <a16:creationId xmlns:a16="http://schemas.microsoft.com/office/drawing/2014/main" id="{73D20F87-E90C-42D0-0ED6-6300216BB309}"/>
              </a:ext>
            </a:extLst>
          </p:cNvPr>
          <p:cNvSpPr>
            <a:spLocks noGrp="1"/>
          </p:cNvSpPr>
          <p:nvPr>
            <p:ph type="body" sz="quarter" idx="53" hasCustomPrompt="1"/>
          </p:nvPr>
        </p:nvSpPr>
        <p:spPr>
          <a:xfrm>
            <a:off x="7291621" y="342518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50" name="Picture Placeholder 12">
            <a:extLst>
              <a:ext uri="{FF2B5EF4-FFF2-40B4-BE49-F238E27FC236}">
                <a16:creationId xmlns:a16="http://schemas.microsoft.com/office/drawing/2014/main" id="{03693376-1C6C-F15B-897B-29DF694405E9}"/>
              </a:ext>
            </a:extLst>
          </p:cNvPr>
          <p:cNvSpPr>
            <a:spLocks noGrp="1"/>
          </p:cNvSpPr>
          <p:nvPr>
            <p:ph type="pic" sz="quarter" idx="54" hasCustomPrompt="1"/>
          </p:nvPr>
        </p:nvSpPr>
        <p:spPr>
          <a:xfrm>
            <a:off x="6269221" y="302196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51" name="Text Placeholder 9">
            <a:extLst>
              <a:ext uri="{FF2B5EF4-FFF2-40B4-BE49-F238E27FC236}">
                <a16:creationId xmlns:a16="http://schemas.microsoft.com/office/drawing/2014/main" id="{77461B86-A1F2-292C-BC4A-3A720C40ECF3}"/>
              </a:ext>
            </a:extLst>
          </p:cNvPr>
          <p:cNvSpPr>
            <a:spLocks noGrp="1"/>
          </p:cNvSpPr>
          <p:nvPr>
            <p:ph type="body" sz="quarter" idx="55" hasCustomPrompt="1"/>
          </p:nvPr>
        </p:nvSpPr>
        <p:spPr>
          <a:xfrm>
            <a:off x="7291621" y="40354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52" name="Text Placeholder 9">
            <a:extLst>
              <a:ext uri="{FF2B5EF4-FFF2-40B4-BE49-F238E27FC236}">
                <a16:creationId xmlns:a16="http://schemas.microsoft.com/office/drawing/2014/main" id="{32236890-E7EA-252D-D7B2-D649918B3AD8}"/>
              </a:ext>
            </a:extLst>
          </p:cNvPr>
          <p:cNvSpPr>
            <a:spLocks noGrp="1"/>
          </p:cNvSpPr>
          <p:nvPr>
            <p:ph type="body" sz="quarter" idx="56" hasCustomPrompt="1"/>
          </p:nvPr>
        </p:nvSpPr>
        <p:spPr>
          <a:xfrm>
            <a:off x="7291621" y="443864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53" name="Picture Placeholder 12">
            <a:extLst>
              <a:ext uri="{FF2B5EF4-FFF2-40B4-BE49-F238E27FC236}">
                <a16:creationId xmlns:a16="http://schemas.microsoft.com/office/drawing/2014/main" id="{9D7279F8-145F-2BC9-392D-C195932B23E9}"/>
              </a:ext>
            </a:extLst>
          </p:cNvPr>
          <p:cNvSpPr>
            <a:spLocks noGrp="1"/>
          </p:cNvSpPr>
          <p:nvPr>
            <p:ph type="pic" sz="quarter" idx="57" hasCustomPrompt="1"/>
          </p:nvPr>
        </p:nvSpPr>
        <p:spPr>
          <a:xfrm>
            <a:off x="6269221" y="403542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54" name="Text Placeholder 9">
            <a:extLst>
              <a:ext uri="{FF2B5EF4-FFF2-40B4-BE49-F238E27FC236}">
                <a16:creationId xmlns:a16="http://schemas.microsoft.com/office/drawing/2014/main" id="{38CC5E8C-843D-F801-E86E-74E733EC4AC7}"/>
              </a:ext>
            </a:extLst>
          </p:cNvPr>
          <p:cNvSpPr>
            <a:spLocks noGrp="1"/>
          </p:cNvSpPr>
          <p:nvPr>
            <p:ph type="body" sz="quarter" idx="58" hasCustomPrompt="1"/>
          </p:nvPr>
        </p:nvSpPr>
        <p:spPr>
          <a:xfrm>
            <a:off x="7291621" y="50412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55" name="Text Placeholder 9">
            <a:extLst>
              <a:ext uri="{FF2B5EF4-FFF2-40B4-BE49-F238E27FC236}">
                <a16:creationId xmlns:a16="http://schemas.microsoft.com/office/drawing/2014/main" id="{1F5E5E23-4BD8-2BF8-132F-46B1EEF1CE42}"/>
              </a:ext>
            </a:extLst>
          </p:cNvPr>
          <p:cNvSpPr>
            <a:spLocks noGrp="1"/>
          </p:cNvSpPr>
          <p:nvPr>
            <p:ph type="body" sz="quarter" idx="59" hasCustomPrompt="1"/>
          </p:nvPr>
        </p:nvSpPr>
        <p:spPr>
          <a:xfrm>
            <a:off x="7291621" y="544448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56" name="Picture Placeholder 12">
            <a:extLst>
              <a:ext uri="{FF2B5EF4-FFF2-40B4-BE49-F238E27FC236}">
                <a16:creationId xmlns:a16="http://schemas.microsoft.com/office/drawing/2014/main" id="{5CD9EB6F-BA12-B7A4-0F8D-EF9271F7223A}"/>
              </a:ext>
            </a:extLst>
          </p:cNvPr>
          <p:cNvSpPr>
            <a:spLocks noGrp="1"/>
          </p:cNvSpPr>
          <p:nvPr>
            <p:ph type="pic" sz="quarter" idx="60" hasCustomPrompt="1"/>
          </p:nvPr>
        </p:nvSpPr>
        <p:spPr>
          <a:xfrm>
            <a:off x="6269221" y="504126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57" name="Text Placeholder 9">
            <a:extLst>
              <a:ext uri="{FF2B5EF4-FFF2-40B4-BE49-F238E27FC236}">
                <a16:creationId xmlns:a16="http://schemas.microsoft.com/office/drawing/2014/main" id="{23566F37-EF18-0360-14F6-C03B12159510}"/>
              </a:ext>
            </a:extLst>
          </p:cNvPr>
          <p:cNvSpPr>
            <a:spLocks noGrp="1"/>
          </p:cNvSpPr>
          <p:nvPr>
            <p:ph type="body" sz="quarter" idx="61" hasCustomPrompt="1"/>
          </p:nvPr>
        </p:nvSpPr>
        <p:spPr>
          <a:xfrm>
            <a:off x="10183471" y="20161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58" name="Text Placeholder 9">
            <a:extLst>
              <a:ext uri="{FF2B5EF4-FFF2-40B4-BE49-F238E27FC236}">
                <a16:creationId xmlns:a16="http://schemas.microsoft.com/office/drawing/2014/main" id="{58D642CD-278F-34F9-CF75-99A7339353CF}"/>
              </a:ext>
            </a:extLst>
          </p:cNvPr>
          <p:cNvSpPr>
            <a:spLocks noGrp="1"/>
          </p:cNvSpPr>
          <p:nvPr>
            <p:ph type="body" sz="quarter" idx="62" hasCustomPrompt="1"/>
          </p:nvPr>
        </p:nvSpPr>
        <p:spPr>
          <a:xfrm>
            <a:off x="10183471" y="241934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59" name="Picture Placeholder 12">
            <a:extLst>
              <a:ext uri="{FF2B5EF4-FFF2-40B4-BE49-F238E27FC236}">
                <a16:creationId xmlns:a16="http://schemas.microsoft.com/office/drawing/2014/main" id="{4F6E90F8-DB8A-5E9D-7163-AC30457FEAC0}"/>
              </a:ext>
            </a:extLst>
          </p:cNvPr>
          <p:cNvSpPr>
            <a:spLocks noGrp="1"/>
          </p:cNvSpPr>
          <p:nvPr>
            <p:ph type="pic" sz="quarter" idx="63" hasCustomPrompt="1"/>
          </p:nvPr>
        </p:nvSpPr>
        <p:spPr>
          <a:xfrm>
            <a:off x="9161070" y="201612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60" name="Text Placeholder 9">
            <a:extLst>
              <a:ext uri="{FF2B5EF4-FFF2-40B4-BE49-F238E27FC236}">
                <a16:creationId xmlns:a16="http://schemas.microsoft.com/office/drawing/2014/main" id="{7435555B-D553-70C9-B67C-5A661E9585CD}"/>
              </a:ext>
            </a:extLst>
          </p:cNvPr>
          <p:cNvSpPr>
            <a:spLocks noGrp="1"/>
          </p:cNvSpPr>
          <p:nvPr>
            <p:ph type="body" sz="quarter" idx="64" hasCustomPrompt="1"/>
          </p:nvPr>
        </p:nvSpPr>
        <p:spPr>
          <a:xfrm>
            <a:off x="9161070" y="1411287"/>
            <a:ext cx="2548800" cy="196124"/>
          </a:xfrm>
        </p:spPr>
        <p:txBody>
          <a:bodyPr>
            <a:noAutofit/>
          </a:bodyPr>
          <a:lstStyle>
            <a:lvl1pPr marL="0" indent="0">
              <a:lnSpc>
                <a:spcPct val="90000"/>
              </a:lnSpc>
              <a:buNone/>
              <a:defRPr sz="1400" b="1" i="0">
                <a:solidFill>
                  <a:schemeClr val="bg1"/>
                </a:solidFill>
                <a:latin typeface="EYInterstate" panose="02000503020000020004" pitchFamily="2" charset="0"/>
              </a:defRPr>
            </a:lvl1pPr>
          </a:lstStyle>
          <a:p>
            <a:pPr lvl="0"/>
            <a:r>
              <a:rPr lang="en-GB" dirty="0"/>
              <a:t>Team name</a:t>
            </a:r>
            <a:endParaRPr lang="en-US" dirty="0"/>
          </a:p>
        </p:txBody>
      </p:sp>
      <p:sp>
        <p:nvSpPr>
          <p:cNvPr id="61" name="Text Placeholder 9">
            <a:extLst>
              <a:ext uri="{FF2B5EF4-FFF2-40B4-BE49-F238E27FC236}">
                <a16:creationId xmlns:a16="http://schemas.microsoft.com/office/drawing/2014/main" id="{5DB8DE5C-79AE-8E49-DC40-B4E1DDB68BA5}"/>
              </a:ext>
            </a:extLst>
          </p:cNvPr>
          <p:cNvSpPr>
            <a:spLocks noGrp="1"/>
          </p:cNvSpPr>
          <p:nvPr>
            <p:ph type="body" sz="quarter" idx="65" hasCustomPrompt="1"/>
          </p:nvPr>
        </p:nvSpPr>
        <p:spPr>
          <a:xfrm>
            <a:off x="10183471" y="30219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62" name="Text Placeholder 9">
            <a:extLst>
              <a:ext uri="{FF2B5EF4-FFF2-40B4-BE49-F238E27FC236}">
                <a16:creationId xmlns:a16="http://schemas.microsoft.com/office/drawing/2014/main" id="{289E0F5F-936F-FA54-01D7-5CD0040D07C7}"/>
              </a:ext>
            </a:extLst>
          </p:cNvPr>
          <p:cNvSpPr>
            <a:spLocks noGrp="1"/>
          </p:cNvSpPr>
          <p:nvPr>
            <p:ph type="body" sz="quarter" idx="66" hasCustomPrompt="1"/>
          </p:nvPr>
        </p:nvSpPr>
        <p:spPr>
          <a:xfrm>
            <a:off x="10183471" y="342518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63" name="Picture Placeholder 12">
            <a:extLst>
              <a:ext uri="{FF2B5EF4-FFF2-40B4-BE49-F238E27FC236}">
                <a16:creationId xmlns:a16="http://schemas.microsoft.com/office/drawing/2014/main" id="{11FBE638-0595-F8E5-AFBB-43DC12983672}"/>
              </a:ext>
            </a:extLst>
          </p:cNvPr>
          <p:cNvSpPr>
            <a:spLocks noGrp="1"/>
          </p:cNvSpPr>
          <p:nvPr>
            <p:ph type="pic" sz="quarter" idx="67" hasCustomPrompt="1"/>
          </p:nvPr>
        </p:nvSpPr>
        <p:spPr>
          <a:xfrm>
            <a:off x="9161070" y="302196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64" name="Text Placeholder 9">
            <a:extLst>
              <a:ext uri="{FF2B5EF4-FFF2-40B4-BE49-F238E27FC236}">
                <a16:creationId xmlns:a16="http://schemas.microsoft.com/office/drawing/2014/main" id="{A3352A0C-1A08-FCFC-FF9C-CCA8F22308AE}"/>
              </a:ext>
            </a:extLst>
          </p:cNvPr>
          <p:cNvSpPr>
            <a:spLocks noGrp="1"/>
          </p:cNvSpPr>
          <p:nvPr>
            <p:ph type="body" sz="quarter" idx="68" hasCustomPrompt="1"/>
          </p:nvPr>
        </p:nvSpPr>
        <p:spPr>
          <a:xfrm>
            <a:off x="10183471" y="40354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65" name="Text Placeholder 9">
            <a:extLst>
              <a:ext uri="{FF2B5EF4-FFF2-40B4-BE49-F238E27FC236}">
                <a16:creationId xmlns:a16="http://schemas.microsoft.com/office/drawing/2014/main" id="{6E261588-76E1-16B7-8374-3F9A28832EF4}"/>
              </a:ext>
            </a:extLst>
          </p:cNvPr>
          <p:cNvSpPr>
            <a:spLocks noGrp="1"/>
          </p:cNvSpPr>
          <p:nvPr>
            <p:ph type="body" sz="quarter" idx="69" hasCustomPrompt="1"/>
          </p:nvPr>
        </p:nvSpPr>
        <p:spPr>
          <a:xfrm>
            <a:off x="10183471" y="443864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66" name="Picture Placeholder 12">
            <a:extLst>
              <a:ext uri="{FF2B5EF4-FFF2-40B4-BE49-F238E27FC236}">
                <a16:creationId xmlns:a16="http://schemas.microsoft.com/office/drawing/2014/main" id="{CAE85F7E-2BA3-3513-9E8B-8B03FE7AAC4C}"/>
              </a:ext>
            </a:extLst>
          </p:cNvPr>
          <p:cNvSpPr>
            <a:spLocks noGrp="1"/>
          </p:cNvSpPr>
          <p:nvPr>
            <p:ph type="pic" sz="quarter" idx="70" hasCustomPrompt="1"/>
          </p:nvPr>
        </p:nvSpPr>
        <p:spPr>
          <a:xfrm>
            <a:off x="9161070" y="403542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67" name="Text Placeholder 9">
            <a:extLst>
              <a:ext uri="{FF2B5EF4-FFF2-40B4-BE49-F238E27FC236}">
                <a16:creationId xmlns:a16="http://schemas.microsoft.com/office/drawing/2014/main" id="{7280094F-B199-060D-4D4B-CA4F1BFCF5F3}"/>
              </a:ext>
            </a:extLst>
          </p:cNvPr>
          <p:cNvSpPr>
            <a:spLocks noGrp="1"/>
          </p:cNvSpPr>
          <p:nvPr>
            <p:ph type="body" sz="quarter" idx="71" hasCustomPrompt="1"/>
          </p:nvPr>
        </p:nvSpPr>
        <p:spPr>
          <a:xfrm>
            <a:off x="10183471" y="50412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68" name="Text Placeholder 9">
            <a:extLst>
              <a:ext uri="{FF2B5EF4-FFF2-40B4-BE49-F238E27FC236}">
                <a16:creationId xmlns:a16="http://schemas.microsoft.com/office/drawing/2014/main" id="{253E3C85-558C-05C1-155E-0E52AA94351F}"/>
              </a:ext>
            </a:extLst>
          </p:cNvPr>
          <p:cNvSpPr>
            <a:spLocks noGrp="1"/>
          </p:cNvSpPr>
          <p:nvPr>
            <p:ph type="body" sz="quarter" idx="72" hasCustomPrompt="1"/>
          </p:nvPr>
        </p:nvSpPr>
        <p:spPr>
          <a:xfrm>
            <a:off x="10183471" y="544448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69" name="Picture Placeholder 12">
            <a:extLst>
              <a:ext uri="{FF2B5EF4-FFF2-40B4-BE49-F238E27FC236}">
                <a16:creationId xmlns:a16="http://schemas.microsoft.com/office/drawing/2014/main" id="{E5B87C2C-7F36-6D34-D014-54305471A5A7}"/>
              </a:ext>
            </a:extLst>
          </p:cNvPr>
          <p:cNvSpPr>
            <a:spLocks noGrp="1"/>
          </p:cNvSpPr>
          <p:nvPr>
            <p:ph type="pic" sz="quarter" idx="73" hasCustomPrompt="1"/>
          </p:nvPr>
        </p:nvSpPr>
        <p:spPr>
          <a:xfrm>
            <a:off x="9161070" y="504126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70" name="SmartArt Placeholder 7">
            <a:extLst>
              <a:ext uri="{FF2B5EF4-FFF2-40B4-BE49-F238E27FC236}">
                <a16:creationId xmlns:a16="http://schemas.microsoft.com/office/drawing/2014/main" id="{162A8BA6-6F67-C4EB-3430-78F1A0EC0F06}"/>
              </a:ext>
            </a:extLst>
          </p:cNvPr>
          <p:cNvSpPr>
            <a:spLocks noGrp="1"/>
          </p:cNvSpPr>
          <p:nvPr>
            <p:ph type="dgm" sz="quarter" idx="74" hasCustomPrompt="1"/>
          </p:nvPr>
        </p:nvSpPr>
        <p:spPr>
          <a:xfrm>
            <a:off x="485523" y="1696224"/>
            <a:ext cx="2548800" cy="18000"/>
          </a:xfrm>
          <a:solidFill>
            <a:schemeClr val="tx2"/>
          </a:solidFill>
        </p:spPr>
        <p:txBody>
          <a:bodyPr/>
          <a:lstStyle>
            <a:lvl1pPr marL="0" indent="0">
              <a:buNone/>
              <a:defRPr sz="800">
                <a:solidFill>
                  <a:schemeClr val="bg1"/>
                </a:solidFill>
              </a:defRPr>
            </a:lvl1pPr>
          </a:lstStyle>
          <a:p>
            <a:r>
              <a:rPr lang="en-US" dirty="0"/>
              <a:t> </a:t>
            </a:r>
          </a:p>
        </p:txBody>
      </p:sp>
      <p:sp>
        <p:nvSpPr>
          <p:cNvPr id="71" name="SmartArt Placeholder 7">
            <a:extLst>
              <a:ext uri="{FF2B5EF4-FFF2-40B4-BE49-F238E27FC236}">
                <a16:creationId xmlns:a16="http://schemas.microsoft.com/office/drawing/2014/main" id="{EC5DF0FE-64D1-AB19-CAF1-A390D6492B0D}"/>
              </a:ext>
            </a:extLst>
          </p:cNvPr>
          <p:cNvSpPr>
            <a:spLocks noGrp="1"/>
          </p:cNvSpPr>
          <p:nvPr>
            <p:ph type="dgm" sz="quarter" idx="75" hasCustomPrompt="1"/>
          </p:nvPr>
        </p:nvSpPr>
        <p:spPr>
          <a:xfrm>
            <a:off x="3377372" y="1696224"/>
            <a:ext cx="2548800" cy="18000"/>
          </a:xfrm>
          <a:solidFill>
            <a:schemeClr val="tx2"/>
          </a:solidFill>
        </p:spPr>
        <p:txBody>
          <a:bodyPr/>
          <a:lstStyle>
            <a:lvl1pPr marL="0" indent="0">
              <a:buNone/>
              <a:defRPr sz="800">
                <a:solidFill>
                  <a:schemeClr val="bg1"/>
                </a:solidFill>
              </a:defRPr>
            </a:lvl1pPr>
          </a:lstStyle>
          <a:p>
            <a:r>
              <a:rPr lang="en-US" dirty="0"/>
              <a:t> </a:t>
            </a:r>
          </a:p>
        </p:txBody>
      </p:sp>
      <p:sp>
        <p:nvSpPr>
          <p:cNvPr id="72" name="SmartArt Placeholder 7">
            <a:extLst>
              <a:ext uri="{FF2B5EF4-FFF2-40B4-BE49-F238E27FC236}">
                <a16:creationId xmlns:a16="http://schemas.microsoft.com/office/drawing/2014/main" id="{60800279-F9E3-EDED-BB35-F73EEF52F830}"/>
              </a:ext>
            </a:extLst>
          </p:cNvPr>
          <p:cNvSpPr>
            <a:spLocks noGrp="1"/>
          </p:cNvSpPr>
          <p:nvPr>
            <p:ph type="dgm" sz="quarter" idx="76" hasCustomPrompt="1"/>
          </p:nvPr>
        </p:nvSpPr>
        <p:spPr>
          <a:xfrm>
            <a:off x="6269221" y="1696224"/>
            <a:ext cx="2548800" cy="18000"/>
          </a:xfrm>
          <a:solidFill>
            <a:schemeClr val="tx2"/>
          </a:solidFill>
        </p:spPr>
        <p:txBody>
          <a:bodyPr/>
          <a:lstStyle>
            <a:lvl1pPr marL="0" indent="0">
              <a:buNone/>
              <a:defRPr sz="800">
                <a:solidFill>
                  <a:schemeClr val="bg1"/>
                </a:solidFill>
              </a:defRPr>
            </a:lvl1pPr>
          </a:lstStyle>
          <a:p>
            <a:r>
              <a:rPr lang="en-US" dirty="0"/>
              <a:t> </a:t>
            </a:r>
          </a:p>
        </p:txBody>
      </p:sp>
      <p:sp>
        <p:nvSpPr>
          <p:cNvPr id="73" name="SmartArt Placeholder 7">
            <a:extLst>
              <a:ext uri="{FF2B5EF4-FFF2-40B4-BE49-F238E27FC236}">
                <a16:creationId xmlns:a16="http://schemas.microsoft.com/office/drawing/2014/main" id="{1BF95AC1-33EC-C487-C489-B7A97BBB2925}"/>
              </a:ext>
            </a:extLst>
          </p:cNvPr>
          <p:cNvSpPr>
            <a:spLocks noGrp="1"/>
          </p:cNvSpPr>
          <p:nvPr>
            <p:ph type="dgm" sz="quarter" idx="77" hasCustomPrompt="1"/>
          </p:nvPr>
        </p:nvSpPr>
        <p:spPr>
          <a:xfrm>
            <a:off x="9161070" y="1696224"/>
            <a:ext cx="2548800" cy="18000"/>
          </a:xfrm>
          <a:solidFill>
            <a:schemeClr val="tx2"/>
          </a:solidFill>
        </p:spPr>
        <p:txBody>
          <a:bodyPr/>
          <a:lstStyle>
            <a:lvl1pPr marL="0" indent="0">
              <a:buNone/>
              <a:defRPr sz="800">
                <a:solidFill>
                  <a:schemeClr val="bg1"/>
                </a:solidFill>
              </a:defRPr>
            </a:lvl1pPr>
          </a:lstStyle>
          <a:p>
            <a:r>
              <a:rPr lang="en-US" dirty="0"/>
              <a:t> </a:t>
            </a:r>
          </a:p>
        </p:txBody>
      </p:sp>
    </p:spTree>
    <p:extLst>
      <p:ext uri="{BB962C8B-B14F-4D97-AF65-F5344CB8AC3E}">
        <p14:creationId xmlns:p14="http://schemas.microsoft.com/office/powerpoint/2010/main" val="27348819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C12314E7-DDEE-4D06-B617-424C13860159}" type="datetime3">
              <a:rPr lang="en-US" smtClean="0"/>
              <a:t>11 July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6" name="Highlight line 1">
            <a:extLst>
              <a:ext uri="{FF2B5EF4-FFF2-40B4-BE49-F238E27FC236}">
                <a16:creationId xmlns:a16="http://schemas.microsoft.com/office/drawing/2014/main" id="{82B2FB72-F2C5-9972-3E89-F35F455D0FAC}"/>
              </a:ext>
            </a:extLst>
          </p:cNvPr>
          <p:cNvSpPr>
            <a:spLocks noGrp="1"/>
          </p:cNvSpPr>
          <p:nvPr>
            <p:ph type="dgm" sz="quarter" idx="15" hasCustomPrompt="1"/>
          </p:nvPr>
        </p:nvSpPr>
        <p:spPr>
          <a:xfrm>
            <a:off x="485523" y="1209871"/>
            <a:ext cx="11224347" cy="36000"/>
          </a:xfrm>
          <a:solidFill>
            <a:schemeClr val="tx2"/>
          </a:solidFill>
        </p:spPr>
        <p:txBody>
          <a:bodyPr/>
          <a:lstStyle>
            <a:lvl1pPr marL="0" indent="0">
              <a:buNone/>
              <a:defRPr sz="800"/>
            </a:lvl1pPr>
          </a:lstStyle>
          <a:p>
            <a:r>
              <a:rPr lang="en-US" dirty="0"/>
              <a:t> </a:t>
            </a:r>
          </a:p>
        </p:txBody>
      </p:sp>
    </p:spTree>
    <p:extLst>
      <p:ext uri="{BB962C8B-B14F-4D97-AF65-F5344CB8AC3E}">
        <p14:creationId xmlns:p14="http://schemas.microsoft.com/office/powerpoint/2010/main" val="20053782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without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D010FF7D-9C9E-4720-B7AF-86D853AF0452}" type="datetime3">
              <a:rPr lang="en-US" smtClean="0"/>
              <a:t>11 July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Tree>
    <p:extLst>
      <p:ext uri="{BB962C8B-B14F-4D97-AF65-F5344CB8AC3E}">
        <p14:creationId xmlns:p14="http://schemas.microsoft.com/office/powerpoint/2010/main" val="38577992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A blurry image of a rainbow&#10;&#10;Description automatically generated">
            <a:extLst>
              <a:ext uri="{FF2B5EF4-FFF2-40B4-BE49-F238E27FC236}">
                <a16:creationId xmlns:a16="http://schemas.microsoft.com/office/drawing/2014/main" id="{317BE7A3-A673-B58A-8BE4-D36A0E590D33}"/>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5" name="Group 4">
            <a:extLst>
              <a:ext uri="{FF2B5EF4-FFF2-40B4-BE49-F238E27FC236}">
                <a16:creationId xmlns:a16="http://schemas.microsoft.com/office/drawing/2014/main" id="{581F3BED-E626-F3AE-FF20-A6D762394718}"/>
              </a:ext>
            </a:extLst>
          </p:cNvPr>
          <p:cNvGrpSpPr/>
          <p:nvPr userDrawn="1"/>
        </p:nvGrpSpPr>
        <p:grpSpPr>
          <a:xfrm>
            <a:off x="485775" y="6164633"/>
            <a:ext cx="4940935" cy="318770"/>
            <a:chOff x="485775" y="6164633"/>
            <a:chExt cx="4940935" cy="318770"/>
          </a:xfrm>
        </p:grpSpPr>
        <p:sp>
          <p:nvSpPr>
            <p:cNvPr id="297" name="Freeform 296">
              <a:extLst>
                <a:ext uri="{FF2B5EF4-FFF2-40B4-BE49-F238E27FC236}">
                  <a16:creationId xmlns:a16="http://schemas.microsoft.com/office/drawing/2014/main" id="{AD4E5D8B-12B4-19F3-17D4-D12BF368FC85}"/>
                </a:ext>
              </a:extLst>
            </p:cNvPr>
            <p:cNvSpPr/>
            <p:nvPr/>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98" name="Freeform 297">
              <a:extLst>
                <a:ext uri="{FF2B5EF4-FFF2-40B4-BE49-F238E27FC236}">
                  <a16:creationId xmlns:a16="http://schemas.microsoft.com/office/drawing/2014/main" id="{219789D6-6B07-F2E6-06BE-8CA9DC83E385}"/>
                </a:ext>
              </a:extLst>
            </p:cNvPr>
            <p:cNvSpPr/>
            <p:nvPr/>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grpSp>
        <p:nvGrpSpPr>
          <p:cNvPr id="4" name="Group 3">
            <a:extLst>
              <a:ext uri="{FF2B5EF4-FFF2-40B4-BE49-F238E27FC236}">
                <a16:creationId xmlns:a16="http://schemas.microsoft.com/office/drawing/2014/main" id="{41140D12-1777-AADD-5351-B92F135ED633}"/>
              </a:ext>
            </a:extLst>
          </p:cNvPr>
          <p:cNvGrpSpPr/>
          <p:nvPr userDrawn="1"/>
        </p:nvGrpSpPr>
        <p:grpSpPr>
          <a:xfrm>
            <a:off x="485774" y="1291008"/>
            <a:ext cx="5706110" cy="4360545"/>
            <a:chOff x="485774" y="1291008"/>
            <a:chExt cx="5706110" cy="4360545"/>
          </a:xfrm>
        </p:grpSpPr>
        <p:sp>
          <p:nvSpPr>
            <p:cNvPr id="299" name="Freeform 298">
              <a:extLst>
                <a:ext uri="{FF2B5EF4-FFF2-40B4-BE49-F238E27FC236}">
                  <a16:creationId xmlns:a16="http://schemas.microsoft.com/office/drawing/2014/main" id="{70589FC3-4491-BD75-2C16-660DF0B71BBC}"/>
                </a:ext>
              </a:extLst>
            </p:cNvPr>
            <p:cNvSpPr/>
            <p:nvPr/>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293" name="Freeform 292">
              <a:extLst>
                <a:ext uri="{FF2B5EF4-FFF2-40B4-BE49-F238E27FC236}">
                  <a16:creationId xmlns:a16="http://schemas.microsoft.com/office/drawing/2014/main" id="{B00DB918-F11D-F855-5478-ECB25A1AC3D1}"/>
                </a:ext>
              </a:extLst>
            </p:cNvPr>
            <p:cNvSpPr/>
            <p:nvPr/>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FF32FF"/>
                </a:gs>
                <a:gs pos="100000">
                  <a:srgbClr val="32FFFF"/>
                </a:gs>
              </a:gsLst>
              <a:lin ang="18600000" scaled="0"/>
              <a:tileRect/>
            </a:gradFill>
            <a:ln w="8181" cap="flat">
              <a:noFill/>
              <a:prstDash val="solid"/>
              <a:miter/>
            </a:ln>
          </p:spPr>
          <p:txBody>
            <a:bodyPr rtlCol="0" anchor="ctr"/>
            <a:lstStyle/>
            <a:p>
              <a:pPr lvl="0"/>
              <a:endParaRPr lang="en-US"/>
            </a:p>
          </p:txBody>
        </p:sp>
      </p:grpSp>
      <p:sp>
        <p:nvSpPr>
          <p:cNvPr id="274" name="Subtitle 2">
            <a:extLst>
              <a:ext uri="{FF2B5EF4-FFF2-40B4-BE49-F238E27FC236}">
                <a16:creationId xmlns:a16="http://schemas.microsoft.com/office/drawing/2014/main" id="{74103396-CF0A-A808-BF1B-463C3EF7376E}"/>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sz="1600">
                <a:solidFill>
                  <a:schemeClr val="tx1"/>
                </a:solidFill>
                <a:latin typeface="EYInterstate" panose="0200050302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75" name="Title 4">
            <a:extLst>
              <a:ext uri="{FF2B5EF4-FFF2-40B4-BE49-F238E27FC236}">
                <a16:creationId xmlns:a16="http://schemas.microsoft.com/office/drawing/2014/main" id="{B57CD4DB-AED0-4F7E-41BA-02CA96598AEC}"/>
              </a:ext>
            </a:extLst>
          </p:cNvPr>
          <p:cNvSpPr>
            <a:spLocks noGrp="1"/>
          </p:cNvSpPr>
          <p:nvPr>
            <p:ph type="title"/>
          </p:nvPr>
        </p:nvSpPr>
        <p:spPr>
          <a:xfrm>
            <a:off x="889762" y="2698751"/>
            <a:ext cx="4906009" cy="1654043"/>
          </a:xfrm>
        </p:spPr>
        <p:txBody>
          <a:bodyPr anchor="t">
            <a:noAutofit/>
          </a:bodyPr>
          <a:lstStyle>
            <a:lvl1pPr>
              <a:defRPr sz="4200" b="1" i="0">
                <a:solidFill>
                  <a:schemeClr val="tx1"/>
                </a:solidFill>
                <a:latin typeface="EYInterstate" panose="02000503020000020004" pitchFamily="2" charset="0"/>
              </a:defRPr>
            </a:lvl1pPr>
          </a:lstStyle>
          <a:p>
            <a:r>
              <a:rPr lang="en-GB" dirty="0"/>
              <a:t>Click to edit Master title style</a:t>
            </a:r>
            <a:endParaRPr lang="en-US" dirty="0"/>
          </a:p>
        </p:txBody>
      </p:sp>
      <p:sp>
        <p:nvSpPr>
          <p:cNvPr id="289" name="Text Placeholder 288">
            <a:extLst>
              <a:ext uri="{FF2B5EF4-FFF2-40B4-BE49-F238E27FC236}">
                <a16:creationId xmlns:a16="http://schemas.microsoft.com/office/drawing/2014/main" id="{31D45A6D-135C-8C27-4F13-A3BC79AB3ED3}"/>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tx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9" name="Group 8">
            <a:extLst>
              <a:ext uri="{FF2B5EF4-FFF2-40B4-BE49-F238E27FC236}">
                <a16:creationId xmlns:a16="http://schemas.microsoft.com/office/drawing/2014/main" id="{53F57181-8F7C-581D-8E8B-8B2B0CB05181}"/>
              </a:ext>
            </a:extLst>
          </p:cNvPr>
          <p:cNvGrpSpPr>
            <a:grpSpLocks noChangeAspect="1"/>
          </p:cNvGrpSpPr>
          <p:nvPr userDrawn="1"/>
        </p:nvGrpSpPr>
        <p:grpSpPr>
          <a:xfrm>
            <a:off x="10562024" y="5167683"/>
            <a:ext cx="1220400" cy="1285398"/>
            <a:chOff x="3913438" y="-99392"/>
            <a:chExt cx="6512821" cy="6859693"/>
          </a:xfrm>
        </p:grpSpPr>
        <p:sp>
          <p:nvSpPr>
            <p:cNvPr id="10" name="Freeform: Shape 9">
              <a:extLst>
                <a:ext uri="{FF2B5EF4-FFF2-40B4-BE49-F238E27FC236}">
                  <a16:creationId xmlns:a16="http://schemas.microsoft.com/office/drawing/2014/main" id="{DE8A127C-FDD5-21E9-1FD6-D9B4A7D554FA}"/>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1" name="Freeform: Shape 10">
              <a:extLst>
                <a:ext uri="{FF2B5EF4-FFF2-40B4-BE49-F238E27FC236}">
                  <a16:creationId xmlns:a16="http://schemas.microsoft.com/office/drawing/2014/main" id="{0F35FD06-DC07-383C-ACE2-7933BCD22180}"/>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2" name="Freeform: Shape 11">
              <a:extLst>
                <a:ext uri="{FF2B5EF4-FFF2-40B4-BE49-F238E27FC236}">
                  <a16:creationId xmlns:a16="http://schemas.microsoft.com/office/drawing/2014/main" id="{A455015A-145D-7CF9-4597-672713F8B4A9}"/>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5580675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Spectrum 2">
    <p:spTree>
      <p:nvGrpSpPr>
        <p:cNvPr id="1" name=""/>
        <p:cNvGrpSpPr/>
        <p:nvPr/>
      </p:nvGrpSpPr>
      <p:grpSpPr>
        <a:xfrm>
          <a:off x="0" y="0"/>
          <a:ext cx="0" cy="0"/>
          <a:chOff x="0" y="0"/>
          <a:chExt cx="0" cy="0"/>
        </a:xfrm>
      </p:grpSpPr>
      <p:pic>
        <p:nvPicPr>
          <p:cNvPr id="6" name="Picture 5" descr="A bright light in the dark&#10;&#10;Description automatically generated">
            <a:extLst>
              <a:ext uri="{FF2B5EF4-FFF2-40B4-BE49-F238E27FC236}">
                <a16:creationId xmlns:a16="http://schemas.microsoft.com/office/drawing/2014/main" id="{963FEC0B-473D-E3B8-1E1E-E29DFA66AD11}"/>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4" name="Group 3">
            <a:extLst>
              <a:ext uri="{FF2B5EF4-FFF2-40B4-BE49-F238E27FC236}">
                <a16:creationId xmlns:a16="http://schemas.microsoft.com/office/drawing/2014/main" id="{A1220A54-6882-53B1-3380-1A61010197C4}"/>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4788DF65-E85A-7EA9-F2BB-B439D5C7EB16}"/>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DB6421F7-1BA7-70C3-4C7B-0694CD3F9A6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grpSp>
        <p:nvGrpSpPr>
          <p:cNvPr id="3" name="Group 2">
            <a:extLst>
              <a:ext uri="{FF2B5EF4-FFF2-40B4-BE49-F238E27FC236}">
                <a16:creationId xmlns:a16="http://schemas.microsoft.com/office/drawing/2014/main" id="{068E9B09-FE70-E913-490B-27400CDE026B}"/>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B4038A11-FAB8-DE3A-2D5D-3D1F11925688}"/>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solidFill>
                  <a:schemeClr val="tx1"/>
                </a:solidFill>
              </a:endParaRPr>
            </a:p>
          </p:txBody>
        </p:sp>
        <p:sp>
          <p:nvSpPr>
            <p:cNvPr id="27" name="Freeform 26">
              <a:extLst>
                <a:ext uri="{FF2B5EF4-FFF2-40B4-BE49-F238E27FC236}">
                  <a16:creationId xmlns:a16="http://schemas.microsoft.com/office/drawing/2014/main" id="{FD45E8E5-E623-933A-074B-D3B9860ABECB}"/>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A420F8"/>
                </a:gs>
                <a:gs pos="100000">
                  <a:srgbClr val="5C94F9"/>
                </a:gs>
              </a:gsLst>
              <a:lin ang="18720000" scaled="0"/>
              <a:tileRect/>
            </a:gradFill>
            <a:ln w="81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
        <p:nvSpPr>
          <p:cNvPr id="28" name="Subtitle 2">
            <a:extLst>
              <a:ext uri="{FF2B5EF4-FFF2-40B4-BE49-F238E27FC236}">
                <a16:creationId xmlns:a16="http://schemas.microsoft.com/office/drawing/2014/main" id="{4CE2B77E-5DDA-CC5C-A575-69779E57947F}"/>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tx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2C2EB3B4-62C2-DB27-F905-7B5310DF5CFC}"/>
              </a:ext>
            </a:extLst>
          </p:cNvPr>
          <p:cNvSpPr>
            <a:spLocks noGrp="1"/>
          </p:cNvSpPr>
          <p:nvPr>
            <p:ph type="title"/>
          </p:nvPr>
        </p:nvSpPr>
        <p:spPr>
          <a:xfrm>
            <a:off x="889762" y="2698751"/>
            <a:ext cx="4906009" cy="1654043"/>
          </a:xfrm>
        </p:spPr>
        <p:txBody>
          <a:bodyPr anchor="t">
            <a:noAutofit/>
          </a:bodyPr>
          <a:lstStyle>
            <a:lvl1pPr>
              <a:defRPr sz="4200" b="1" i="0">
                <a:solidFill>
                  <a:schemeClr val="tx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41B1F747-977A-C01C-9182-B92C691E57F0}"/>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tx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A8F9C0FF-258E-8363-A5DF-DBEE8F7DBB39}"/>
              </a:ext>
            </a:extLst>
          </p:cNvPr>
          <p:cNvGrpSpPr>
            <a:grpSpLocks noChangeAspect="1"/>
          </p:cNvGrpSpPr>
          <p:nvPr userDrawn="1"/>
        </p:nvGrpSpPr>
        <p:grpSpPr>
          <a:xfrm>
            <a:off x="10562024" y="5167683"/>
            <a:ext cx="1220400" cy="1285398"/>
            <a:chOff x="3913438" y="-99392"/>
            <a:chExt cx="6512821" cy="6859693"/>
          </a:xfrm>
        </p:grpSpPr>
        <p:sp>
          <p:nvSpPr>
            <p:cNvPr id="5" name="Freeform: Shape 4">
              <a:extLst>
                <a:ext uri="{FF2B5EF4-FFF2-40B4-BE49-F238E27FC236}">
                  <a16:creationId xmlns:a16="http://schemas.microsoft.com/office/drawing/2014/main" id="{9C512783-0C4C-5151-CAE6-146AA9E6F5CD}"/>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C6DF74BF-1D17-9014-1B6E-93895F45C989}"/>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8F9AC3AF-EFC6-BFFC-C56B-6DCC6CC17E82}"/>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4963028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Slide Spectrum 3">
    <p:spTree>
      <p:nvGrpSpPr>
        <p:cNvPr id="1" name=""/>
        <p:cNvGrpSpPr/>
        <p:nvPr/>
      </p:nvGrpSpPr>
      <p:grpSpPr>
        <a:xfrm>
          <a:off x="0" y="0"/>
          <a:ext cx="0" cy="0"/>
          <a:chOff x="0" y="0"/>
          <a:chExt cx="0" cy="0"/>
        </a:xfrm>
      </p:grpSpPr>
      <p:pic>
        <p:nvPicPr>
          <p:cNvPr id="3" name="Picture 2" descr="A colorful light in the dark&#10;&#10;Description automatically generated">
            <a:extLst>
              <a:ext uri="{FF2B5EF4-FFF2-40B4-BE49-F238E27FC236}">
                <a16:creationId xmlns:a16="http://schemas.microsoft.com/office/drawing/2014/main" id="{76F31E31-25A6-21A9-5DF2-0E1AA48A3DF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4" name="Group 3">
            <a:extLst>
              <a:ext uri="{FF2B5EF4-FFF2-40B4-BE49-F238E27FC236}">
                <a16:creationId xmlns:a16="http://schemas.microsoft.com/office/drawing/2014/main" id="{3450C8DF-4702-5EBD-26CC-DEBD6800743F}"/>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tx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tx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tx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5" name="Group 4">
            <a:extLst>
              <a:ext uri="{FF2B5EF4-FFF2-40B4-BE49-F238E27FC236}">
                <a16:creationId xmlns:a16="http://schemas.microsoft.com/office/drawing/2014/main" id="{351712FD-9300-4754-120C-13FA331421AB}"/>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solidFill>
                  <a:schemeClr val="tx1"/>
                </a:solidFill>
              </a:endParaRPr>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FF32FF"/>
                </a:gs>
              </a:gsLst>
              <a:lin ang="1872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187BB8EC-6C8D-276F-2D5F-057B2E2300DA}"/>
              </a:ext>
            </a:extLst>
          </p:cNvPr>
          <p:cNvGrpSpPr>
            <a:grpSpLocks noChangeAspect="1"/>
          </p:cNvGrpSpPr>
          <p:nvPr userDrawn="1"/>
        </p:nvGrpSpPr>
        <p:grpSpPr>
          <a:xfrm>
            <a:off x="10562024" y="5167683"/>
            <a:ext cx="1220400" cy="1285398"/>
            <a:chOff x="3913438" y="-99392"/>
            <a:chExt cx="6512821" cy="6859693"/>
          </a:xfrm>
        </p:grpSpPr>
        <p:sp>
          <p:nvSpPr>
            <p:cNvPr id="6" name="Freeform: Shape 5">
              <a:extLst>
                <a:ext uri="{FF2B5EF4-FFF2-40B4-BE49-F238E27FC236}">
                  <a16:creationId xmlns:a16="http://schemas.microsoft.com/office/drawing/2014/main" id="{F077F8F2-2AD6-0080-797A-0C80FFAEFEE6}"/>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7447CE8A-37EB-3F17-0CED-93B3FA7CAE98}"/>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9A25292E-E104-D48F-8B82-AED824EB6509}"/>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927907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Slide Frame Yellow">
    <p:bg>
      <p:bgPr>
        <a:solidFill>
          <a:schemeClr val="tx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4089FD7-604E-6D50-B8E8-386FF8CEA917}"/>
              </a:ext>
              <a:ext uri="{C183D7F6-B498-43B3-948B-1728B52AA6E4}">
                <adec:decorative xmlns:adec="http://schemas.microsoft.com/office/drawing/2017/decorative" val="1"/>
              </a:ext>
            </a:extLst>
          </p:cNvPr>
          <p:cNvSpPr/>
          <p:nvPr userDrawn="1"/>
        </p:nvSpPr>
        <p:spPr>
          <a:xfrm>
            <a:off x="0" y="0"/>
            <a:ext cx="9938084" cy="6858000"/>
          </a:xfrm>
          <a:prstGeom prst="rect">
            <a:avLst/>
          </a:prstGeom>
          <a:gradFill flip="none" rotWithShape="1">
            <a:gsLst>
              <a:gs pos="0">
                <a:schemeClr val="tx1">
                  <a:alpha val="80000"/>
                </a:schemeClr>
              </a:gs>
              <a:gs pos="100000">
                <a:schemeClr val="tx1">
                  <a:alpha val="0"/>
                </a:schemeClr>
              </a:gs>
            </a:gsLst>
            <a:lin ang="0" scaled="0"/>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9" name="Group 8">
            <a:extLst>
              <a:ext uri="{FF2B5EF4-FFF2-40B4-BE49-F238E27FC236}">
                <a16:creationId xmlns:a16="http://schemas.microsoft.com/office/drawing/2014/main" id="{316936F3-C182-891A-97A0-CF098568C803}"/>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8" name="Group 7">
            <a:extLst>
              <a:ext uri="{FF2B5EF4-FFF2-40B4-BE49-F238E27FC236}">
                <a16:creationId xmlns:a16="http://schemas.microsoft.com/office/drawing/2014/main" id="{865A0015-0244-01BA-67B6-11CDC3C588A5}"/>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solidFill>
                  <a:schemeClr val="bg1"/>
                </a:solidFill>
              </a:endParaRPr>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solidFill>
              <a:schemeClr val="tx2"/>
            </a:solidFill>
            <a:ln w="8181" cap="flat">
              <a:noFill/>
              <a:prstDash val="solid"/>
              <a:miter/>
            </a:ln>
          </p:spPr>
          <p:txBody>
            <a:bodyPr rtlCol="0" anchor="ctr"/>
            <a:lstStyle/>
            <a:p>
              <a:pPr lvl="0"/>
              <a:endParaRPr lang="en-US">
                <a:solidFill>
                  <a:schemeClr val="bg1"/>
                </a:solidFill>
              </a:endParaRPr>
            </a:p>
          </p:txBody>
        </p:sp>
      </p:grpSp>
      <p:grpSp>
        <p:nvGrpSpPr>
          <p:cNvPr id="7" name="Group 6">
            <a:extLst>
              <a:ext uri="{FF2B5EF4-FFF2-40B4-BE49-F238E27FC236}">
                <a16:creationId xmlns:a16="http://schemas.microsoft.com/office/drawing/2014/main" id="{91D5A968-1B24-01BF-95A3-4FCB6124E782}"/>
              </a:ext>
            </a:extLst>
          </p:cNvPr>
          <p:cNvGrpSpPr>
            <a:grpSpLocks noChangeAspect="1"/>
          </p:cNvGrpSpPr>
          <p:nvPr userDrawn="1"/>
        </p:nvGrpSpPr>
        <p:grpSpPr>
          <a:xfrm>
            <a:off x="10562024" y="5167683"/>
            <a:ext cx="1220400" cy="1285398"/>
            <a:chOff x="3913438" y="-99392"/>
            <a:chExt cx="6512821" cy="6859693"/>
          </a:xfrm>
        </p:grpSpPr>
        <p:sp>
          <p:nvSpPr>
            <p:cNvPr id="10" name="Freeform: Shape 9">
              <a:extLst>
                <a:ext uri="{FF2B5EF4-FFF2-40B4-BE49-F238E27FC236}">
                  <a16:creationId xmlns:a16="http://schemas.microsoft.com/office/drawing/2014/main" id="{322D456F-2780-F98C-DE5F-2372A03E5777}"/>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1" name="Freeform: Shape 10">
              <a:extLst>
                <a:ext uri="{FF2B5EF4-FFF2-40B4-BE49-F238E27FC236}">
                  <a16:creationId xmlns:a16="http://schemas.microsoft.com/office/drawing/2014/main" id="{2F1A8A8B-F7CF-C180-B3E6-D7E79D33D8B9}"/>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2" name="Freeform: Shape 11">
              <a:extLst>
                <a:ext uri="{FF2B5EF4-FFF2-40B4-BE49-F238E27FC236}">
                  <a16:creationId xmlns:a16="http://schemas.microsoft.com/office/drawing/2014/main" id="{D71991EC-BAEE-610D-F5B6-BC793FB37355}"/>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21200667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Frame Writ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A698E1-9315-F464-C75D-F86E6E4A15E1}"/>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11"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38649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12" name="Title 4">
            <a:extLst>
              <a:ext uri="{FF2B5EF4-FFF2-40B4-BE49-F238E27FC236}">
                <a16:creationId xmlns:a16="http://schemas.microsoft.com/office/drawing/2014/main" id="{1F7B1FDC-B90E-6693-A750-B9BA4B535E8A}"/>
              </a:ext>
            </a:extLst>
          </p:cNvPr>
          <p:cNvSpPr>
            <a:spLocks noGrp="1"/>
          </p:cNvSpPr>
          <p:nvPr>
            <p:ph type="title"/>
          </p:nvPr>
        </p:nvSpPr>
        <p:spPr>
          <a:xfrm>
            <a:off x="889762" y="21272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13"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44759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3" name="Group 2">
            <a:extLst>
              <a:ext uri="{FF2B5EF4-FFF2-40B4-BE49-F238E27FC236}">
                <a16:creationId xmlns:a16="http://schemas.microsoft.com/office/drawing/2014/main" id="{ED3F6603-D012-19C2-19E4-3C9A6BAA4779}"/>
              </a:ext>
            </a:extLst>
          </p:cNvPr>
          <p:cNvGrpSpPr/>
          <p:nvPr userDrawn="1"/>
        </p:nvGrpSpPr>
        <p:grpSpPr>
          <a:xfrm>
            <a:off x="485774" y="719508"/>
            <a:ext cx="5706110" cy="4360545"/>
            <a:chOff x="485774" y="719508"/>
            <a:chExt cx="5706110" cy="4360545"/>
          </a:xfrm>
        </p:grpSpPr>
        <p:sp>
          <p:nvSpPr>
            <p:cNvPr id="10" name="Freeform 25">
              <a:extLst>
                <a:ext uri="{FF2B5EF4-FFF2-40B4-BE49-F238E27FC236}">
                  <a16:creationId xmlns:a16="http://schemas.microsoft.com/office/drawing/2014/main" id="{F7E50E80-DFF0-E065-898F-1AFD970459B6}"/>
                </a:ext>
              </a:extLst>
            </p:cNvPr>
            <p:cNvSpPr/>
            <p:nvPr userDrawn="1"/>
          </p:nvSpPr>
          <p:spPr>
            <a:xfrm>
              <a:off x="485774" y="49784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solidFill>
                  <a:schemeClr val="bg1"/>
                </a:solidFill>
              </a:endParaRPr>
            </a:p>
          </p:txBody>
        </p:sp>
        <p:sp>
          <p:nvSpPr>
            <p:cNvPr id="14" name="Freeform 3">
              <a:extLst>
                <a:ext uri="{FF2B5EF4-FFF2-40B4-BE49-F238E27FC236}">
                  <a16:creationId xmlns:a16="http://schemas.microsoft.com/office/drawing/2014/main" id="{7E9D0337-F340-664F-6A13-B03AA4BA4F82}"/>
                </a:ext>
              </a:extLst>
            </p:cNvPr>
            <p:cNvSpPr/>
            <p:nvPr userDrawn="1"/>
          </p:nvSpPr>
          <p:spPr>
            <a:xfrm>
              <a:off x="485775" y="7195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solidFill>
              <a:schemeClr val="tx2"/>
            </a:solidFill>
            <a:ln w="8181" cap="flat">
              <a:noFill/>
              <a:prstDash val="solid"/>
              <a:miter/>
            </a:ln>
          </p:spPr>
          <p:txBody>
            <a:bodyPr rtlCol="0" anchor="ctr"/>
            <a:lstStyle/>
            <a:p>
              <a:pPr lvl="0"/>
              <a:endParaRPr lang="en-US">
                <a:solidFill>
                  <a:schemeClr val="tx1"/>
                </a:solidFill>
              </a:endParaRPr>
            </a:p>
          </p:txBody>
        </p:sp>
      </p:grpSp>
      <p:sp>
        <p:nvSpPr>
          <p:cNvPr id="15" name="TextBox 14">
            <a:extLst>
              <a:ext uri="{FF2B5EF4-FFF2-40B4-BE49-F238E27FC236}">
                <a16:creationId xmlns:a16="http://schemas.microsoft.com/office/drawing/2014/main" id="{EEB2775D-C14D-1FFE-E3E9-4E62DDA32301}"/>
              </a:ext>
            </a:extLst>
          </p:cNvPr>
          <p:cNvSpPr txBox="1"/>
          <p:nvPr userDrawn="1"/>
        </p:nvSpPr>
        <p:spPr>
          <a:xfrm>
            <a:off x="461984" y="5552404"/>
            <a:ext cx="1045073" cy="197581"/>
          </a:xfrm>
          <a:prstGeom prst="rect">
            <a:avLst/>
          </a:prstGeom>
          <a:noFill/>
        </p:spPr>
        <p:txBody>
          <a:bodyPr wrap="square" lIns="0" tIns="0" rIns="0" bIns="0" rtlCol="0" anchor="ctr" anchorCtr="0">
            <a:noAutofit/>
          </a:bodyPr>
          <a:lstStyle/>
          <a:p>
            <a:r>
              <a:rPr lang="en-GB" sz="1200" dirty="0">
                <a:solidFill>
                  <a:schemeClr val="bg1"/>
                </a:solidFill>
                <a:latin typeface="EYInterstate Light" panose="02000506000000020004" pitchFamily="2" charset="0"/>
              </a:rPr>
              <a:t>Written by</a:t>
            </a:r>
          </a:p>
        </p:txBody>
      </p:sp>
      <p:sp>
        <p:nvSpPr>
          <p:cNvPr id="16" name="Text Placeholder 16">
            <a:extLst>
              <a:ext uri="{FF2B5EF4-FFF2-40B4-BE49-F238E27FC236}">
                <a16:creationId xmlns:a16="http://schemas.microsoft.com/office/drawing/2014/main" id="{FAE2F50B-78AF-04F3-4BFF-980630AF7AFF}"/>
              </a:ext>
            </a:extLst>
          </p:cNvPr>
          <p:cNvSpPr>
            <a:spLocks noGrp="1"/>
          </p:cNvSpPr>
          <p:nvPr>
            <p:ph type="body" sz="quarter" idx="14" hasCustomPrompt="1"/>
          </p:nvPr>
        </p:nvSpPr>
        <p:spPr>
          <a:xfrm>
            <a:off x="1333184" y="5966393"/>
            <a:ext cx="3089275" cy="180000"/>
          </a:xfrm>
        </p:spPr>
        <p:txBody>
          <a:bodyPr/>
          <a:lstStyle>
            <a:lvl1pPr marL="0" indent="0">
              <a:buNone/>
              <a:defRPr sz="1200" b="1">
                <a:solidFill>
                  <a:schemeClr val="bg1"/>
                </a:solidFill>
                <a:latin typeface="+mn-lt"/>
              </a:defRPr>
            </a:lvl1pPr>
          </a:lstStyle>
          <a:p>
            <a:pPr lvl="0"/>
            <a:r>
              <a:rPr lang="en-US" dirty="0"/>
              <a:t>Name Surname</a:t>
            </a:r>
            <a:endParaRPr lang="en-GB" dirty="0"/>
          </a:p>
        </p:txBody>
      </p:sp>
      <p:sp>
        <p:nvSpPr>
          <p:cNvPr id="17" name="Text Placeholder 16">
            <a:extLst>
              <a:ext uri="{FF2B5EF4-FFF2-40B4-BE49-F238E27FC236}">
                <a16:creationId xmlns:a16="http://schemas.microsoft.com/office/drawing/2014/main" id="{A5473ED8-C1F4-379D-AE01-5E7A3D5F3401}"/>
              </a:ext>
            </a:extLst>
          </p:cNvPr>
          <p:cNvSpPr>
            <a:spLocks noGrp="1"/>
          </p:cNvSpPr>
          <p:nvPr>
            <p:ph type="body" sz="quarter" idx="15" hasCustomPrompt="1"/>
          </p:nvPr>
        </p:nvSpPr>
        <p:spPr>
          <a:xfrm>
            <a:off x="1333184" y="6164011"/>
            <a:ext cx="3089275" cy="180000"/>
          </a:xfrm>
        </p:spPr>
        <p:txBody>
          <a:bodyPr/>
          <a:lstStyle>
            <a:lvl1pPr marL="0" indent="0">
              <a:buNone/>
              <a:defRPr sz="1200">
                <a:solidFill>
                  <a:schemeClr val="bg1"/>
                </a:solidFill>
              </a:defRPr>
            </a:lvl1pPr>
          </a:lstStyle>
          <a:p>
            <a:pPr lvl="0"/>
            <a:r>
              <a:rPr lang="en-US" dirty="0"/>
              <a:t>Job Title</a:t>
            </a:r>
            <a:endParaRPr lang="en-GB" dirty="0"/>
          </a:p>
        </p:txBody>
      </p:sp>
      <p:sp>
        <p:nvSpPr>
          <p:cNvPr id="18" name="Picture Placeholder 19">
            <a:extLst>
              <a:ext uri="{FF2B5EF4-FFF2-40B4-BE49-F238E27FC236}">
                <a16:creationId xmlns:a16="http://schemas.microsoft.com/office/drawing/2014/main" id="{812BC08D-D0F7-900D-1481-4C172F6BE56E}"/>
              </a:ext>
            </a:extLst>
          </p:cNvPr>
          <p:cNvSpPr>
            <a:spLocks noGrp="1"/>
          </p:cNvSpPr>
          <p:nvPr>
            <p:ph type="pic" sz="quarter" idx="16"/>
          </p:nvPr>
        </p:nvSpPr>
        <p:spPr>
          <a:xfrm>
            <a:off x="461983" y="5861846"/>
            <a:ext cx="576000" cy="576000"/>
          </a:xfrm>
          <a:prstGeom prst="ellipse">
            <a:avLst/>
          </a:prstGeom>
        </p:spPr>
        <p:txBody>
          <a:bodyPr anchor="ctr"/>
          <a:lstStyle>
            <a:lvl1pPr marL="0" indent="0" algn="ctr">
              <a:buNone/>
              <a:defRPr sz="900">
                <a:solidFill>
                  <a:schemeClr val="bg1"/>
                </a:solidFill>
              </a:defRPr>
            </a:lvl1pPr>
          </a:lstStyle>
          <a:p>
            <a:endParaRPr lang="en-GB" dirty="0"/>
          </a:p>
        </p:txBody>
      </p:sp>
      <p:cxnSp>
        <p:nvCxnSpPr>
          <p:cNvPr id="19" name="Straight Connector 18">
            <a:extLst>
              <a:ext uri="{FF2B5EF4-FFF2-40B4-BE49-F238E27FC236}">
                <a16:creationId xmlns:a16="http://schemas.microsoft.com/office/drawing/2014/main" id="{D25B130A-4E65-32BD-4CB8-C7E2B623FD74}"/>
              </a:ext>
            </a:extLst>
          </p:cNvPr>
          <p:cNvCxnSpPr>
            <a:cxnSpLocks/>
          </p:cNvCxnSpPr>
          <p:nvPr userDrawn="1"/>
        </p:nvCxnSpPr>
        <p:spPr>
          <a:xfrm>
            <a:off x="1333184" y="5656264"/>
            <a:ext cx="8122101" cy="0"/>
          </a:xfrm>
          <a:prstGeom prst="line">
            <a:avLst/>
          </a:prstGeom>
          <a:ln w="9525" cap="flat" cmpd="sng" algn="ctr">
            <a:solidFill>
              <a:srgbClr val="C4C4CD"/>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D4A6F943-2F06-F19E-5B75-109F4C044A83}"/>
              </a:ext>
            </a:extLst>
          </p:cNvPr>
          <p:cNvGrpSpPr>
            <a:grpSpLocks noChangeAspect="1"/>
          </p:cNvGrpSpPr>
          <p:nvPr userDrawn="1"/>
        </p:nvGrpSpPr>
        <p:grpSpPr>
          <a:xfrm>
            <a:off x="10562024" y="5167683"/>
            <a:ext cx="1220400" cy="1285398"/>
            <a:chOff x="3913438" y="-99392"/>
            <a:chExt cx="6512821" cy="6859693"/>
          </a:xfrm>
        </p:grpSpPr>
        <p:sp>
          <p:nvSpPr>
            <p:cNvPr id="8" name="Freeform: Shape 7">
              <a:extLst>
                <a:ext uri="{FF2B5EF4-FFF2-40B4-BE49-F238E27FC236}">
                  <a16:creationId xmlns:a16="http://schemas.microsoft.com/office/drawing/2014/main" id="{15E842E1-A6BC-D328-7C47-CC041C18922E}"/>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9" name="Freeform: Shape 8">
              <a:extLst>
                <a:ext uri="{FF2B5EF4-FFF2-40B4-BE49-F238E27FC236}">
                  <a16:creationId xmlns:a16="http://schemas.microsoft.com/office/drawing/2014/main" id="{9D5AF6DD-7A60-6C0D-4712-147333F66FBC}"/>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20" name="Freeform: Shape 19">
              <a:extLst>
                <a:ext uri="{FF2B5EF4-FFF2-40B4-BE49-F238E27FC236}">
                  <a16:creationId xmlns:a16="http://schemas.microsoft.com/office/drawing/2014/main" id="{ECA72371-99F2-D052-C5A3-68A496195FCE}"/>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5306455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Slide Fram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713817A-1A0E-6215-C86F-711F67622AC3}"/>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8" name="Group 7">
            <a:extLst>
              <a:ext uri="{FF2B5EF4-FFF2-40B4-BE49-F238E27FC236}">
                <a16:creationId xmlns:a16="http://schemas.microsoft.com/office/drawing/2014/main" id="{74EBDC9A-DAD0-DF95-C863-A513F5757B58}"/>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FF32FF"/>
                </a:gs>
                <a:gs pos="100000">
                  <a:srgbClr val="32FFFF"/>
                </a:gs>
              </a:gsLst>
              <a:lin ang="1860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1882E718-34C5-4345-6EDE-C2A2274567A3}"/>
              </a:ext>
            </a:extLst>
          </p:cNvPr>
          <p:cNvGrpSpPr/>
          <p:nvPr userDrawn="1"/>
        </p:nvGrpSpPr>
        <p:grpSpPr>
          <a:xfrm>
            <a:off x="485775" y="6164633"/>
            <a:ext cx="4940935" cy="318770"/>
            <a:chOff x="485775" y="6164633"/>
            <a:chExt cx="4940935" cy="318770"/>
          </a:xfrm>
        </p:grpSpPr>
        <p:sp>
          <p:nvSpPr>
            <p:cNvPr id="5" name="Freeform 23">
              <a:extLst>
                <a:ext uri="{FF2B5EF4-FFF2-40B4-BE49-F238E27FC236}">
                  <a16:creationId xmlns:a16="http://schemas.microsoft.com/office/drawing/2014/main" id="{04769FC2-AA96-BF7D-A57D-6136B16425B4}"/>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6" name="Freeform 24">
              <a:extLst>
                <a:ext uri="{FF2B5EF4-FFF2-40B4-BE49-F238E27FC236}">
                  <a16:creationId xmlns:a16="http://schemas.microsoft.com/office/drawing/2014/main" id="{018A045E-469B-37B4-66BD-A077F6237FA6}"/>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9" name="Group 8">
            <a:extLst>
              <a:ext uri="{FF2B5EF4-FFF2-40B4-BE49-F238E27FC236}">
                <a16:creationId xmlns:a16="http://schemas.microsoft.com/office/drawing/2014/main" id="{D96664EF-CE5B-CE23-BD45-8EBEE44AB59C}"/>
              </a:ext>
            </a:extLst>
          </p:cNvPr>
          <p:cNvGrpSpPr>
            <a:grpSpLocks noChangeAspect="1"/>
          </p:cNvGrpSpPr>
          <p:nvPr userDrawn="1"/>
        </p:nvGrpSpPr>
        <p:grpSpPr>
          <a:xfrm>
            <a:off x="10562024" y="5167683"/>
            <a:ext cx="1220400" cy="1285398"/>
            <a:chOff x="3913438" y="-99392"/>
            <a:chExt cx="6512821" cy="6859693"/>
          </a:xfrm>
        </p:grpSpPr>
        <p:sp>
          <p:nvSpPr>
            <p:cNvPr id="10" name="Freeform: Shape 9">
              <a:extLst>
                <a:ext uri="{FF2B5EF4-FFF2-40B4-BE49-F238E27FC236}">
                  <a16:creationId xmlns:a16="http://schemas.microsoft.com/office/drawing/2014/main" id="{E6DD499C-9F4F-85B2-7CED-8B5892C7AA74}"/>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1" name="Freeform: Shape 10">
              <a:extLst>
                <a:ext uri="{FF2B5EF4-FFF2-40B4-BE49-F238E27FC236}">
                  <a16:creationId xmlns:a16="http://schemas.microsoft.com/office/drawing/2014/main" id="{0224288A-4174-3DC7-2268-294BCF7472B4}"/>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4" name="Freeform: Shape 13">
              <a:extLst>
                <a:ext uri="{FF2B5EF4-FFF2-40B4-BE49-F238E27FC236}">
                  <a16:creationId xmlns:a16="http://schemas.microsoft.com/office/drawing/2014/main" id="{277925CB-5565-D7E0-CA9C-B423DA5657B2}"/>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25799404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Fram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B25F44-CAE3-AE0B-B97B-B0F6E4B43D50}"/>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11" name="Group 10">
            <a:extLst>
              <a:ext uri="{FF2B5EF4-FFF2-40B4-BE49-F238E27FC236}">
                <a16:creationId xmlns:a16="http://schemas.microsoft.com/office/drawing/2014/main" id="{8092712F-14F6-2950-E68A-ADC32C53EBC0}"/>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CC99724B-50FD-5B78-B6B7-D645073026A7}"/>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A420F8"/>
                </a:gs>
                <a:gs pos="100000">
                  <a:srgbClr val="5C94F9"/>
                </a:gs>
              </a:gsLst>
              <a:lin ang="18720000" scaled="0"/>
              <a:tileRect/>
            </a:gradFill>
            <a:ln w="81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grpSp>
        <p:nvGrpSpPr>
          <p:cNvPr id="2" name="Group 1">
            <a:extLst>
              <a:ext uri="{FF2B5EF4-FFF2-40B4-BE49-F238E27FC236}">
                <a16:creationId xmlns:a16="http://schemas.microsoft.com/office/drawing/2014/main" id="{D24F0FAD-7582-E59D-E125-54DD5BA160A3}"/>
              </a:ext>
            </a:extLst>
          </p:cNvPr>
          <p:cNvGrpSpPr/>
          <p:nvPr userDrawn="1"/>
        </p:nvGrpSpPr>
        <p:grpSpPr>
          <a:xfrm>
            <a:off x="485775" y="6164633"/>
            <a:ext cx="4940935" cy="318770"/>
            <a:chOff x="485775" y="6164633"/>
            <a:chExt cx="4940935" cy="318770"/>
          </a:xfrm>
        </p:grpSpPr>
        <p:sp>
          <p:nvSpPr>
            <p:cNvPr id="4" name="Freeform 23">
              <a:extLst>
                <a:ext uri="{FF2B5EF4-FFF2-40B4-BE49-F238E27FC236}">
                  <a16:creationId xmlns:a16="http://schemas.microsoft.com/office/drawing/2014/main" id="{6FA849DF-1D4C-EAF0-08A5-7DDBACD55F3C}"/>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5" name="Freeform 24">
              <a:extLst>
                <a:ext uri="{FF2B5EF4-FFF2-40B4-BE49-F238E27FC236}">
                  <a16:creationId xmlns:a16="http://schemas.microsoft.com/office/drawing/2014/main" id="{AFCBB4D7-2A1F-809A-E4FD-A2FEADA71C98}"/>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8" name="Group 7">
            <a:extLst>
              <a:ext uri="{FF2B5EF4-FFF2-40B4-BE49-F238E27FC236}">
                <a16:creationId xmlns:a16="http://schemas.microsoft.com/office/drawing/2014/main" id="{A6CE9ED0-A8F9-201F-B8D4-E7719F6A1A7E}"/>
              </a:ext>
            </a:extLst>
          </p:cNvPr>
          <p:cNvGrpSpPr>
            <a:grpSpLocks noChangeAspect="1"/>
          </p:cNvGrpSpPr>
          <p:nvPr userDrawn="1"/>
        </p:nvGrpSpPr>
        <p:grpSpPr>
          <a:xfrm>
            <a:off x="10562024" y="5167683"/>
            <a:ext cx="1220400" cy="1285398"/>
            <a:chOff x="3913438" y="-99392"/>
            <a:chExt cx="6512821" cy="6859693"/>
          </a:xfrm>
        </p:grpSpPr>
        <p:sp>
          <p:nvSpPr>
            <p:cNvPr id="9" name="Freeform: Shape 8">
              <a:extLst>
                <a:ext uri="{FF2B5EF4-FFF2-40B4-BE49-F238E27FC236}">
                  <a16:creationId xmlns:a16="http://schemas.microsoft.com/office/drawing/2014/main" id="{54839EC8-BF8D-8EE4-F606-CEE2A03CBD2C}"/>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 name="Freeform: Shape 9">
              <a:extLst>
                <a:ext uri="{FF2B5EF4-FFF2-40B4-BE49-F238E27FC236}">
                  <a16:creationId xmlns:a16="http://schemas.microsoft.com/office/drawing/2014/main" id="{FEC72D34-A5B5-3A04-807D-A4539C621A76}"/>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4" name="Freeform: Shape 13">
              <a:extLst>
                <a:ext uri="{FF2B5EF4-FFF2-40B4-BE49-F238E27FC236}">
                  <a16:creationId xmlns:a16="http://schemas.microsoft.com/office/drawing/2014/main" id="{9E33F9E4-7AB9-2619-EE33-D5ABBA23ADA3}"/>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41530665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Slide Fram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8D4830-1AF6-9C3D-EC53-70FC3C7CBE54}"/>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8" name="Group 7">
            <a:extLst>
              <a:ext uri="{FF2B5EF4-FFF2-40B4-BE49-F238E27FC236}">
                <a16:creationId xmlns:a16="http://schemas.microsoft.com/office/drawing/2014/main" id="{7E4019ED-5B2C-404F-02EC-797AD0FF10FD}"/>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2" name="Freeform 1">
              <a:extLst>
                <a:ext uri="{FF2B5EF4-FFF2-40B4-BE49-F238E27FC236}">
                  <a16:creationId xmlns:a16="http://schemas.microsoft.com/office/drawing/2014/main" id="{63327741-8A1F-B922-5F7C-0313A67883A4}"/>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FF32FF"/>
                </a:gs>
              </a:gsLst>
              <a:lin ang="18720000" scaled="0"/>
              <a:tileRect/>
            </a:gradFill>
            <a:ln w="8181" cap="flat">
              <a:noFill/>
              <a:prstDash val="solid"/>
              <a:miter/>
            </a:ln>
          </p:spPr>
          <p:txBody>
            <a:bodyPr rtlCol="0" anchor="ctr"/>
            <a:lstStyle/>
            <a:p>
              <a:pPr lvl="0"/>
              <a:endParaRPr lang="en-US" dirty="0"/>
            </a:p>
          </p:txBody>
        </p:sp>
      </p:grpSp>
      <p:grpSp>
        <p:nvGrpSpPr>
          <p:cNvPr id="3" name="Group 2">
            <a:extLst>
              <a:ext uri="{FF2B5EF4-FFF2-40B4-BE49-F238E27FC236}">
                <a16:creationId xmlns:a16="http://schemas.microsoft.com/office/drawing/2014/main" id="{A6D27708-5BDE-7609-B2E7-5BB669F020F7}"/>
              </a:ext>
            </a:extLst>
          </p:cNvPr>
          <p:cNvGrpSpPr/>
          <p:nvPr userDrawn="1"/>
        </p:nvGrpSpPr>
        <p:grpSpPr>
          <a:xfrm>
            <a:off x="485775" y="6164633"/>
            <a:ext cx="4940935" cy="318770"/>
            <a:chOff x="485775" y="6164633"/>
            <a:chExt cx="4940935" cy="318770"/>
          </a:xfrm>
        </p:grpSpPr>
        <p:sp>
          <p:nvSpPr>
            <p:cNvPr id="5" name="Freeform 23">
              <a:extLst>
                <a:ext uri="{FF2B5EF4-FFF2-40B4-BE49-F238E27FC236}">
                  <a16:creationId xmlns:a16="http://schemas.microsoft.com/office/drawing/2014/main" id="{ED53A776-F7E6-4162-5C9C-EBEC582A810E}"/>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6" name="Freeform 24">
              <a:extLst>
                <a:ext uri="{FF2B5EF4-FFF2-40B4-BE49-F238E27FC236}">
                  <a16:creationId xmlns:a16="http://schemas.microsoft.com/office/drawing/2014/main" id="{AD73404A-FC7B-D657-2C28-CB0C86D6B749}"/>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9" name="Group 8">
            <a:extLst>
              <a:ext uri="{FF2B5EF4-FFF2-40B4-BE49-F238E27FC236}">
                <a16:creationId xmlns:a16="http://schemas.microsoft.com/office/drawing/2014/main" id="{940E09F0-6F36-3CCB-B830-9F7B497C4FAD}"/>
              </a:ext>
            </a:extLst>
          </p:cNvPr>
          <p:cNvGrpSpPr>
            <a:grpSpLocks noChangeAspect="1"/>
          </p:cNvGrpSpPr>
          <p:nvPr userDrawn="1"/>
        </p:nvGrpSpPr>
        <p:grpSpPr>
          <a:xfrm>
            <a:off x="10562024" y="5167683"/>
            <a:ext cx="1220400" cy="1285398"/>
            <a:chOff x="3913438" y="-99392"/>
            <a:chExt cx="6512821" cy="6859693"/>
          </a:xfrm>
        </p:grpSpPr>
        <p:sp>
          <p:nvSpPr>
            <p:cNvPr id="10" name="Freeform: Shape 9">
              <a:extLst>
                <a:ext uri="{FF2B5EF4-FFF2-40B4-BE49-F238E27FC236}">
                  <a16:creationId xmlns:a16="http://schemas.microsoft.com/office/drawing/2014/main" id="{78A4C3CD-8DDC-D023-1851-A260526E6035}"/>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1" name="Freeform: Shape 10">
              <a:extLst>
                <a:ext uri="{FF2B5EF4-FFF2-40B4-BE49-F238E27FC236}">
                  <a16:creationId xmlns:a16="http://schemas.microsoft.com/office/drawing/2014/main" id="{1B23B9A3-ECB2-23D6-6117-B089B1FA3213}"/>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4" name="Freeform: Shape 13">
              <a:extLst>
                <a:ext uri="{FF2B5EF4-FFF2-40B4-BE49-F238E27FC236}">
                  <a16:creationId xmlns:a16="http://schemas.microsoft.com/office/drawing/2014/main" id="{2DEE98FE-B6F7-394F-EA0F-013620E08950}"/>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7903467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Fram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2D7BB4A-5FCC-BE0E-4598-A4CBBA847A08}"/>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8" name="Group 7">
            <a:extLst>
              <a:ext uri="{FF2B5EF4-FFF2-40B4-BE49-F238E27FC236}">
                <a16:creationId xmlns:a16="http://schemas.microsoft.com/office/drawing/2014/main" id="{CAE5DE78-B7B3-7321-F9AE-079289C97DAA}"/>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00C864"/>
                </a:gs>
                <a:gs pos="100000">
                  <a:srgbClr val="4696FF"/>
                </a:gs>
              </a:gsLst>
              <a:lin ang="18600000" scaled="0"/>
              <a:tileRect/>
            </a:gradFill>
            <a:ln w="8181" cap="flat">
              <a:noFill/>
              <a:prstDash val="solid"/>
              <a:miter/>
            </a:ln>
          </p:spPr>
          <p:txBody>
            <a:bodyPr rtlCol="0" anchor="ctr"/>
            <a:lstStyle/>
            <a:p>
              <a:pPr lvl="0"/>
              <a:endParaRPr lang="en-US" dirty="0"/>
            </a:p>
          </p:txBody>
        </p:sp>
      </p:grpSp>
      <p:grpSp>
        <p:nvGrpSpPr>
          <p:cNvPr id="2" name="Group 1">
            <a:extLst>
              <a:ext uri="{FF2B5EF4-FFF2-40B4-BE49-F238E27FC236}">
                <a16:creationId xmlns:a16="http://schemas.microsoft.com/office/drawing/2014/main" id="{30E3E6A4-E7C7-D8B1-D168-425F837286E8}"/>
              </a:ext>
            </a:extLst>
          </p:cNvPr>
          <p:cNvGrpSpPr/>
          <p:nvPr userDrawn="1"/>
        </p:nvGrpSpPr>
        <p:grpSpPr>
          <a:xfrm>
            <a:off x="485775" y="6164633"/>
            <a:ext cx="4940935" cy="318770"/>
            <a:chOff x="485775" y="6164633"/>
            <a:chExt cx="4940935" cy="318770"/>
          </a:xfrm>
        </p:grpSpPr>
        <p:sp>
          <p:nvSpPr>
            <p:cNvPr id="5" name="Freeform 23">
              <a:extLst>
                <a:ext uri="{FF2B5EF4-FFF2-40B4-BE49-F238E27FC236}">
                  <a16:creationId xmlns:a16="http://schemas.microsoft.com/office/drawing/2014/main" id="{68A48E44-3626-12D9-7447-675C0E15D905}"/>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6" name="Freeform 24">
              <a:extLst>
                <a:ext uri="{FF2B5EF4-FFF2-40B4-BE49-F238E27FC236}">
                  <a16:creationId xmlns:a16="http://schemas.microsoft.com/office/drawing/2014/main" id="{2D5DD4F1-1FCF-E20D-2541-C550DC2B1532}"/>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9" name="Group 8">
            <a:extLst>
              <a:ext uri="{FF2B5EF4-FFF2-40B4-BE49-F238E27FC236}">
                <a16:creationId xmlns:a16="http://schemas.microsoft.com/office/drawing/2014/main" id="{8ABEBDFF-ED3A-E888-AD12-6BA94B2A4815}"/>
              </a:ext>
            </a:extLst>
          </p:cNvPr>
          <p:cNvGrpSpPr>
            <a:grpSpLocks noChangeAspect="1"/>
          </p:cNvGrpSpPr>
          <p:nvPr userDrawn="1"/>
        </p:nvGrpSpPr>
        <p:grpSpPr>
          <a:xfrm>
            <a:off x="10562024" y="5167683"/>
            <a:ext cx="1220400" cy="1285398"/>
            <a:chOff x="3913438" y="-99392"/>
            <a:chExt cx="6512821" cy="6859693"/>
          </a:xfrm>
        </p:grpSpPr>
        <p:sp>
          <p:nvSpPr>
            <p:cNvPr id="10" name="Freeform: Shape 9">
              <a:extLst>
                <a:ext uri="{FF2B5EF4-FFF2-40B4-BE49-F238E27FC236}">
                  <a16:creationId xmlns:a16="http://schemas.microsoft.com/office/drawing/2014/main" id="{2BC2A0E5-BD4A-D898-E5C9-D0B314660772}"/>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1" name="Freeform: Shape 10">
              <a:extLst>
                <a:ext uri="{FF2B5EF4-FFF2-40B4-BE49-F238E27FC236}">
                  <a16:creationId xmlns:a16="http://schemas.microsoft.com/office/drawing/2014/main" id="{C10A528C-196B-EA38-1C48-567C6808C71B}"/>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4" name="Freeform: Shape 13">
              <a:extLst>
                <a:ext uri="{FF2B5EF4-FFF2-40B4-BE49-F238E27FC236}">
                  <a16:creationId xmlns:a16="http://schemas.microsoft.com/office/drawing/2014/main" id="{E953CEB8-AAB6-262F-570B-0ECADEA0B52C}"/>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9928389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Frame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F5E0C7-6CC4-C4E1-946D-4BAC78CCDAE4}"/>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10" name="Group 9">
            <a:extLst>
              <a:ext uri="{FF2B5EF4-FFF2-40B4-BE49-F238E27FC236}">
                <a16:creationId xmlns:a16="http://schemas.microsoft.com/office/drawing/2014/main" id="{89C7DE68-0AF4-0FBC-E65F-4833641C7EFD}"/>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32FFFF"/>
                </a:gs>
              </a:gsLst>
              <a:lin ang="1872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3E0BD9D2-8DFC-5B4A-B844-B24A38A6307D}"/>
              </a:ext>
            </a:extLst>
          </p:cNvPr>
          <p:cNvGrpSpPr/>
          <p:nvPr userDrawn="1"/>
        </p:nvGrpSpPr>
        <p:grpSpPr>
          <a:xfrm>
            <a:off x="485775" y="6164633"/>
            <a:ext cx="4940935" cy="318770"/>
            <a:chOff x="485775" y="6164633"/>
            <a:chExt cx="4940935" cy="318770"/>
          </a:xfrm>
        </p:grpSpPr>
        <p:sp>
          <p:nvSpPr>
            <p:cNvPr id="4" name="Freeform 23">
              <a:extLst>
                <a:ext uri="{FF2B5EF4-FFF2-40B4-BE49-F238E27FC236}">
                  <a16:creationId xmlns:a16="http://schemas.microsoft.com/office/drawing/2014/main" id="{6E1C76AD-AD2A-6908-C0E9-04C4C1A81DE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5" name="Freeform 24">
              <a:extLst>
                <a:ext uri="{FF2B5EF4-FFF2-40B4-BE49-F238E27FC236}">
                  <a16:creationId xmlns:a16="http://schemas.microsoft.com/office/drawing/2014/main" id="{CAE00036-4F0B-1437-BB6F-8AC8C14ABDC6}"/>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6" name="Group 5">
            <a:extLst>
              <a:ext uri="{FF2B5EF4-FFF2-40B4-BE49-F238E27FC236}">
                <a16:creationId xmlns:a16="http://schemas.microsoft.com/office/drawing/2014/main" id="{2685D981-4029-E7FA-8B11-18D394BA2923}"/>
              </a:ext>
            </a:extLst>
          </p:cNvPr>
          <p:cNvGrpSpPr>
            <a:grpSpLocks noChangeAspect="1"/>
          </p:cNvGrpSpPr>
          <p:nvPr userDrawn="1"/>
        </p:nvGrpSpPr>
        <p:grpSpPr>
          <a:xfrm>
            <a:off x="10562024" y="5167683"/>
            <a:ext cx="1220400" cy="1285398"/>
            <a:chOff x="3913438" y="-99392"/>
            <a:chExt cx="6512821" cy="6859693"/>
          </a:xfrm>
        </p:grpSpPr>
        <p:sp>
          <p:nvSpPr>
            <p:cNvPr id="8" name="Freeform: Shape 7">
              <a:extLst>
                <a:ext uri="{FF2B5EF4-FFF2-40B4-BE49-F238E27FC236}">
                  <a16:creationId xmlns:a16="http://schemas.microsoft.com/office/drawing/2014/main" id="{ABB284A9-7F86-7F5F-FBFB-890629FF0C7B}"/>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9" name="Freeform: Shape 8">
              <a:extLst>
                <a:ext uri="{FF2B5EF4-FFF2-40B4-BE49-F238E27FC236}">
                  <a16:creationId xmlns:a16="http://schemas.microsoft.com/office/drawing/2014/main" id="{E0E5AB5A-4698-308F-13D4-76EFF3ED9F4F}"/>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3" name="Freeform: Shape 12">
              <a:extLst>
                <a:ext uri="{FF2B5EF4-FFF2-40B4-BE49-F238E27FC236}">
                  <a16:creationId xmlns:a16="http://schemas.microsoft.com/office/drawing/2014/main" id="{769E603B-2DE7-EDE4-E8C7-0840DD22DB35}"/>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328206802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Slide Frame 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1B9AAE-F698-5F49-FF7D-DB273B1EE18B}"/>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6" name="Group 5">
            <a:extLst>
              <a:ext uri="{FF2B5EF4-FFF2-40B4-BE49-F238E27FC236}">
                <a16:creationId xmlns:a16="http://schemas.microsoft.com/office/drawing/2014/main" id="{DA2147BC-BA53-072F-B27C-857DCB3CC434}"/>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32FF"/>
                </a:gs>
                <a:gs pos="100000">
                  <a:srgbClr val="E95023"/>
                </a:gs>
              </a:gsLst>
              <a:lin ang="1872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CDBCF8F7-16B2-8025-2163-4CF53707228D}"/>
              </a:ext>
            </a:extLst>
          </p:cNvPr>
          <p:cNvGrpSpPr/>
          <p:nvPr userDrawn="1"/>
        </p:nvGrpSpPr>
        <p:grpSpPr>
          <a:xfrm>
            <a:off x="485775" y="6164633"/>
            <a:ext cx="4940935" cy="318770"/>
            <a:chOff x="485775" y="6164633"/>
            <a:chExt cx="4940935" cy="318770"/>
          </a:xfrm>
        </p:grpSpPr>
        <p:sp>
          <p:nvSpPr>
            <p:cNvPr id="4" name="Freeform 23">
              <a:extLst>
                <a:ext uri="{FF2B5EF4-FFF2-40B4-BE49-F238E27FC236}">
                  <a16:creationId xmlns:a16="http://schemas.microsoft.com/office/drawing/2014/main" id="{6426E6F1-6C8E-DD12-2CA8-4211518D079A}"/>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5" name="Freeform 24">
              <a:extLst>
                <a:ext uri="{FF2B5EF4-FFF2-40B4-BE49-F238E27FC236}">
                  <a16:creationId xmlns:a16="http://schemas.microsoft.com/office/drawing/2014/main" id="{4A734034-5634-67CA-4626-075282D87716}"/>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8" name="Group 7">
            <a:extLst>
              <a:ext uri="{FF2B5EF4-FFF2-40B4-BE49-F238E27FC236}">
                <a16:creationId xmlns:a16="http://schemas.microsoft.com/office/drawing/2014/main" id="{9BCC4E4E-DB60-AAA2-30B8-85FB27793E52}"/>
              </a:ext>
            </a:extLst>
          </p:cNvPr>
          <p:cNvGrpSpPr>
            <a:grpSpLocks noChangeAspect="1"/>
          </p:cNvGrpSpPr>
          <p:nvPr userDrawn="1"/>
        </p:nvGrpSpPr>
        <p:grpSpPr>
          <a:xfrm>
            <a:off x="10562024" y="5167683"/>
            <a:ext cx="1220400" cy="1285398"/>
            <a:chOff x="3913438" y="-99392"/>
            <a:chExt cx="6512821" cy="6859693"/>
          </a:xfrm>
        </p:grpSpPr>
        <p:sp>
          <p:nvSpPr>
            <p:cNvPr id="9" name="Freeform: Shape 8">
              <a:extLst>
                <a:ext uri="{FF2B5EF4-FFF2-40B4-BE49-F238E27FC236}">
                  <a16:creationId xmlns:a16="http://schemas.microsoft.com/office/drawing/2014/main" id="{9754C697-8757-DBD8-0F47-66719448588D}"/>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 name="Freeform: Shape 9">
              <a:extLst>
                <a:ext uri="{FF2B5EF4-FFF2-40B4-BE49-F238E27FC236}">
                  <a16:creationId xmlns:a16="http://schemas.microsoft.com/office/drawing/2014/main" id="{87170ED6-7576-7DC6-7CD2-493AB81FDB32}"/>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3" name="Freeform: Shape 12">
              <a:extLst>
                <a:ext uri="{FF2B5EF4-FFF2-40B4-BE49-F238E27FC236}">
                  <a16:creationId xmlns:a16="http://schemas.microsoft.com/office/drawing/2014/main" id="{76BDFD37-5DF4-83FC-13C7-1622C7EA37EB}"/>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7905337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le Slide Frame 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EAFCAD8-0916-AF46-1471-030E4128E25A}"/>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6" name="Group 5">
            <a:extLst>
              <a:ext uri="{FF2B5EF4-FFF2-40B4-BE49-F238E27FC236}">
                <a16:creationId xmlns:a16="http://schemas.microsoft.com/office/drawing/2014/main" id="{30B5BDB1-ABE4-6C1A-A636-E9D325F7D597}"/>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C5FD45"/>
                </a:gs>
                <a:gs pos="100000">
                  <a:srgbClr val="80FBFD"/>
                </a:gs>
              </a:gsLst>
              <a:lin ang="1872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FCB428B8-9D15-8754-5228-50D1CDED59D4}"/>
              </a:ext>
            </a:extLst>
          </p:cNvPr>
          <p:cNvGrpSpPr/>
          <p:nvPr userDrawn="1"/>
        </p:nvGrpSpPr>
        <p:grpSpPr>
          <a:xfrm>
            <a:off x="485775" y="6164633"/>
            <a:ext cx="4940935" cy="318770"/>
            <a:chOff x="485775" y="6164633"/>
            <a:chExt cx="4940935" cy="318770"/>
          </a:xfrm>
        </p:grpSpPr>
        <p:sp>
          <p:nvSpPr>
            <p:cNvPr id="4" name="Freeform 23">
              <a:extLst>
                <a:ext uri="{FF2B5EF4-FFF2-40B4-BE49-F238E27FC236}">
                  <a16:creationId xmlns:a16="http://schemas.microsoft.com/office/drawing/2014/main" id="{DABE5942-11DC-26F6-D516-AA89EB12761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5" name="Freeform 24">
              <a:extLst>
                <a:ext uri="{FF2B5EF4-FFF2-40B4-BE49-F238E27FC236}">
                  <a16:creationId xmlns:a16="http://schemas.microsoft.com/office/drawing/2014/main" id="{05EF7429-9EA5-A77D-C1E8-780C689FEFED}"/>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8" name="Group 7">
            <a:extLst>
              <a:ext uri="{FF2B5EF4-FFF2-40B4-BE49-F238E27FC236}">
                <a16:creationId xmlns:a16="http://schemas.microsoft.com/office/drawing/2014/main" id="{B1F71768-B5BE-EB31-9B39-6306726851A7}"/>
              </a:ext>
            </a:extLst>
          </p:cNvPr>
          <p:cNvGrpSpPr>
            <a:grpSpLocks noChangeAspect="1"/>
          </p:cNvGrpSpPr>
          <p:nvPr userDrawn="1"/>
        </p:nvGrpSpPr>
        <p:grpSpPr>
          <a:xfrm>
            <a:off x="10562024" y="5167683"/>
            <a:ext cx="1220400" cy="1285398"/>
            <a:chOff x="3913438" y="-99392"/>
            <a:chExt cx="6512821" cy="6859693"/>
          </a:xfrm>
        </p:grpSpPr>
        <p:sp>
          <p:nvSpPr>
            <p:cNvPr id="9" name="Freeform: Shape 8">
              <a:extLst>
                <a:ext uri="{FF2B5EF4-FFF2-40B4-BE49-F238E27FC236}">
                  <a16:creationId xmlns:a16="http://schemas.microsoft.com/office/drawing/2014/main" id="{569D4A47-109F-97A9-8BB7-695E2DDB88C4}"/>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 name="Freeform: Shape 9">
              <a:extLst>
                <a:ext uri="{FF2B5EF4-FFF2-40B4-BE49-F238E27FC236}">
                  <a16:creationId xmlns:a16="http://schemas.microsoft.com/office/drawing/2014/main" id="{4B5D0788-0739-0A60-6682-4C9C5F88BC55}"/>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3" name="Freeform: Shape 12">
              <a:extLst>
                <a:ext uri="{FF2B5EF4-FFF2-40B4-BE49-F238E27FC236}">
                  <a16:creationId xmlns:a16="http://schemas.microsoft.com/office/drawing/2014/main" id="{DAB39C3E-36D1-33F0-6E71-5D756B69DE0B}"/>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2772039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descr="A blurry image of a colorful light&#10;&#10;Description automatically generated">
            <a:extLst>
              <a:ext uri="{FF2B5EF4-FFF2-40B4-BE49-F238E27FC236}">
                <a16:creationId xmlns:a16="http://schemas.microsoft.com/office/drawing/2014/main" id="{388CF986-E6D2-86D0-6501-D59429EAD0A3}"/>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tx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6" name="Date Placeholder 15">
            <a:extLst>
              <a:ext uri="{FF2B5EF4-FFF2-40B4-BE49-F238E27FC236}">
                <a16:creationId xmlns:a16="http://schemas.microsoft.com/office/drawing/2014/main" id="{DB4372B3-E211-F19D-CBD9-6CEDF871BD0C}"/>
              </a:ext>
            </a:extLst>
          </p:cNvPr>
          <p:cNvSpPr>
            <a:spLocks noGrp="1"/>
          </p:cNvSpPr>
          <p:nvPr>
            <p:ph type="dt" sz="half" idx="14"/>
          </p:nvPr>
        </p:nvSpPr>
        <p:spPr/>
        <p:txBody>
          <a:bodyPr/>
          <a:lstStyle>
            <a:lvl1pPr>
              <a:defRPr>
                <a:solidFill>
                  <a:schemeClr val="tx1"/>
                </a:solidFill>
              </a:defRPr>
            </a:lvl1pPr>
          </a:lstStyle>
          <a:p>
            <a:fld id="{4BCF1D76-2CEC-4E02-ACB7-01F89831CB77}" type="datetime3">
              <a:rPr lang="en-US" smtClean="0"/>
              <a:t>11 July 2026</a:t>
            </a:fld>
            <a:endParaRPr lang="en-US" dirty="0"/>
          </a:p>
        </p:txBody>
      </p:sp>
      <p:sp>
        <p:nvSpPr>
          <p:cNvPr id="17" name="Footer Placeholder 16">
            <a:extLst>
              <a:ext uri="{FF2B5EF4-FFF2-40B4-BE49-F238E27FC236}">
                <a16:creationId xmlns:a16="http://schemas.microsoft.com/office/drawing/2014/main" id="{53173B02-1E93-D358-4602-350A7447C76C}"/>
              </a:ext>
            </a:extLst>
          </p:cNvPr>
          <p:cNvSpPr>
            <a:spLocks noGrp="1"/>
          </p:cNvSpPr>
          <p:nvPr>
            <p:ph type="ftr" sz="quarter" idx="15"/>
          </p:nvPr>
        </p:nvSpPr>
        <p:spPr/>
        <p:txBody>
          <a:bodyPr/>
          <a:lstStyle>
            <a:lvl1pPr>
              <a:defRPr>
                <a:solidFill>
                  <a:schemeClr val="tx1"/>
                </a:solidFill>
              </a:defRPr>
            </a:lvl1pPr>
          </a:lstStyle>
          <a:p>
            <a:r>
              <a:rPr lang="en-US"/>
              <a:t>Insert footer text here</a:t>
            </a:r>
          </a:p>
        </p:txBody>
      </p:sp>
      <p:sp>
        <p:nvSpPr>
          <p:cNvPr id="18" name="Slide Number Placeholder 17">
            <a:extLst>
              <a:ext uri="{FF2B5EF4-FFF2-40B4-BE49-F238E27FC236}">
                <a16:creationId xmlns:a16="http://schemas.microsoft.com/office/drawing/2014/main" id="{A5E3423F-0FF8-8E54-CEB8-1F15261AFD0E}"/>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13" name="Group 4">
            <a:extLst>
              <a:ext uri="{FF2B5EF4-FFF2-40B4-BE49-F238E27FC236}">
                <a16:creationId xmlns:a16="http://schemas.microsoft.com/office/drawing/2014/main" id="{BD5D0521-4094-9D8B-52E6-631237D5BD0E}"/>
              </a:ext>
            </a:extLst>
          </p:cNvPr>
          <p:cNvGrpSpPr>
            <a:grpSpLocks noChangeAspect="1"/>
          </p:cNvGrpSpPr>
          <p:nvPr userDrawn="1"/>
        </p:nvGrpSpPr>
        <p:grpSpPr bwMode="black">
          <a:xfrm>
            <a:off x="11623900" y="6276977"/>
            <a:ext cx="346158" cy="355219"/>
            <a:chOff x="7110" y="4004"/>
            <a:chExt cx="191" cy="196"/>
          </a:xfrm>
        </p:grpSpPr>
        <p:sp>
          <p:nvSpPr>
            <p:cNvPr id="14" name="Freeform 5">
              <a:extLst>
                <a:ext uri="{FF2B5EF4-FFF2-40B4-BE49-F238E27FC236}">
                  <a16:creationId xmlns:a16="http://schemas.microsoft.com/office/drawing/2014/main" id="{5F3A4557-DC1B-62FA-EE9B-0CB917BAEA54}"/>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15" name="Freeform 6">
              <a:extLst>
                <a:ext uri="{FF2B5EF4-FFF2-40B4-BE49-F238E27FC236}">
                  <a16:creationId xmlns:a16="http://schemas.microsoft.com/office/drawing/2014/main" id="{86BA2D9F-0D2F-D79E-E499-30F4B3FB3EA5}"/>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19" name="Freeform 7">
              <a:extLst>
                <a:ext uri="{FF2B5EF4-FFF2-40B4-BE49-F238E27FC236}">
                  <a16:creationId xmlns:a16="http://schemas.microsoft.com/office/drawing/2014/main" id="{3FC8F491-4D00-1C16-D6B2-ACD761536638}"/>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5515969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pic>
        <p:nvPicPr>
          <p:cNvPr id="13" name="Picture 12" descr="A blurry image of a colorful light&#10;&#10;Description automatically generated">
            <a:extLst>
              <a:ext uri="{FF2B5EF4-FFF2-40B4-BE49-F238E27FC236}">
                <a16:creationId xmlns:a16="http://schemas.microsoft.com/office/drawing/2014/main" id="{ADC82D1B-1943-B3BC-B7E9-DADF1458A765}"/>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tx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4" name="Date Placeholder 13">
            <a:extLst>
              <a:ext uri="{FF2B5EF4-FFF2-40B4-BE49-F238E27FC236}">
                <a16:creationId xmlns:a16="http://schemas.microsoft.com/office/drawing/2014/main" id="{FF04263E-9F32-7609-1152-7E305FEBE745}"/>
              </a:ext>
            </a:extLst>
          </p:cNvPr>
          <p:cNvSpPr>
            <a:spLocks noGrp="1"/>
          </p:cNvSpPr>
          <p:nvPr>
            <p:ph type="dt" sz="half" idx="14"/>
          </p:nvPr>
        </p:nvSpPr>
        <p:spPr/>
        <p:txBody>
          <a:bodyPr/>
          <a:lstStyle>
            <a:lvl1pPr>
              <a:defRPr>
                <a:solidFill>
                  <a:schemeClr val="tx1"/>
                </a:solidFill>
              </a:defRPr>
            </a:lvl1pPr>
          </a:lstStyle>
          <a:p>
            <a:fld id="{60863536-16E3-41B3-8EE3-6336C0F15EC9}" type="datetime3">
              <a:rPr lang="en-US" smtClean="0"/>
              <a:t>11 July 2026</a:t>
            </a:fld>
            <a:endParaRPr lang="en-US" dirty="0"/>
          </a:p>
        </p:txBody>
      </p:sp>
      <p:sp>
        <p:nvSpPr>
          <p:cNvPr id="15" name="Footer Placeholder 14">
            <a:extLst>
              <a:ext uri="{FF2B5EF4-FFF2-40B4-BE49-F238E27FC236}">
                <a16:creationId xmlns:a16="http://schemas.microsoft.com/office/drawing/2014/main" id="{F7F02905-9FFE-65B7-8565-3E827BBAECD9}"/>
              </a:ext>
            </a:extLst>
          </p:cNvPr>
          <p:cNvSpPr>
            <a:spLocks noGrp="1"/>
          </p:cNvSpPr>
          <p:nvPr>
            <p:ph type="ftr" sz="quarter" idx="15"/>
          </p:nvPr>
        </p:nvSpPr>
        <p:spPr/>
        <p:txBody>
          <a:bodyPr/>
          <a:lstStyle>
            <a:lvl1pPr>
              <a:defRPr>
                <a:solidFill>
                  <a:schemeClr val="tx1"/>
                </a:solidFill>
              </a:defRPr>
            </a:lvl1pPr>
          </a:lstStyle>
          <a:p>
            <a:r>
              <a:rPr lang="en-US"/>
              <a:t>Insert footer text here</a:t>
            </a:r>
          </a:p>
        </p:txBody>
      </p:sp>
      <p:sp>
        <p:nvSpPr>
          <p:cNvPr id="16" name="Slide Number Placeholder 15">
            <a:extLst>
              <a:ext uri="{FF2B5EF4-FFF2-40B4-BE49-F238E27FC236}">
                <a16:creationId xmlns:a16="http://schemas.microsoft.com/office/drawing/2014/main" id="{010BD8AE-BB2B-B523-1D74-4E8DBE2102BC}"/>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3" name="Group 4">
            <a:extLst>
              <a:ext uri="{FF2B5EF4-FFF2-40B4-BE49-F238E27FC236}">
                <a16:creationId xmlns:a16="http://schemas.microsoft.com/office/drawing/2014/main" id="{2ACB4367-2799-0576-B281-23496773778C}"/>
              </a:ext>
            </a:extLst>
          </p:cNvPr>
          <p:cNvGrpSpPr>
            <a:grpSpLocks noChangeAspect="1"/>
          </p:cNvGrpSpPr>
          <p:nvPr userDrawn="1"/>
        </p:nvGrpSpPr>
        <p:grpSpPr bwMode="black">
          <a:xfrm>
            <a:off x="11623900" y="6276977"/>
            <a:ext cx="346158" cy="355219"/>
            <a:chOff x="7110" y="4004"/>
            <a:chExt cx="191" cy="196"/>
          </a:xfrm>
        </p:grpSpPr>
        <p:sp>
          <p:nvSpPr>
            <p:cNvPr id="4" name="Freeform 5">
              <a:extLst>
                <a:ext uri="{FF2B5EF4-FFF2-40B4-BE49-F238E27FC236}">
                  <a16:creationId xmlns:a16="http://schemas.microsoft.com/office/drawing/2014/main" id="{3162AF18-04FB-0708-AF33-E552339B9303}"/>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5" name="Freeform 6">
              <a:extLst>
                <a:ext uri="{FF2B5EF4-FFF2-40B4-BE49-F238E27FC236}">
                  <a16:creationId xmlns:a16="http://schemas.microsoft.com/office/drawing/2014/main" id="{4BD16F51-032F-C324-8E27-9D3386376CF6}"/>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6" name="Freeform 7">
              <a:extLst>
                <a:ext uri="{FF2B5EF4-FFF2-40B4-BE49-F238E27FC236}">
                  <a16:creationId xmlns:a16="http://schemas.microsoft.com/office/drawing/2014/main" id="{ACB3712E-B0C7-5DF8-727F-B342B14E852F}"/>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23807784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pic>
        <p:nvPicPr>
          <p:cNvPr id="3" name="Picture 2" descr="A colorful light in the dark&#10;&#10;Description automatically generated">
            <a:extLst>
              <a:ext uri="{FF2B5EF4-FFF2-40B4-BE49-F238E27FC236}">
                <a16:creationId xmlns:a16="http://schemas.microsoft.com/office/drawing/2014/main" id="{A6C92DE9-1F7F-6A8E-389D-FBCE38254AD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tx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3" name="Date Placeholder 12">
            <a:extLst>
              <a:ext uri="{FF2B5EF4-FFF2-40B4-BE49-F238E27FC236}">
                <a16:creationId xmlns:a16="http://schemas.microsoft.com/office/drawing/2014/main" id="{A4B60AF8-644E-A0B2-7653-4332A03759FC}"/>
              </a:ext>
            </a:extLst>
          </p:cNvPr>
          <p:cNvSpPr>
            <a:spLocks noGrp="1"/>
          </p:cNvSpPr>
          <p:nvPr>
            <p:ph type="dt" sz="half" idx="14"/>
          </p:nvPr>
        </p:nvSpPr>
        <p:spPr/>
        <p:txBody>
          <a:bodyPr/>
          <a:lstStyle>
            <a:lvl1pPr>
              <a:defRPr>
                <a:solidFill>
                  <a:schemeClr val="tx1"/>
                </a:solidFill>
              </a:defRPr>
            </a:lvl1pPr>
          </a:lstStyle>
          <a:p>
            <a:fld id="{746F9600-6ED5-4C9A-A224-B4DA76B2A994}" type="datetime3">
              <a:rPr lang="en-US" smtClean="0"/>
              <a:t>11 July 2026</a:t>
            </a:fld>
            <a:endParaRPr lang="en-US" dirty="0"/>
          </a:p>
        </p:txBody>
      </p:sp>
      <p:sp>
        <p:nvSpPr>
          <p:cNvPr id="14" name="Footer Placeholder 13">
            <a:extLst>
              <a:ext uri="{FF2B5EF4-FFF2-40B4-BE49-F238E27FC236}">
                <a16:creationId xmlns:a16="http://schemas.microsoft.com/office/drawing/2014/main" id="{466D1FDE-8AD4-4D56-5318-1DD8ED2FCACC}"/>
              </a:ext>
            </a:extLst>
          </p:cNvPr>
          <p:cNvSpPr>
            <a:spLocks noGrp="1"/>
          </p:cNvSpPr>
          <p:nvPr>
            <p:ph type="ftr" sz="quarter" idx="15"/>
          </p:nvPr>
        </p:nvSpPr>
        <p:spPr/>
        <p:txBody>
          <a:bodyPr/>
          <a:lstStyle>
            <a:lvl1pPr>
              <a:defRPr>
                <a:solidFill>
                  <a:schemeClr val="tx1"/>
                </a:solidFill>
              </a:defRPr>
            </a:lvl1pPr>
          </a:lstStyle>
          <a:p>
            <a:r>
              <a:rPr lang="en-US"/>
              <a:t>Insert footer text here</a:t>
            </a:r>
          </a:p>
        </p:txBody>
      </p:sp>
      <p:sp>
        <p:nvSpPr>
          <p:cNvPr id="15" name="Slide Number Placeholder 14">
            <a:extLst>
              <a:ext uri="{FF2B5EF4-FFF2-40B4-BE49-F238E27FC236}">
                <a16:creationId xmlns:a16="http://schemas.microsoft.com/office/drawing/2014/main" id="{180F9161-0A5B-9390-AAC5-925D1AE2AA83}"/>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4" name="Group 4">
            <a:extLst>
              <a:ext uri="{FF2B5EF4-FFF2-40B4-BE49-F238E27FC236}">
                <a16:creationId xmlns:a16="http://schemas.microsoft.com/office/drawing/2014/main" id="{3AF7C041-0026-0AA4-CDB7-598AF37652E2}"/>
              </a:ext>
            </a:extLst>
          </p:cNvPr>
          <p:cNvGrpSpPr>
            <a:grpSpLocks noChangeAspect="1"/>
          </p:cNvGrpSpPr>
          <p:nvPr userDrawn="1"/>
        </p:nvGrpSpPr>
        <p:grpSpPr bwMode="black">
          <a:xfrm>
            <a:off x="11623900" y="6276977"/>
            <a:ext cx="346158" cy="355219"/>
            <a:chOff x="7110" y="4004"/>
            <a:chExt cx="191" cy="196"/>
          </a:xfrm>
        </p:grpSpPr>
        <p:sp>
          <p:nvSpPr>
            <p:cNvPr id="5" name="Freeform 5">
              <a:extLst>
                <a:ext uri="{FF2B5EF4-FFF2-40B4-BE49-F238E27FC236}">
                  <a16:creationId xmlns:a16="http://schemas.microsoft.com/office/drawing/2014/main" id="{63DF9604-9FFE-5366-14B1-6E98FF54FD38}"/>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6" name="Freeform 6">
              <a:extLst>
                <a:ext uri="{FF2B5EF4-FFF2-40B4-BE49-F238E27FC236}">
                  <a16:creationId xmlns:a16="http://schemas.microsoft.com/office/drawing/2014/main" id="{0B4DC74D-09B1-00C3-C853-2FCB83D83F2E}"/>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7" name="Freeform 7">
              <a:extLst>
                <a:ext uri="{FF2B5EF4-FFF2-40B4-BE49-F238E27FC236}">
                  <a16:creationId xmlns:a16="http://schemas.microsoft.com/office/drawing/2014/main" id="{F1BCCEAD-5BD2-139C-B8CA-47AA22CF5B9B}"/>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9081874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Header 4">
    <p:spTree>
      <p:nvGrpSpPr>
        <p:cNvPr id="1" name=""/>
        <p:cNvGrpSpPr/>
        <p:nvPr/>
      </p:nvGrpSpPr>
      <p:grpSpPr>
        <a:xfrm>
          <a:off x="0" y="0"/>
          <a:ext cx="0" cy="0"/>
          <a:chOff x="0" y="0"/>
          <a:chExt cx="0" cy="0"/>
        </a:xfrm>
      </p:grpSpPr>
      <p:pic>
        <p:nvPicPr>
          <p:cNvPr id="13" name="Picture 12" descr="A blurry image of a rainbow&#10;&#10;Description automatically generated">
            <a:extLst>
              <a:ext uri="{FF2B5EF4-FFF2-40B4-BE49-F238E27FC236}">
                <a16:creationId xmlns:a16="http://schemas.microsoft.com/office/drawing/2014/main" id="{C8E8709F-6A78-59BB-D254-AE4C7F2A57D8}"/>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tx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4" name="Date Placeholder 13">
            <a:extLst>
              <a:ext uri="{FF2B5EF4-FFF2-40B4-BE49-F238E27FC236}">
                <a16:creationId xmlns:a16="http://schemas.microsoft.com/office/drawing/2014/main" id="{FA3F83A6-1D48-7A59-F89B-1AD446292A93}"/>
              </a:ext>
            </a:extLst>
          </p:cNvPr>
          <p:cNvSpPr>
            <a:spLocks noGrp="1"/>
          </p:cNvSpPr>
          <p:nvPr>
            <p:ph type="dt" sz="half" idx="14"/>
          </p:nvPr>
        </p:nvSpPr>
        <p:spPr/>
        <p:txBody>
          <a:bodyPr/>
          <a:lstStyle>
            <a:lvl1pPr>
              <a:defRPr>
                <a:solidFill>
                  <a:schemeClr val="tx1"/>
                </a:solidFill>
              </a:defRPr>
            </a:lvl1pPr>
          </a:lstStyle>
          <a:p>
            <a:fld id="{41FB31CB-384F-4A8F-9510-FCD4F8A771B9}" type="datetime3">
              <a:rPr lang="en-US" smtClean="0"/>
              <a:t>11 July 2026</a:t>
            </a:fld>
            <a:endParaRPr lang="en-US" dirty="0"/>
          </a:p>
        </p:txBody>
      </p:sp>
      <p:sp>
        <p:nvSpPr>
          <p:cNvPr id="15" name="Footer Placeholder 14">
            <a:extLst>
              <a:ext uri="{FF2B5EF4-FFF2-40B4-BE49-F238E27FC236}">
                <a16:creationId xmlns:a16="http://schemas.microsoft.com/office/drawing/2014/main" id="{7E103D91-874B-B49F-B9D9-85F52EAD810F}"/>
              </a:ext>
            </a:extLst>
          </p:cNvPr>
          <p:cNvSpPr>
            <a:spLocks noGrp="1"/>
          </p:cNvSpPr>
          <p:nvPr>
            <p:ph type="ftr" sz="quarter" idx="15"/>
          </p:nvPr>
        </p:nvSpPr>
        <p:spPr/>
        <p:txBody>
          <a:bodyPr/>
          <a:lstStyle>
            <a:lvl1pPr>
              <a:defRPr>
                <a:solidFill>
                  <a:schemeClr val="tx1"/>
                </a:solidFill>
              </a:defRPr>
            </a:lvl1pPr>
          </a:lstStyle>
          <a:p>
            <a:r>
              <a:rPr lang="en-US"/>
              <a:t>Insert footer text here</a:t>
            </a:r>
          </a:p>
        </p:txBody>
      </p:sp>
      <p:sp>
        <p:nvSpPr>
          <p:cNvPr id="16" name="Slide Number Placeholder 15">
            <a:extLst>
              <a:ext uri="{FF2B5EF4-FFF2-40B4-BE49-F238E27FC236}">
                <a16:creationId xmlns:a16="http://schemas.microsoft.com/office/drawing/2014/main" id="{0C95BFB4-BABD-DFFF-43A5-9ABB8A6638B7}"/>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3" name="Group 4">
            <a:extLst>
              <a:ext uri="{FF2B5EF4-FFF2-40B4-BE49-F238E27FC236}">
                <a16:creationId xmlns:a16="http://schemas.microsoft.com/office/drawing/2014/main" id="{270CFE58-C48C-EB78-A7C2-9DAD5AE279F8}"/>
              </a:ext>
            </a:extLst>
          </p:cNvPr>
          <p:cNvGrpSpPr>
            <a:grpSpLocks noChangeAspect="1"/>
          </p:cNvGrpSpPr>
          <p:nvPr userDrawn="1"/>
        </p:nvGrpSpPr>
        <p:grpSpPr bwMode="black">
          <a:xfrm>
            <a:off x="11623900" y="6276977"/>
            <a:ext cx="346158" cy="355219"/>
            <a:chOff x="7110" y="4004"/>
            <a:chExt cx="191" cy="196"/>
          </a:xfrm>
        </p:grpSpPr>
        <p:sp>
          <p:nvSpPr>
            <p:cNvPr id="4" name="Freeform 5">
              <a:extLst>
                <a:ext uri="{FF2B5EF4-FFF2-40B4-BE49-F238E27FC236}">
                  <a16:creationId xmlns:a16="http://schemas.microsoft.com/office/drawing/2014/main" id="{2F9EF071-FB10-CF45-4D4C-CC7A0F2F44E3}"/>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5" name="Freeform 6">
              <a:extLst>
                <a:ext uri="{FF2B5EF4-FFF2-40B4-BE49-F238E27FC236}">
                  <a16:creationId xmlns:a16="http://schemas.microsoft.com/office/drawing/2014/main" id="{CE95E037-9B68-6C43-6E58-19731A170D1C}"/>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6" name="Freeform 7">
              <a:extLst>
                <a:ext uri="{FF2B5EF4-FFF2-40B4-BE49-F238E27FC236}">
                  <a16:creationId xmlns:a16="http://schemas.microsoft.com/office/drawing/2014/main" id="{88EF229A-7417-0859-E03A-6DE977AAA537}"/>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24771246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Header 5">
    <p:spTree>
      <p:nvGrpSpPr>
        <p:cNvPr id="1" name=""/>
        <p:cNvGrpSpPr/>
        <p:nvPr/>
      </p:nvGrpSpPr>
      <p:grpSpPr>
        <a:xfrm>
          <a:off x="0" y="0"/>
          <a:ext cx="0" cy="0"/>
          <a:chOff x="0" y="0"/>
          <a:chExt cx="0" cy="0"/>
        </a:xfrm>
      </p:grpSpPr>
      <p:pic>
        <p:nvPicPr>
          <p:cNvPr id="7" name="Picture 6" descr="A colorful circle on a black background&#10;&#10;Description automatically generated">
            <a:extLst>
              <a:ext uri="{FF2B5EF4-FFF2-40B4-BE49-F238E27FC236}">
                <a16:creationId xmlns:a16="http://schemas.microsoft.com/office/drawing/2014/main" id="{9B1A0959-0F7F-FF84-F8C5-2E76E9D45F4F}"/>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tx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4" name="Date Placeholder 13">
            <a:extLst>
              <a:ext uri="{FF2B5EF4-FFF2-40B4-BE49-F238E27FC236}">
                <a16:creationId xmlns:a16="http://schemas.microsoft.com/office/drawing/2014/main" id="{B5D9BED5-140F-F03D-CA60-9453F1A86D9C}"/>
              </a:ext>
            </a:extLst>
          </p:cNvPr>
          <p:cNvSpPr>
            <a:spLocks noGrp="1"/>
          </p:cNvSpPr>
          <p:nvPr>
            <p:ph type="dt" sz="half" idx="14"/>
          </p:nvPr>
        </p:nvSpPr>
        <p:spPr/>
        <p:txBody>
          <a:bodyPr/>
          <a:lstStyle>
            <a:lvl1pPr>
              <a:defRPr>
                <a:solidFill>
                  <a:schemeClr val="tx1"/>
                </a:solidFill>
              </a:defRPr>
            </a:lvl1pPr>
          </a:lstStyle>
          <a:p>
            <a:fld id="{26A3CE14-CA98-4346-A092-1EF8A638A488}" type="datetime3">
              <a:rPr lang="en-US" smtClean="0"/>
              <a:t>11 July 2026</a:t>
            </a:fld>
            <a:endParaRPr lang="en-US" dirty="0"/>
          </a:p>
        </p:txBody>
      </p:sp>
      <p:sp>
        <p:nvSpPr>
          <p:cNvPr id="15" name="Footer Placeholder 14">
            <a:extLst>
              <a:ext uri="{FF2B5EF4-FFF2-40B4-BE49-F238E27FC236}">
                <a16:creationId xmlns:a16="http://schemas.microsoft.com/office/drawing/2014/main" id="{E931943E-2952-F25A-ECCA-F329235A737F}"/>
              </a:ext>
            </a:extLst>
          </p:cNvPr>
          <p:cNvSpPr>
            <a:spLocks noGrp="1"/>
          </p:cNvSpPr>
          <p:nvPr>
            <p:ph type="ftr" sz="quarter" idx="15"/>
          </p:nvPr>
        </p:nvSpPr>
        <p:spPr/>
        <p:txBody>
          <a:bodyPr/>
          <a:lstStyle>
            <a:lvl1pPr>
              <a:defRPr>
                <a:solidFill>
                  <a:schemeClr val="tx1"/>
                </a:solidFill>
              </a:defRPr>
            </a:lvl1pPr>
          </a:lstStyle>
          <a:p>
            <a:r>
              <a:rPr lang="en-US"/>
              <a:t>Insert footer text here</a:t>
            </a:r>
          </a:p>
        </p:txBody>
      </p:sp>
      <p:sp>
        <p:nvSpPr>
          <p:cNvPr id="16" name="Slide Number Placeholder 15">
            <a:extLst>
              <a:ext uri="{FF2B5EF4-FFF2-40B4-BE49-F238E27FC236}">
                <a16:creationId xmlns:a16="http://schemas.microsoft.com/office/drawing/2014/main" id="{EBCB7712-53BF-0892-3D4B-354DE5C528E5}"/>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3" name="Group 4">
            <a:extLst>
              <a:ext uri="{FF2B5EF4-FFF2-40B4-BE49-F238E27FC236}">
                <a16:creationId xmlns:a16="http://schemas.microsoft.com/office/drawing/2014/main" id="{9E60EA83-A995-4505-DF09-49ACD12C00EC}"/>
              </a:ext>
            </a:extLst>
          </p:cNvPr>
          <p:cNvGrpSpPr>
            <a:grpSpLocks noChangeAspect="1"/>
          </p:cNvGrpSpPr>
          <p:nvPr userDrawn="1"/>
        </p:nvGrpSpPr>
        <p:grpSpPr bwMode="black">
          <a:xfrm>
            <a:off x="11623900" y="6276977"/>
            <a:ext cx="346158" cy="355219"/>
            <a:chOff x="7110" y="4004"/>
            <a:chExt cx="191" cy="196"/>
          </a:xfrm>
        </p:grpSpPr>
        <p:sp>
          <p:nvSpPr>
            <p:cNvPr id="4" name="Freeform 5">
              <a:extLst>
                <a:ext uri="{FF2B5EF4-FFF2-40B4-BE49-F238E27FC236}">
                  <a16:creationId xmlns:a16="http://schemas.microsoft.com/office/drawing/2014/main" id="{9E24CB42-4B4A-FBF9-0318-8441E851EE4A}"/>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5" name="Freeform 6">
              <a:extLst>
                <a:ext uri="{FF2B5EF4-FFF2-40B4-BE49-F238E27FC236}">
                  <a16:creationId xmlns:a16="http://schemas.microsoft.com/office/drawing/2014/main" id="{2A995D54-A48E-D49D-D858-C351B74BD969}"/>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6" name="Freeform 7">
              <a:extLst>
                <a:ext uri="{FF2B5EF4-FFF2-40B4-BE49-F238E27FC236}">
                  <a16:creationId xmlns:a16="http://schemas.microsoft.com/office/drawing/2014/main" id="{24627D92-7A05-96EE-D2CC-1DCE97AE03EF}"/>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20162139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Header 6">
    <p:spTree>
      <p:nvGrpSpPr>
        <p:cNvPr id="1" name=""/>
        <p:cNvGrpSpPr/>
        <p:nvPr/>
      </p:nvGrpSpPr>
      <p:grpSpPr>
        <a:xfrm>
          <a:off x="0" y="0"/>
          <a:ext cx="0" cy="0"/>
          <a:chOff x="0" y="0"/>
          <a:chExt cx="0" cy="0"/>
        </a:xfrm>
      </p:grpSpPr>
      <p:pic>
        <p:nvPicPr>
          <p:cNvPr id="5" name="Picture 4" descr="A blurry image of a rainbow&#10;&#10;Description automatically generated">
            <a:extLst>
              <a:ext uri="{FF2B5EF4-FFF2-40B4-BE49-F238E27FC236}">
                <a16:creationId xmlns:a16="http://schemas.microsoft.com/office/drawing/2014/main" id="{36630E4E-7F64-A84B-6022-F16994E95375}"/>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3053616"/>
            <a:ext cx="7394575" cy="2869882"/>
          </a:xfrm>
        </p:spPr>
        <p:txBody>
          <a:bodyPr anchor="t"/>
          <a:lstStyle>
            <a:lvl1pPr>
              <a:defRPr sz="6000">
                <a:solidFill>
                  <a:schemeClr val="tx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2169200"/>
          </a:xfrm>
        </p:spPr>
        <p:txBody>
          <a:bodyPr lIns="0" tIns="0" rIns="0" bIns="0" anchor="b">
            <a:noAutofit/>
          </a:bodyPr>
          <a:lstStyle>
            <a:lvl1pPr marL="0" indent="0">
              <a:lnSpc>
                <a:spcPct val="85000"/>
              </a:lnSpc>
              <a:spcAft>
                <a:spcPts val="0"/>
              </a:spcAft>
              <a:buNone/>
              <a:defRPr kumimoji="0" lang="en-US" sz="16600" b="1" i="0" u="none" strike="noStrike" kern="1200" cap="none" spc="0" normalizeH="0" baseline="0" dirty="0">
                <a:ln>
                  <a:noFill/>
                </a:ln>
                <a:solidFill>
                  <a:srgbClr val="747480">
                    <a:alpha val="50000"/>
                  </a:srgbClr>
                </a:solidFill>
                <a:effectLst/>
                <a:uLnTx/>
                <a:uFillTx/>
                <a:latin typeface="EYInterstate Light" panose="02000506000000020004" pitchFamily="2" charset="0"/>
                <a:ea typeface="+mn-ea"/>
                <a:cs typeface="+mn-cs"/>
              </a:defRPr>
            </a:lvl1pPr>
          </a:lstStyle>
          <a:p>
            <a:pPr marL="0" marR="0" lvl="0" indent="0" algn="l" defTabSz="1007887" rtl="0" eaLnBrk="1" fontAlgn="auto" latinLnBrk="0" hangingPunct="1">
              <a:lnSpc>
                <a:spcPct val="100000"/>
              </a:lnSpc>
              <a:spcBef>
                <a:spcPts val="0"/>
              </a:spcBef>
              <a:spcAft>
                <a:spcPts val="200"/>
              </a:spcAft>
              <a:buClrTx/>
              <a:buSzTx/>
              <a:buFont typeface="Arial" panose="020B0604020202020204" pitchFamily="34" charset="0"/>
              <a:buNone/>
              <a:tabLst/>
              <a:defRPr/>
            </a:pPr>
            <a:r>
              <a:rPr lang="en-GB" dirty="0"/>
              <a:t>00</a:t>
            </a:r>
            <a:endParaRPr lang="en-US" dirty="0"/>
          </a:p>
        </p:txBody>
      </p:sp>
      <p:sp>
        <p:nvSpPr>
          <p:cNvPr id="14" name="Date Placeholder 13">
            <a:extLst>
              <a:ext uri="{FF2B5EF4-FFF2-40B4-BE49-F238E27FC236}">
                <a16:creationId xmlns:a16="http://schemas.microsoft.com/office/drawing/2014/main" id="{B5D9BED5-140F-F03D-CA60-9453F1A86D9C}"/>
              </a:ext>
            </a:extLst>
          </p:cNvPr>
          <p:cNvSpPr>
            <a:spLocks noGrp="1"/>
          </p:cNvSpPr>
          <p:nvPr>
            <p:ph type="dt" sz="half" idx="14"/>
          </p:nvPr>
        </p:nvSpPr>
        <p:spPr/>
        <p:txBody>
          <a:bodyPr/>
          <a:lstStyle>
            <a:lvl1pPr>
              <a:defRPr>
                <a:solidFill>
                  <a:schemeClr val="tx1"/>
                </a:solidFill>
              </a:defRPr>
            </a:lvl1pPr>
          </a:lstStyle>
          <a:p>
            <a:fld id="{4332A259-F8E3-4784-BD8A-EF60F0C6BC42}" type="datetime3">
              <a:rPr lang="en-US" smtClean="0"/>
              <a:t>11 July 2026</a:t>
            </a:fld>
            <a:endParaRPr lang="en-US" dirty="0"/>
          </a:p>
        </p:txBody>
      </p:sp>
      <p:sp>
        <p:nvSpPr>
          <p:cNvPr id="15" name="Footer Placeholder 14">
            <a:extLst>
              <a:ext uri="{FF2B5EF4-FFF2-40B4-BE49-F238E27FC236}">
                <a16:creationId xmlns:a16="http://schemas.microsoft.com/office/drawing/2014/main" id="{E931943E-2952-F25A-ECCA-F329235A737F}"/>
              </a:ext>
            </a:extLst>
          </p:cNvPr>
          <p:cNvSpPr>
            <a:spLocks noGrp="1"/>
          </p:cNvSpPr>
          <p:nvPr>
            <p:ph type="ftr" sz="quarter" idx="15"/>
          </p:nvPr>
        </p:nvSpPr>
        <p:spPr/>
        <p:txBody>
          <a:bodyPr/>
          <a:lstStyle>
            <a:lvl1pPr>
              <a:defRPr>
                <a:solidFill>
                  <a:schemeClr val="tx1"/>
                </a:solidFill>
              </a:defRPr>
            </a:lvl1pPr>
          </a:lstStyle>
          <a:p>
            <a:r>
              <a:rPr lang="en-US"/>
              <a:t>Insert footer text here</a:t>
            </a:r>
          </a:p>
        </p:txBody>
      </p:sp>
      <p:sp>
        <p:nvSpPr>
          <p:cNvPr id="16" name="Slide Number Placeholder 15">
            <a:extLst>
              <a:ext uri="{FF2B5EF4-FFF2-40B4-BE49-F238E27FC236}">
                <a16:creationId xmlns:a16="http://schemas.microsoft.com/office/drawing/2014/main" id="{EBCB7712-53BF-0892-3D4B-354DE5C528E5}"/>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3" name="Group 4">
            <a:extLst>
              <a:ext uri="{FF2B5EF4-FFF2-40B4-BE49-F238E27FC236}">
                <a16:creationId xmlns:a16="http://schemas.microsoft.com/office/drawing/2014/main" id="{9696C931-4C81-6F33-3CA2-708B10471C3A}"/>
              </a:ext>
            </a:extLst>
          </p:cNvPr>
          <p:cNvGrpSpPr>
            <a:grpSpLocks noChangeAspect="1"/>
          </p:cNvGrpSpPr>
          <p:nvPr userDrawn="1"/>
        </p:nvGrpSpPr>
        <p:grpSpPr bwMode="black">
          <a:xfrm>
            <a:off x="11623900" y="6276977"/>
            <a:ext cx="346158" cy="355219"/>
            <a:chOff x="7110" y="4004"/>
            <a:chExt cx="191" cy="196"/>
          </a:xfrm>
        </p:grpSpPr>
        <p:sp>
          <p:nvSpPr>
            <p:cNvPr id="4" name="Freeform 5">
              <a:extLst>
                <a:ext uri="{FF2B5EF4-FFF2-40B4-BE49-F238E27FC236}">
                  <a16:creationId xmlns:a16="http://schemas.microsoft.com/office/drawing/2014/main" id="{830BE3B6-2EB9-156E-3A7A-7F956DB536CE}"/>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6" name="Freeform 6">
              <a:extLst>
                <a:ext uri="{FF2B5EF4-FFF2-40B4-BE49-F238E27FC236}">
                  <a16:creationId xmlns:a16="http://schemas.microsoft.com/office/drawing/2014/main" id="{021EE694-476F-48E9-DBF3-00C4B0D561A8}"/>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7" name="Freeform 7">
              <a:extLst>
                <a:ext uri="{FF2B5EF4-FFF2-40B4-BE49-F238E27FC236}">
                  <a16:creationId xmlns:a16="http://schemas.microsoft.com/office/drawing/2014/main" id="{1B209E70-506F-D144-1E7B-6713638814A5}"/>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934270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pic>
        <p:nvPicPr>
          <p:cNvPr id="11" name="Picture 10" descr="A blurry image of a rainbow&#10;&#10;Description automatically generated">
            <a:extLst>
              <a:ext uri="{FF2B5EF4-FFF2-40B4-BE49-F238E27FC236}">
                <a16:creationId xmlns:a16="http://schemas.microsoft.com/office/drawing/2014/main" id="{0CF60EBF-BB0E-A13F-6F1D-8E03C5FC39A6}"/>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3930FFC6-DEA1-5FCD-0ABD-350186ADBF5D}"/>
              </a:ext>
            </a:extLst>
          </p:cNvPr>
          <p:cNvSpPr>
            <a:spLocks noGrp="1"/>
          </p:cNvSpPr>
          <p:nvPr>
            <p:ph type="title" hasCustomPrompt="1"/>
          </p:nvPr>
        </p:nvSpPr>
        <p:spPr>
          <a:xfrm>
            <a:off x="485523" y="369888"/>
            <a:ext cx="3314701" cy="470898"/>
          </a:xfrm>
        </p:spPr>
        <p:txBody>
          <a:bodyPr/>
          <a:lstStyle>
            <a:lvl1pPr>
              <a:defRPr>
                <a:solidFill>
                  <a:schemeClr val="tx2"/>
                </a:solidFill>
              </a:defRPr>
            </a:lvl1pPr>
          </a:lstStyle>
          <a:p>
            <a:r>
              <a:rPr lang="en-GB" dirty="0"/>
              <a:t>Contents</a:t>
            </a:r>
            <a:endParaRPr lang="en-US" dirty="0"/>
          </a:p>
        </p:txBody>
      </p:sp>
      <p:sp>
        <p:nvSpPr>
          <p:cNvPr id="7" name="Text Placeholder 6">
            <a:extLst>
              <a:ext uri="{FF2B5EF4-FFF2-40B4-BE49-F238E27FC236}">
                <a16:creationId xmlns:a16="http://schemas.microsoft.com/office/drawing/2014/main" id="{7B8AEA00-448F-1217-B10E-ABF6D402B4CB}"/>
              </a:ext>
            </a:extLst>
          </p:cNvPr>
          <p:cNvSpPr>
            <a:spLocks noGrp="1"/>
          </p:cNvSpPr>
          <p:nvPr>
            <p:ph type="body" sz="quarter" idx="15" hasCustomPrompt="1"/>
          </p:nvPr>
        </p:nvSpPr>
        <p:spPr>
          <a:xfrm>
            <a:off x="485775" y="1411287"/>
            <a:ext cx="5099050" cy="4638675"/>
          </a:xfrm>
        </p:spPr>
        <p:txBody>
          <a:bodyPr/>
          <a:lstStyle>
            <a:lvl1pPr>
              <a:defRPr sz="24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stStyle>
          <a:p>
            <a:pPr lvl="0"/>
            <a:r>
              <a:rPr lang="en-GB" dirty="0"/>
              <a:t>Introduction text goes here and delete the bullet if not required</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Date Placeholder 15">
            <a:extLst>
              <a:ext uri="{FF2B5EF4-FFF2-40B4-BE49-F238E27FC236}">
                <a16:creationId xmlns:a16="http://schemas.microsoft.com/office/drawing/2014/main" id="{6B67F104-BCCD-4057-9F3C-70C29E057A50}"/>
              </a:ext>
            </a:extLst>
          </p:cNvPr>
          <p:cNvSpPr>
            <a:spLocks noGrp="1"/>
          </p:cNvSpPr>
          <p:nvPr>
            <p:ph type="dt" sz="half" idx="16"/>
          </p:nvPr>
        </p:nvSpPr>
        <p:spPr/>
        <p:txBody>
          <a:bodyPr/>
          <a:lstStyle>
            <a:lvl1pPr>
              <a:defRPr>
                <a:solidFill>
                  <a:schemeClr val="tx1"/>
                </a:solidFill>
              </a:defRPr>
            </a:lvl1pPr>
          </a:lstStyle>
          <a:p>
            <a:fld id="{639251F1-7BB6-483D-8AA9-8EF84A63B40F}" type="datetime3">
              <a:rPr lang="en-US" smtClean="0"/>
              <a:t>11 July 2026</a:t>
            </a:fld>
            <a:endParaRPr lang="en-US" dirty="0"/>
          </a:p>
        </p:txBody>
      </p:sp>
      <p:sp>
        <p:nvSpPr>
          <p:cNvPr id="17" name="Footer Placeholder 16">
            <a:extLst>
              <a:ext uri="{FF2B5EF4-FFF2-40B4-BE49-F238E27FC236}">
                <a16:creationId xmlns:a16="http://schemas.microsoft.com/office/drawing/2014/main" id="{6880D4C2-A728-3810-8EAF-6AC78A949BE5}"/>
              </a:ext>
            </a:extLst>
          </p:cNvPr>
          <p:cNvSpPr>
            <a:spLocks noGrp="1"/>
          </p:cNvSpPr>
          <p:nvPr>
            <p:ph type="ftr" sz="quarter" idx="17"/>
          </p:nvPr>
        </p:nvSpPr>
        <p:spPr/>
        <p:txBody>
          <a:bodyPr/>
          <a:lstStyle>
            <a:lvl1pPr>
              <a:defRPr>
                <a:solidFill>
                  <a:schemeClr val="tx1"/>
                </a:solidFill>
              </a:defRPr>
            </a:lvl1pPr>
          </a:lstStyle>
          <a:p>
            <a:r>
              <a:rPr lang="en-US"/>
              <a:t>Insert footer text here</a:t>
            </a:r>
          </a:p>
        </p:txBody>
      </p:sp>
      <p:sp>
        <p:nvSpPr>
          <p:cNvPr id="18" name="Slide Number Placeholder 17">
            <a:extLst>
              <a:ext uri="{FF2B5EF4-FFF2-40B4-BE49-F238E27FC236}">
                <a16:creationId xmlns:a16="http://schemas.microsoft.com/office/drawing/2014/main" id="{4CB206C2-DFD0-9033-25AE-68BCB50C1933}"/>
              </a:ext>
            </a:extLst>
          </p:cNvPr>
          <p:cNvSpPr>
            <a:spLocks noGrp="1"/>
          </p:cNvSpPr>
          <p:nvPr>
            <p:ph type="sldNum" sz="quarter" idx="18"/>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3" name="Group 4">
            <a:extLst>
              <a:ext uri="{FF2B5EF4-FFF2-40B4-BE49-F238E27FC236}">
                <a16:creationId xmlns:a16="http://schemas.microsoft.com/office/drawing/2014/main" id="{90438EF0-1449-85A8-FBE7-6ACEB03F8A8F}"/>
              </a:ext>
            </a:extLst>
          </p:cNvPr>
          <p:cNvGrpSpPr>
            <a:grpSpLocks noChangeAspect="1"/>
          </p:cNvGrpSpPr>
          <p:nvPr userDrawn="1"/>
        </p:nvGrpSpPr>
        <p:grpSpPr bwMode="black">
          <a:xfrm>
            <a:off x="11623900" y="6276977"/>
            <a:ext cx="346158" cy="355219"/>
            <a:chOff x="7110" y="4004"/>
            <a:chExt cx="191" cy="196"/>
          </a:xfrm>
        </p:grpSpPr>
        <p:sp>
          <p:nvSpPr>
            <p:cNvPr id="5" name="Freeform 5">
              <a:extLst>
                <a:ext uri="{FF2B5EF4-FFF2-40B4-BE49-F238E27FC236}">
                  <a16:creationId xmlns:a16="http://schemas.microsoft.com/office/drawing/2014/main" id="{A11353AE-2D42-C6F1-6790-6AC38AEF1624}"/>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6" name="Freeform 6">
              <a:extLst>
                <a:ext uri="{FF2B5EF4-FFF2-40B4-BE49-F238E27FC236}">
                  <a16:creationId xmlns:a16="http://schemas.microsoft.com/office/drawing/2014/main" id="{053A18AE-475B-441E-3104-964AD8366011}"/>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8" name="Freeform 7">
              <a:extLst>
                <a:ext uri="{FF2B5EF4-FFF2-40B4-BE49-F238E27FC236}">
                  <a16:creationId xmlns:a16="http://schemas.microsoft.com/office/drawing/2014/main" id="{95581FA5-36F5-CE9F-B03C-3AE435012569}"/>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
        <p:nvSpPr>
          <p:cNvPr id="20" name="Text Placeholder 6">
            <a:extLst>
              <a:ext uri="{FF2B5EF4-FFF2-40B4-BE49-F238E27FC236}">
                <a16:creationId xmlns:a16="http://schemas.microsoft.com/office/drawing/2014/main" id="{C8D62577-E867-CFB5-4396-A62B9BC97673}"/>
              </a:ext>
            </a:extLst>
          </p:cNvPr>
          <p:cNvSpPr>
            <a:spLocks noGrp="1"/>
          </p:cNvSpPr>
          <p:nvPr>
            <p:ph type="body" sz="quarter" idx="21" hasCustomPrompt="1"/>
          </p:nvPr>
        </p:nvSpPr>
        <p:spPr>
          <a:xfrm>
            <a:off x="6096000" y="1411287"/>
            <a:ext cx="5610225" cy="4638675"/>
          </a:xfrm>
        </p:spPr>
        <p:txBody>
          <a:bodyPr/>
          <a:lstStyle>
            <a:lvl1pPr marL="457200" indent="-457200">
              <a:buFont typeface="+mj-lt"/>
              <a:buAutoNum type="arabicPeriod"/>
              <a:defRPr sz="1800">
                <a:solidFill>
                  <a:schemeClr val="tx1"/>
                </a:solidFill>
              </a:defRPr>
            </a:lvl1pPr>
            <a:lvl2pPr marL="914400" indent="-457200">
              <a:defRPr sz="1600">
                <a:solidFill>
                  <a:schemeClr val="tx1"/>
                </a:solidFill>
              </a:defRPr>
            </a:lvl2pPr>
            <a:lvl3pPr marL="914400" indent="-457200">
              <a:defRPr sz="1600">
                <a:solidFill>
                  <a:schemeClr val="tx1"/>
                </a:solidFill>
              </a:defRPr>
            </a:lvl3pPr>
            <a:lvl4pPr marL="914400" indent="-457200">
              <a:defRPr sz="1400">
                <a:solidFill>
                  <a:schemeClr val="tx1"/>
                </a:solidFill>
              </a:defRPr>
            </a:lvl4pPr>
            <a:lvl5pPr marL="914400" indent="-457200">
              <a:defRPr sz="1400">
                <a:solidFill>
                  <a:schemeClr val="tx1"/>
                </a:solidFill>
              </a:defRPr>
            </a:lvl5pPr>
          </a:lstStyle>
          <a:p>
            <a:pPr lvl="0"/>
            <a:r>
              <a:rPr lang="en-IN" dirty="0"/>
              <a:t>Section header goes here and to insert page numbers use the tab button on the keyboard</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8842989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descr="A bright light in the dark&#10;&#10;Description automatically generated">
            <a:extLst>
              <a:ext uri="{FF2B5EF4-FFF2-40B4-BE49-F238E27FC236}">
                <a16:creationId xmlns:a16="http://schemas.microsoft.com/office/drawing/2014/main" id="{C6893964-B096-BBF5-42BC-1EAE055022BA}"/>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17" name="Text Placeholder 9">
            <a:extLst>
              <a:ext uri="{FF2B5EF4-FFF2-40B4-BE49-F238E27FC236}">
                <a16:creationId xmlns:a16="http://schemas.microsoft.com/office/drawing/2014/main" id="{B9199D71-1BDD-2925-CD92-9B0B3F8439E9}"/>
              </a:ext>
            </a:extLst>
          </p:cNvPr>
          <p:cNvSpPr>
            <a:spLocks noGrp="1"/>
          </p:cNvSpPr>
          <p:nvPr>
            <p:ph type="body" sz="quarter" idx="28" hasCustomPrompt="1"/>
          </p:nvPr>
        </p:nvSpPr>
        <p:spPr>
          <a:xfrm>
            <a:off x="2756957" y="1411287"/>
            <a:ext cx="1873220" cy="2031325"/>
          </a:xfrm>
        </p:spPr>
        <p:txBody>
          <a:bodyPr wrap="square">
            <a:spAutoFit/>
          </a:bodyPr>
          <a:lstStyle>
            <a:lvl1pPr marL="0" indent="0">
              <a:buNone/>
              <a:defRPr sz="13200">
                <a:solidFill>
                  <a:schemeClr val="tx1"/>
                </a:solidFill>
              </a:defRPr>
            </a:lvl1pPr>
          </a:lstStyle>
          <a:p>
            <a:pPr lvl="0"/>
            <a:r>
              <a:rPr lang="en-GB" dirty="0"/>
              <a:t>0</a:t>
            </a:r>
            <a:endParaRPr lang="en-US" dirty="0"/>
          </a:p>
        </p:txBody>
      </p:sp>
      <p:sp>
        <p:nvSpPr>
          <p:cNvPr id="19" name="Text Placeholder 6">
            <a:extLst>
              <a:ext uri="{FF2B5EF4-FFF2-40B4-BE49-F238E27FC236}">
                <a16:creationId xmlns:a16="http://schemas.microsoft.com/office/drawing/2014/main" id="{F8391354-FDE4-DE4D-8084-A61467B9F410}"/>
              </a:ext>
            </a:extLst>
          </p:cNvPr>
          <p:cNvSpPr>
            <a:spLocks noGrp="1"/>
          </p:cNvSpPr>
          <p:nvPr>
            <p:ph type="body" sz="quarter" idx="29" hasCustomPrompt="1"/>
          </p:nvPr>
        </p:nvSpPr>
        <p:spPr>
          <a:xfrm flipH="1">
            <a:off x="2845421" y="3642518"/>
            <a:ext cx="1784756" cy="2407444"/>
          </a:xfrm>
        </p:spPr>
        <p:txBody>
          <a:bodyPr/>
          <a:lstStyle>
            <a:lvl1pPr>
              <a:defRPr>
                <a:solidFill>
                  <a:schemeClr val="tx1"/>
                </a:solidFill>
              </a:defRPr>
            </a:lvl1pPr>
          </a:lstStyle>
          <a:p>
            <a:pPr lvl="0"/>
            <a:r>
              <a:rPr lang="en-GB" dirty="0"/>
              <a:t>Agenda text goes here and delete the bullet if not required</a:t>
            </a:r>
            <a:endParaRPr lang="en-US" dirty="0"/>
          </a:p>
        </p:txBody>
      </p:sp>
      <p:sp>
        <p:nvSpPr>
          <p:cNvPr id="20" name="Text Placeholder 9">
            <a:extLst>
              <a:ext uri="{FF2B5EF4-FFF2-40B4-BE49-F238E27FC236}">
                <a16:creationId xmlns:a16="http://schemas.microsoft.com/office/drawing/2014/main" id="{F575A1BC-5BD6-1793-C917-0720FC3DE980}"/>
              </a:ext>
            </a:extLst>
          </p:cNvPr>
          <p:cNvSpPr>
            <a:spLocks noGrp="1"/>
          </p:cNvSpPr>
          <p:nvPr>
            <p:ph type="body" sz="quarter" idx="30" hasCustomPrompt="1"/>
          </p:nvPr>
        </p:nvSpPr>
        <p:spPr>
          <a:xfrm>
            <a:off x="5116855" y="1411287"/>
            <a:ext cx="1873220" cy="2031325"/>
          </a:xfrm>
        </p:spPr>
        <p:txBody>
          <a:bodyPr wrap="square">
            <a:spAutoFit/>
          </a:bodyPr>
          <a:lstStyle>
            <a:lvl1pPr marL="0" indent="0">
              <a:buNone/>
              <a:defRPr sz="13200">
                <a:solidFill>
                  <a:schemeClr val="tx1"/>
                </a:solidFill>
              </a:defRPr>
            </a:lvl1pPr>
          </a:lstStyle>
          <a:p>
            <a:pPr lvl="0"/>
            <a:r>
              <a:rPr lang="en-GB" dirty="0"/>
              <a:t>0</a:t>
            </a:r>
            <a:endParaRPr lang="en-US" dirty="0"/>
          </a:p>
        </p:txBody>
      </p:sp>
      <p:sp>
        <p:nvSpPr>
          <p:cNvPr id="22" name="Text Placeholder 6">
            <a:extLst>
              <a:ext uri="{FF2B5EF4-FFF2-40B4-BE49-F238E27FC236}">
                <a16:creationId xmlns:a16="http://schemas.microsoft.com/office/drawing/2014/main" id="{F9CBCE1B-3F39-C7B5-CCE2-AE84242E7749}"/>
              </a:ext>
            </a:extLst>
          </p:cNvPr>
          <p:cNvSpPr>
            <a:spLocks noGrp="1"/>
          </p:cNvSpPr>
          <p:nvPr>
            <p:ph type="body" sz="quarter" idx="31" hasCustomPrompt="1"/>
          </p:nvPr>
        </p:nvSpPr>
        <p:spPr>
          <a:xfrm flipH="1">
            <a:off x="5205319" y="3642518"/>
            <a:ext cx="1784756" cy="2407444"/>
          </a:xfrm>
        </p:spPr>
        <p:txBody>
          <a:bodyPr/>
          <a:lstStyle>
            <a:lvl1pPr>
              <a:defRPr>
                <a:solidFill>
                  <a:schemeClr val="tx1"/>
                </a:solidFill>
              </a:defRPr>
            </a:lvl1pPr>
          </a:lstStyle>
          <a:p>
            <a:pPr lvl="0"/>
            <a:r>
              <a:rPr lang="en-GB" dirty="0"/>
              <a:t>Agenda text goes here and delete the bullet if not required</a:t>
            </a:r>
            <a:endParaRPr lang="en-US" dirty="0"/>
          </a:p>
        </p:txBody>
      </p:sp>
      <p:sp>
        <p:nvSpPr>
          <p:cNvPr id="25" name="Text Placeholder 6">
            <a:extLst>
              <a:ext uri="{FF2B5EF4-FFF2-40B4-BE49-F238E27FC236}">
                <a16:creationId xmlns:a16="http://schemas.microsoft.com/office/drawing/2014/main" id="{814015C2-B8E4-B890-4CD0-F6A3A2052CAC}"/>
              </a:ext>
            </a:extLst>
          </p:cNvPr>
          <p:cNvSpPr>
            <a:spLocks noGrp="1"/>
          </p:cNvSpPr>
          <p:nvPr>
            <p:ph type="body" sz="quarter" idx="33" hasCustomPrompt="1"/>
          </p:nvPr>
        </p:nvSpPr>
        <p:spPr>
          <a:xfrm>
            <a:off x="7565217" y="3642518"/>
            <a:ext cx="1784756" cy="2407444"/>
          </a:xfrm>
        </p:spPr>
        <p:txBody>
          <a:bodyPr/>
          <a:lstStyle>
            <a:lvl1pPr>
              <a:defRPr>
                <a:solidFill>
                  <a:schemeClr val="tx1"/>
                </a:solidFill>
              </a:defRPr>
            </a:lvl1pPr>
          </a:lstStyle>
          <a:p>
            <a:pPr lvl="0"/>
            <a:r>
              <a:rPr lang="en-GB" dirty="0"/>
              <a:t>Agenda text goes here and delete the bullet if not required</a:t>
            </a:r>
            <a:endParaRPr lang="en-US" dirty="0"/>
          </a:p>
        </p:txBody>
      </p:sp>
      <p:sp>
        <p:nvSpPr>
          <p:cNvPr id="30" name="Text Placeholder 9">
            <a:extLst>
              <a:ext uri="{FF2B5EF4-FFF2-40B4-BE49-F238E27FC236}">
                <a16:creationId xmlns:a16="http://schemas.microsoft.com/office/drawing/2014/main" id="{37959C9A-F406-FB92-6FFF-08F42234CF91}"/>
              </a:ext>
            </a:extLst>
          </p:cNvPr>
          <p:cNvSpPr>
            <a:spLocks noGrp="1"/>
          </p:cNvSpPr>
          <p:nvPr>
            <p:ph type="body" sz="quarter" idx="34" hasCustomPrompt="1"/>
          </p:nvPr>
        </p:nvSpPr>
        <p:spPr>
          <a:xfrm>
            <a:off x="9836650" y="1411287"/>
            <a:ext cx="1873220" cy="2031325"/>
          </a:xfrm>
        </p:spPr>
        <p:txBody>
          <a:bodyPr wrap="square">
            <a:spAutoFit/>
          </a:bodyPr>
          <a:lstStyle>
            <a:lvl1pPr marL="0" indent="0">
              <a:buNone/>
              <a:defRPr sz="13200">
                <a:solidFill>
                  <a:schemeClr val="tx1"/>
                </a:solidFill>
              </a:defRPr>
            </a:lvl1pPr>
          </a:lstStyle>
          <a:p>
            <a:pPr lvl="0"/>
            <a:r>
              <a:rPr lang="en-GB" dirty="0"/>
              <a:t>0</a:t>
            </a:r>
            <a:endParaRPr lang="en-US" dirty="0"/>
          </a:p>
        </p:txBody>
      </p:sp>
      <p:sp>
        <p:nvSpPr>
          <p:cNvPr id="34" name="Text Placeholder 6">
            <a:extLst>
              <a:ext uri="{FF2B5EF4-FFF2-40B4-BE49-F238E27FC236}">
                <a16:creationId xmlns:a16="http://schemas.microsoft.com/office/drawing/2014/main" id="{BC6A6256-32C1-F83C-4A32-D674785CF1DF}"/>
              </a:ext>
            </a:extLst>
          </p:cNvPr>
          <p:cNvSpPr>
            <a:spLocks noGrp="1"/>
          </p:cNvSpPr>
          <p:nvPr>
            <p:ph type="body" sz="quarter" idx="35" hasCustomPrompt="1"/>
          </p:nvPr>
        </p:nvSpPr>
        <p:spPr>
          <a:xfrm>
            <a:off x="9925114" y="3642518"/>
            <a:ext cx="1784756" cy="2407444"/>
          </a:xfrm>
        </p:spPr>
        <p:txBody>
          <a:bodyPr/>
          <a:lstStyle>
            <a:lvl1pPr>
              <a:defRPr>
                <a:solidFill>
                  <a:schemeClr val="tx1"/>
                </a:solidFill>
              </a:defRPr>
            </a:lvl1pPr>
          </a:lstStyle>
          <a:p>
            <a:pPr lvl="0"/>
            <a:r>
              <a:rPr lang="en-GB" dirty="0"/>
              <a:t>Agenda text goes here and delete the bullet if not required</a:t>
            </a:r>
            <a:endParaRPr lang="en-US" dirty="0"/>
          </a:p>
        </p:txBody>
      </p:sp>
      <p:sp>
        <p:nvSpPr>
          <p:cNvPr id="2" name="Title 1">
            <a:extLst>
              <a:ext uri="{FF2B5EF4-FFF2-40B4-BE49-F238E27FC236}">
                <a16:creationId xmlns:a16="http://schemas.microsoft.com/office/drawing/2014/main" id="{E49EC5F5-14E0-4B05-29E6-E9A059AA1002}"/>
              </a:ext>
            </a:extLst>
          </p:cNvPr>
          <p:cNvSpPr>
            <a:spLocks noGrp="1"/>
          </p:cNvSpPr>
          <p:nvPr>
            <p:ph type="title" hasCustomPrompt="1"/>
          </p:nvPr>
        </p:nvSpPr>
        <p:spPr>
          <a:xfrm>
            <a:off x="485523" y="369888"/>
            <a:ext cx="11224347" cy="470898"/>
          </a:xfrm>
        </p:spPr>
        <p:txBody>
          <a:bodyPr/>
          <a:lstStyle>
            <a:lvl1pPr>
              <a:defRPr>
                <a:solidFill>
                  <a:schemeClr val="tx2"/>
                </a:solidFill>
              </a:defRPr>
            </a:lvl1pPr>
          </a:lstStyle>
          <a:p>
            <a:r>
              <a:rPr lang="en-GB" dirty="0"/>
              <a:t>Agenda</a:t>
            </a:r>
            <a:endParaRPr lang="en-US" dirty="0"/>
          </a:p>
        </p:txBody>
      </p:sp>
      <p:sp>
        <p:nvSpPr>
          <p:cNvPr id="10" name="Text Placeholder 9">
            <a:extLst>
              <a:ext uri="{FF2B5EF4-FFF2-40B4-BE49-F238E27FC236}">
                <a16:creationId xmlns:a16="http://schemas.microsoft.com/office/drawing/2014/main" id="{920A2165-CDB3-28AA-F42A-E5E3D72C1440}"/>
              </a:ext>
            </a:extLst>
          </p:cNvPr>
          <p:cNvSpPr>
            <a:spLocks noGrp="1"/>
          </p:cNvSpPr>
          <p:nvPr>
            <p:ph type="body" sz="quarter" idx="13" hasCustomPrompt="1"/>
          </p:nvPr>
        </p:nvSpPr>
        <p:spPr>
          <a:xfrm>
            <a:off x="397311" y="1411287"/>
            <a:ext cx="1873220" cy="2031325"/>
          </a:xfrm>
        </p:spPr>
        <p:txBody>
          <a:bodyPr wrap="square">
            <a:spAutoFit/>
          </a:bodyPr>
          <a:lstStyle>
            <a:lvl1pPr marL="0" indent="0">
              <a:buNone/>
              <a:defRPr sz="13200">
                <a:solidFill>
                  <a:schemeClr val="tx1"/>
                </a:solidFill>
              </a:defRPr>
            </a:lvl1pPr>
          </a:lstStyle>
          <a:p>
            <a:pPr lvl="0"/>
            <a:r>
              <a:rPr lang="en-GB" dirty="0"/>
              <a:t>0</a:t>
            </a:r>
            <a:endParaRPr lang="en-US" dirty="0"/>
          </a:p>
        </p:txBody>
      </p:sp>
      <p:sp>
        <p:nvSpPr>
          <p:cNvPr id="3" name="Text Placeholder 6">
            <a:extLst>
              <a:ext uri="{FF2B5EF4-FFF2-40B4-BE49-F238E27FC236}">
                <a16:creationId xmlns:a16="http://schemas.microsoft.com/office/drawing/2014/main" id="{F78D4931-12A7-7D80-F380-EDF6BE10CA42}"/>
              </a:ext>
            </a:extLst>
          </p:cNvPr>
          <p:cNvSpPr>
            <a:spLocks noGrp="1"/>
          </p:cNvSpPr>
          <p:nvPr>
            <p:ph type="body" sz="quarter" idx="27" hasCustomPrompt="1"/>
          </p:nvPr>
        </p:nvSpPr>
        <p:spPr>
          <a:xfrm>
            <a:off x="485523" y="3642518"/>
            <a:ext cx="1784756" cy="2407444"/>
          </a:xfrm>
        </p:spPr>
        <p:txBody>
          <a:bodyPr/>
          <a:lstStyle>
            <a:lvl1pPr>
              <a:defRPr>
                <a:solidFill>
                  <a:schemeClr val="tx1"/>
                </a:solidFill>
              </a:defRPr>
            </a:lvl1pPr>
          </a:lstStyle>
          <a:p>
            <a:pPr lvl="0"/>
            <a:r>
              <a:rPr lang="en-GB" dirty="0"/>
              <a:t>Agenda text goes here and delete the bullet if not required</a:t>
            </a:r>
            <a:endParaRPr lang="en-US" dirty="0"/>
          </a:p>
        </p:txBody>
      </p:sp>
      <p:sp>
        <p:nvSpPr>
          <p:cNvPr id="23" name="Text Placeholder 9">
            <a:extLst>
              <a:ext uri="{FF2B5EF4-FFF2-40B4-BE49-F238E27FC236}">
                <a16:creationId xmlns:a16="http://schemas.microsoft.com/office/drawing/2014/main" id="{38D52684-7A0E-2BDF-C56C-F721FED04E3A}"/>
              </a:ext>
            </a:extLst>
          </p:cNvPr>
          <p:cNvSpPr>
            <a:spLocks noGrp="1"/>
          </p:cNvSpPr>
          <p:nvPr>
            <p:ph type="body" sz="quarter" idx="32" hasCustomPrompt="1"/>
          </p:nvPr>
        </p:nvSpPr>
        <p:spPr>
          <a:xfrm>
            <a:off x="7476754" y="1411287"/>
            <a:ext cx="1873220" cy="2031325"/>
          </a:xfrm>
        </p:spPr>
        <p:txBody>
          <a:bodyPr wrap="square">
            <a:spAutoFit/>
          </a:bodyPr>
          <a:lstStyle>
            <a:lvl1pPr marL="0" indent="0">
              <a:buNone/>
              <a:defRPr sz="13200">
                <a:solidFill>
                  <a:schemeClr val="tx1"/>
                </a:solidFill>
              </a:defRPr>
            </a:lvl1pPr>
          </a:lstStyle>
          <a:p>
            <a:pPr lvl="0"/>
            <a:r>
              <a:rPr lang="en-GB" dirty="0"/>
              <a:t>0</a:t>
            </a:r>
            <a:endParaRPr lang="en-US" dirty="0"/>
          </a:p>
        </p:txBody>
      </p:sp>
      <p:sp>
        <p:nvSpPr>
          <p:cNvPr id="36" name="SmartArt Placeholder 35">
            <a:extLst>
              <a:ext uri="{FF2B5EF4-FFF2-40B4-BE49-F238E27FC236}">
                <a16:creationId xmlns:a16="http://schemas.microsoft.com/office/drawing/2014/main" id="{6D23DAA3-59C7-A352-8728-D157F22D25EF}"/>
              </a:ext>
            </a:extLst>
          </p:cNvPr>
          <p:cNvSpPr>
            <a:spLocks noGrp="1"/>
          </p:cNvSpPr>
          <p:nvPr>
            <p:ph type="dgm" sz="quarter" idx="36" hasCustomPrompt="1"/>
          </p:nvPr>
        </p:nvSpPr>
        <p:spPr>
          <a:xfrm>
            <a:off x="2556050" y="2020781"/>
            <a:ext cx="3600" cy="4030662"/>
          </a:xfrm>
          <a:solidFill>
            <a:schemeClr val="tx1"/>
          </a:solidFill>
        </p:spPr>
        <p:txBody>
          <a:bodyPr/>
          <a:lstStyle>
            <a:lvl1pPr marL="0" indent="0">
              <a:buNone/>
              <a:defRPr>
                <a:solidFill>
                  <a:schemeClr val="tx1"/>
                </a:solidFill>
              </a:defRPr>
            </a:lvl1pPr>
          </a:lstStyle>
          <a:p>
            <a:r>
              <a:rPr lang="en-US" dirty="0"/>
              <a:t> </a:t>
            </a:r>
          </a:p>
        </p:txBody>
      </p:sp>
      <p:sp>
        <p:nvSpPr>
          <p:cNvPr id="37" name="SmartArt Placeholder 35">
            <a:extLst>
              <a:ext uri="{FF2B5EF4-FFF2-40B4-BE49-F238E27FC236}">
                <a16:creationId xmlns:a16="http://schemas.microsoft.com/office/drawing/2014/main" id="{D33DFC67-321E-4CFE-436A-CF6FA96BA7E4}"/>
              </a:ext>
            </a:extLst>
          </p:cNvPr>
          <p:cNvSpPr>
            <a:spLocks noGrp="1"/>
          </p:cNvSpPr>
          <p:nvPr>
            <p:ph type="dgm" sz="quarter" idx="37" hasCustomPrompt="1"/>
          </p:nvPr>
        </p:nvSpPr>
        <p:spPr>
          <a:xfrm flipH="1">
            <a:off x="4915948" y="2020781"/>
            <a:ext cx="3600" cy="4030662"/>
          </a:xfrm>
          <a:solidFill>
            <a:schemeClr val="tx1"/>
          </a:solidFill>
        </p:spPr>
        <p:txBody>
          <a:bodyPr/>
          <a:lstStyle>
            <a:lvl1pPr marL="0" indent="0">
              <a:buNone/>
              <a:defRPr>
                <a:solidFill>
                  <a:schemeClr val="tx1"/>
                </a:solidFill>
              </a:defRPr>
            </a:lvl1pPr>
          </a:lstStyle>
          <a:p>
            <a:r>
              <a:rPr lang="en-US" dirty="0"/>
              <a:t> </a:t>
            </a:r>
          </a:p>
        </p:txBody>
      </p:sp>
      <p:sp>
        <p:nvSpPr>
          <p:cNvPr id="38" name="SmartArt Placeholder 35">
            <a:extLst>
              <a:ext uri="{FF2B5EF4-FFF2-40B4-BE49-F238E27FC236}">
                <a16:creationId xmlns:a16="http://schemas.microsoft.com/office/drawing/2014/main" id="{A43CB924-4778-AEB3-1D6C-5B802CD043B0}"/>
              </a:ext>
            </a:extLst>
          </p:cNvPr>
          <p:cNvSpPr>
            <a:spLocks noGrp="1"/>
          </p:cNvSpPr>
          <p:nvPr>
            <p:ph type="dgm" sz="quarter" idx="38" hasCustomPrompt="1"/>
          </p:nvPr>
        </p:nvSpPr>
        <p:spPr>
          <a:xfrm>
            <a:off x="7275846" y="2020781"/>
            <a:ext cx="3600" cy="4030662"/>
          </a:xfrm>
          <a:solidFill>
            <a:schemeClr val="tx1"/>
          </a:solidFill>
        </p:spPr>
        <p:txBody>
          <a:bodyPr/>
          <a:lstStyle>
            <a:lvl1pPr marL="0" indent="0">
              <a:buNone/>
              <a:defRPr>
                <a:solidFill>
                  <a:schemeClr val="tx1"/>
                </a:solidFill>
              </a:defRPr>
            </a:lvl1pPr>
          </a:lstStyle>
          <a:p>
            <a:r>
              <a:rPr lang="en-US" dirty="0"/>
              <a:t> </a:t>
            </a:r>
          </a:p>
        </p:txBody>
      </p:sp>
      <p:sp>
        <p:nvSpPr>
          <p:cNvPr id="39" name="SmartArt Placeholder 35">
            <a:extLst>
              <a:ext uri="{FF2B5EF4-FFF2-40B4-BE49-F238E27FC236}">
                <a16:creationId xmlns:a16="http://schemas.microsoft.com/office/drawing/2014/main" id="{225723D6-9330-76F1-3F3B-6A582AC1C154}"/>
              </a:ext>
            </a:extLst>
          </p:cNvPr>
          <p:cNvSpPr>
            <a:spLocks noGrp="1"/>
          </p:cNvSpPr>
          <p:nvPr>
            <p:ph type="dgm" sz="quarter" idx="39" hasCustomPrompt="1"/>
          </p:nvPr>
        </p:nvSpPr>
        <p:spPr>
          <a:xfrm>
            <a:off x="9635744" y="2020781"/>
            <a:ext cx="3600" cy="4030662"/>
          </a:xfrm>
          <a:solidFill>
            <a:schemeClr val="tx1"/>
          </a:solidFill>
        </p:spPr>
        <p:txBody>
          <a:bodyPr/>
          <a:lstStyle>
            <a:lvl1pPr marL="0" indent="0">
              <a:buNone/>
              <a:defRPr>
                <a:solidFill>
                  <a:schemeClr val="tx1"/>
                </a:solidFill>
              </a:defRPr>
            </a:lvl1pPr>
          </a:lstStyle>
          <a:p>
            <a:r>
              <a:rPr lang="en-US" dirty="0"/>
              <a:t> </a:t>
            </a:r>
          </a:p>
        </p:txBody>
      </p:sp>
      <p:sp>
        <p:nvSpPr>
          <p:cNvPr id="14" name="Date Placeholder 13">
            <a:extLst>
              <a:ext uri="{FF2B5EF4-FFF2-40B4-BE49-F238E27FC236}">
                <a16:creationId xmlns:a16="http://schemas.microsoft.com/office/drawing/2014/main" id="{019C0555-55BD-32D2-B375-0C0BC6641F54}"/>
              </a:ext>
            </a:extLst>
          </p:cNvPr>
          <p:cNvSpPr>
            <a:spLocks noGrp="1"/>
          </p:cNvSpPr>
          <p:nvPr>
            <p:ph type="dt" sz="half" idx="40"/>
          </p:nvPr>
        </p:nvSpPr>
        <p:spPr/>
        <p:txBody>
          <a:bodyPr/>
          <a:lstStyle>
            <a:lvl1pPr>
              <a:defRPr>
                <a:solidFill>
                  <a:schemeClr val="tx1"/>
                </a:solidFill>
              </a:defRPr>
            </a:lvl1pPr>
          </a:lstStyle>
          <a:p>
            <a:fld id="{8722AE78-E772-4DEF-96E4-D0AB4115C504}" type="datetime3">
              <a:rPr lang="en-US" smtClean="0"/>
              <a:t>11 July 2026</a:t>
            </a:fld>
            <a:endParaRPr lang="en-US" dirty="0"/>
          </a:p>
        </p:txBody>
      </p:sp>
      <p:sp>
        <p:nvSpPr>
          <p:cNvPr id="15" name="Footer Placeholder 14">
            <a:extLst>
              <a:ext uri="{FF2B5EF4-FFF2-40B4-BE49-F238E27FC236}">
                <a16:creationId xmlns:a16="http://schemas.microsoft.com/office/drawing/2014/main" id="{CAA8F600-C044-B2C2-407F-BE157F6651C1}"/>
              </a:ext>
            </a:extLst>
          </p:cNvPr>
          <p:cNvSpPr>
            <a:spLocks noGrp="1"/>
          </p:cNvSpPr>
          <p:nvPr>
            <p:ph type="ftr" sz="quarter" idx="41"/>
          </p:nvPr>
        </p:nvSpPr>
        <p:spPr/>
        <p:txBody>
          <a:bodyPr/>
          <a:lstStyle>
            <a:lvl1pPr>
              <a:defRPr>
                <a:solidFill>
                  <a:schemeClr val="tx1"/>
                </a:solidFill>
              </a:defRPr>
            </a:lvl1pPr>
          </a:lstStyle>
          <a:p>
            <a:r>
              <a:rPr lang="en-US"/>
              <a:t>Insert footer text here</a:t>
            </a:r>
          </a:p>
        </p:txBody>
      </p:sp>
      <p:sp>
        <p:nvSpPr>
          <p:cNvPr id="16" name="Slide Number Placeholder 15">
            <a:extLst>
              <a:ext uri="{FF2B5EF4-FFF2-40B4-BE49-F238E27FC236}">
                <a16:creationId xmlns:a16="http://schemas.microsoft.com/office/drawing/2014/main" id="{04E7CD09-1595-ACE1-D22D-0DB2944898EF}"/>
              </a:ext>
            </a:extLst>
          </p:cNvPr>
          <p:cNvSpPr>
            <a:spLocks noGrp="1"/>
          </p:cNvSpPr>
          <p:nvPr>
            <p:ph type="sldNum" sz="quarter" idx="42"/>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4" name="Group 4">
            <a:extLst>
              <a:ext uri="{FF2B5EF4-FFF2-40B4-BE49-F238E27FC236}">
                <a16:creationId xmlns:a16="http://schemas.microsoft.com/office/drawing/2014/main" id="{8453F1BC-17EA-77B8-592E-FCFE83B19F75}"/>
              </a:ext>
            </a:extLst>
          </p:cNvPr>
          <p:cNvGrpSpPr>
            <a:grpSpLocks noChangeAspect="1"/>
          </p:cNvGrpSpPr>
          <p:nvPr userDrawn="1"/>
        </p:nvGrpSpPr>
        <p:grpSpPr bwMode="black">
          <a:xfrm>
            <a:off x="11623900" y="6276977"/>
            <a:ext cx="346158" cy="355219"/>
            <a:chOff x="7110" y="4004"/>
            <a:chExt cx="191" cy="196"/>
          </a:xfrm>
        </p:grpSpPr>
        <p:sp>
          <p:nvSpPr>
            <p:cNvPr id="5" name="Freeform 5">
              <a:extLst>
                <a:ext uri="{FF2B5EF4-FFF2-40B4-BE49-F238E27FC236}">
                  <a16:creationId xmlns:a16="http://schemas.microsoft.com/office/drawing/2014/main" id="{9B26ED38-5705-7F09-4DBF-E084B72B0749}"/>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6" name="Freeform 6">
              <a:extLst>
                <a:ext uri="{FF2B5EF4-FFF2-40B4-BE49-F238E27FC236}">
                  <a16:creationId xmlns:a16="http://schemas.microsoft.com/office/drawing/2014/main" id="{1C5BFB2A-1E13-09AB-7074-98B802DA0A9A}"/>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7" name="Freeform 7">
              <a:extLst>
                <a:ext uri="{FF2B5EF4-FFF2-40B4-BE49-F238E27FC236}">
                  <a16:creationId xmlns:a16="http://schemas.microsoft.com/office/drawing/2014/main" id="{5EF03636-2B32-4286-9F50-04A4BF522262}"/>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6698241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pic>
        <p:nvPicPr>
          <p:cNvPr id="6" name="Picture 5" descr="A colorful circle on a black background&#10;&#10;Description automatically generated">
            <a:extLst>
              <a:ext uri="{FF2B5EF4-FFF2-40B4-BE49-F238E27FC236}">
                <a16:creationId xmlns:a16="http://schemas.microsoft.com/office/drawing/2014/main" id="{C39DD3F9-9341-288C-0536-DED981D0E40F}"/>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7" name="Text Placeholder 6">
            <a:extLst>
              <a:ext uri="{FF2B5EF4-FFF2-40B4-BE49-F238E27FC236}">
                <a16:creationId xmlns:a16="http://schemas.microsoft.com/office/drawing/2014/main" id="{B1F20FD9-346B-5423-9ECF-F0D4E362CCCE}"/>
              </a:ext>
            </a:extLst>
          </p:cNvPr>
          <p:cNvSpPr>
            <a:spLocks noGrp="1"/>
          </p:cNvSpPr>
          <p:nvPr>
            <p:ph type="body" sz="quarter" idx="13"/>
          </p:nvPr>
        </p:nvSpPr>
        <p:spPr>
          <a:xfrm>
            <a:off x="485774" y="1947546"/>
            <a:ext cx="11218863" cy="4304030"/>
          </a:xfrm>
        </p:spPr>
        <p:txBody>
          <a:bodyPr/>
          <a:lstStyle>
            <a:lvl1pPr marL="0" indent="0">
              <a:lnSpc>
                <a:spcPct val="85000"/>
              </a:lnSpc>
              <a:buNone/>
              <a:defRPr sz="8000" b="1">
                <a:solidFill>
                  <a:schemeClr val="tx1"/>
                </a:solidFill>
                <a:latin typeface="EYInterstate" panose="02000503020000020004"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Date Placeholder 11">
            <a:extLst>
              <a:ext uri="{FF2B5EF4-FFF2-40B4-BE49-F238E27FC236}">
                <a16:creationId xmlns:a16="http://schemas.microsoft.com/office/drawing/2014/main" id="{D2006E5E-EB55-C43F-A9B4-8DABEB5C2397}"/>
              </a:ext>
            </a:extLst>
          </p:cNvPr>
          <p:cNvSpPr>
            <a:spLocks noGrp="1"/>
          </p:cNvSpPr>
          <p:nvPr>
            <p:ph type="dt" sz="half" idx="14"/>
          </p:nvPr>
        </p:nvSpPr>
        <p:spPr/>
        <p:txBody>
          <a:bodyPr/>
          <a:lstStyle>
            <a:lvl1pPr>
              <a:defRPr>
                <a:solidFill>
                  <a:schemeClr val="tx1"/>
                </a:solidFill>
              </a:defRPr>
            </a:lvl1pPr>
          </a:lstStyle>
          <a:p>
            <a:fld id="{5FF0D423-2F6A-40D7-A2CE-8B6843F98C8C}" type="datetime3">
              <a:rPr lang="en-US" smtClean="0"/>
              <a:t>11 July 2026</a:t>
            </a:fld>
            <a:endParaRPr lang="en-US" dirty="0"/>
          </a:p>
        </p:txBody>
      </p:sp>
      <p:sp>
        <p:nvSpPr>
          <p:cNvPr id="13" name="Footer Placeholder 12">
            <a:extLst>
              <a:ext uri="{FF2B5EF4-FFF2-40B4-BE49-F238E27FC236}">
                <a16:creationId xmlns:a16="http://schemas.microsoft.com/office/drawing/2014/main" id="{445F7D0D-6905-1D3D-D30A-EBA5E1125CB7}"/>
              </a:ext>
            </a:extLst>
          </p:cNvPr>
          <p:cNvSpPr>
            <a:spLocks noGrp="1"/>
          </p:cNvSpPr>
          <p:nvPr>
            <p:ph type="ftr" sz="quarter" idx="15"/>
          </p:nvPr>
        </p:nvSpPr>
        <p:spPr/>
        <p:txBody>
          <a:bodyPr/>
          <a:lstStyle>
            <a:lvl1pPr>
              <a:defRPr>
                <a:solidFill>
                  <a:schemeClr val="tx1"/>
                </a:solidFill>
              </a:defRPr>
            </a:lvl1pPr>
          </a:lstStyle>
          <a:p>
            <a:r>
              <a:rPr lang="en-US"/>
              <a:t>Insert footer text here</a:t>
            </a:r>
          </a:p>
        </p:txBody>
      </p:sp>
      <p:sp>
        <p:nvSpPr>
          <p:cNvPr id="14" name="Slide Number Placeholder 13">
            <a:extLst>
              <a:ext uri="{FF2B5EF4-FFF2-40B4-BE49-F238E27FC236}">
                <a16:creationId xmlns:a16="http://schemas.microsoft.com/office/drawing/2014/main" id="{97363F73-563F-BF23-4175-916ADF6ADD1B}"/>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2" name="Group 4">
            <a:extLst>
              <a:ext uri="{FF2B5EF4-FFF2-40B4-BE49-F238E27FC236}">
                <a16:creationId xmlns:a16="http://schemas.microsoft.com/office/drawing/2014/main" id="{E0806E92-9CA8-7CD6-8C03-853AAAF98846}"/>
              </a:ext>
            </a:extLst>
          </p:cNvPr>
          <p:cNvGrpSpPr>
            <a:grpSpLocks noChangeAspect="1"/>
          </p:cNvGrpSpPr>
          <p:nvPr userDrawn="1"/>
        </p:nvGrpSpPr>
        <p:grpSpPr bwMode="black">
          <a:xfrm>
            <a:off x="11623900" y="6276977"/>
            <a:ext cx="346158" cy="355219"/>
            <a:chOff x="7110" y="4004"/>
            <a:chExt cx="191" cy="196"/>
          </a:xfrm>
        </p:grpSpPr>
        <p:sp>
          <p:nvSpPr>
            <p:cNvPr id="3" name="Freeform 5">
              <a:extLst>
                <a:ext uri="{FF2B5EF4-FFF2-40B4-BE49-F238E27FC236}">
                  <a16:creationId xmlns:a16="http://schemas.microsoft.com/office/drawing/2014/main" id="{F98ACE82-2958-251A-9634-105994D7768C}"/>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4" name="Freeform 6">
              <a:extLst>
                <a:ext uri="{FF2B5EF4-FFF2-40B4-BE49-F238E27FC236}">
                  <a16:creationId xmlns:a16="http://schemas.microsoft.com/office/drawing/2014/main" id="{8A190E6F-E59B-12A9-9497-C41DFEF6B3DC}"/>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5" name="Freeform 7">
              <a:extLst>
                <a:ext uri="{FF2B5EF4-FFF2-40B4-BE49-F238E27FC236}">
                  <a16:creationId xmlns:a16="http://schemas.microsoft.com/office/drawing/2014/main" id="{B2FA1C3C-0418-38FF-CF34-587CFC0C570E}"/>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415850199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Key Statement 2">
    <p:spTree>
      <p:nvGrpSpPr>
        <p:cNvPr id="1" name=""/>
        <p:cNvGrpSpPr/>
        <p:nvPr/>
      </p:nvGrpSpPr>
      <p:grpSpPr>
        <a:xfrm>
          <a:off x="0" y="0"/>
          <a:ext cx="0" cy="0"/>
          <a:chOff x="0" y="0"/>
          <a:chExt cx="0" cy="0"/>
        </a:xfrm>
      </p:grpSpPr>
      <p:pic>
        <p:nvPicPr>
          <p:cNvPr id="8" name="Picture 7" descr="A blurry image of a colorful light&#10;&#10;Description automatically generated">
            <a:extLst>
              <a:ext uri="{FF2B5EF4-FFF2-40B4-BE49-F238E27FC236}">
                <a16:creationId xmlns:a16="http://schemas.microsoft.com/office/drawing/2014/main" id="{BFF9BC5C-A44C-B902-3ACE-C29AC4CE3E4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7" name="Text Placeholder 6">
            <a:extLst>
              <a:ext uri="{FF2B5EF4-FFF2-40B4-BE49-F238E27FC236}">
                <a16:creationId xmlns:a16="http://schemas.microsoft.com/office/drawing/2014/main" id="{B1F20FD9-346B-5423-9ECF-F0D4E362CCCE}"/>
              </a:ext>
            </a:extLst>
          </p:cNvPr>
          <p:cNvSpPr>
            <a:spLocks noGrp="1"/>
          </p:cNvSpPr>
          <p:nvPr>
            <p:ph type="body" sz="quarter" idx="13"/>
          </p:nvPr>
        </p:nvSpPr>
        <p:spPr>
          <a:xfrm>
            <a:off x="485774" y="1947546"/>
            <a:ext cx="11218863" cy="4304030"/>
          </a:xfrm>
        </p:spPr>
        <p:txBody>
          <a:bodyPr/>
          <a:lstStyle>
            <a:lvl1pPr marL="0" indent="0">
              <a:lnSpc>
                <a:spcPct val="85000"/>
              </a:lnSpc>
              <a:buNone/>
              <a:defRPr sz="8000" b="1">
                <a:solidFill>
                  <a:schemeClr val="tx1"/>
                </a:solidFill>
                <a:latin typeface="EYInterstate" panose="02000503020000020004"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Date Placeholder 16">
            <a:extLst>
              <a:ext uri="{FF2B5EF4-FFF2-40B4-BE49-F238E27FC236}">
                <a16:creationId xmlns:a16="http://schemas.microsoft.com/office/drawing/2014/main" id="{81B29507-2BB1-EC71-EE9B-8A9EE3F01E0A}"/>
              </a:ext>
            </a:extLst>
          </p:cNvPr>
          <p:cNvSpPr>
            <a:spLocks noGrp="1"/>
          </p:cNvSpPr>
          <p:nvPr>
            <p:ph type="dt" sz="half" idx="14"/>
          </p:nvPr>
        </p:nvSpPr>
        <p:spPr/>
        <p:txBody>
          <a:bodyPr/>
          <a:lstStyle>
            <a:lvl1pPr>
              <a:defRPr>
                <a:solidFill>
                  <a:schemeClr val="tx1"/>
                </a:solidFill>
              </a:defRPr>
            </a:lvl1pPr>
          </a:lstStyle>
          <a:p>
            <a:fld id="{DA3838CF-E956-4CBC-A657-88B9F9FEF984}" type="datetime3">
              <a:rPr lang="en-US" smtClean="0"/>
              <a:t>11 July 2026</a:t>
            </a:fld>
            <a:endParaRPr lang="en-US" dirty="0"/>
          </a:p>
        </p:txBody>
      </p:sp>
      <p:sp>
        <p:nvSpPr>
          <p:cNvPr id="18" name="Footer Placeholder 17">
            <a:extLst>
              <a:ext uri="{FF2B5EF4-FFF2-40B4-BE49-F238E27FC236}">
                <a16:creationId xmlns:a16="http://schemas.microsoft.com/office/drawing/2014/main" id="{E046374F-F6C3-5157-DBE0-F11F0D83F934}"/>
              </a:ext>
            </a:extLst>
          </p:cNvPr>
          <p:cNvSpPr>
            <a:spLocks noGrp="1"/>
          </p:cNvSpPr>
          <p:nvPr>
            <p:ph type="ftr" sz="quarter" idx="15"/>
          </p:nvPr>
        </p:nvSpPr>
        <p:spPr/>
        <p:txBody>
          <a:bodyPr/>
          <a:lstStyle>
            <a:lvl1pPr>
              <a:defRPr>
                <a:solidFill>
                  <a:schemeClr val="tx1"/>
                </a:solidFill>
              </a:defRPr>
            </a:lvl1pPr>
          </a:lstStyle>
          <a:p>
            <a:r>
              <a:rPr lang="en-US"/>
              <a:t>Insert footer text here</a:t>
            </a:r>
          </a:p>
        </p:txBody>
      </p:sp>
      <p:sp>
        <p:nvSpPr>
          <p:cNvPr id="19" name="Slide Number Placeholder 18">
            <a:extLst>
              <a:ext uri="{FF2B5EF4-FFF2-40B4-BE49-F238E27FC236}">
                <a16:creationId xmlns:a16="http://schemas.microsoft.com/office/drawing/2014/main" id="{C71B9A51-27B6-2F80-3AE9-7FB159956105}"/>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2" name="Group 4">
            <a:extLst>
              <a:ext uri="{FF2B5EF4-FFF2-40B4-BE49-F238E27FC236}">
                <a16:creationId xmlns:a16="http://schemas.microsoft.com/office/drawing/2014/main" id="{1CDE27BD-46C7-A524-5EB7-8B5FEEA62B74}"/>
              </a:ext>
            </a:extLst>
          </p:cNvPr>
          <p:cNvGrpSpPr>
            <a:grpSpLocks noChangeAspect="1"/>
          </p:cNvGrpSpPr>
          <p:nvPr userDrawn="1"/>
        </p:nvGrpSpPr>
        <p:grpSpPr bwMode="black">
          <a:xfrm>
            <a:off x="11623900" y="6276977"/>
            <a:ext cx="346158" cy="355219"/>
            <a:chOff x="7110" y="4004"/>
            <a:chExt cx="191" cy="196"/>
          </a:xfrm>
        </p:grpSpPr>
        <p:sp>
          <p:nvSpPr>
            <p:cNvPr id="3" name="Freeform 5">
              <a:extLst>
                <a:ext uri="{FF2B5EF4-FFF2-40B4-BE49-F238E27FC236}">
                  <a16:creationId xmlns:a16="http://schemas.microsoft.com/office/drawing/2014/main" id="{A4C2A58F-B939-7AED-F76A-0D247C5D6F14}"/>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4" name="Freeform 6">
              <a:extLst>
                <a:ext uri="{FF2B5EF4-FFF2-40B4-BE49-F238E27FC236}">
                  <a16:creationId xmlns:a16="http://schemas.microsoft.com/office/drawing/2014/main" id="{41374777-5950-D16E-5C8A-CEEBDD9C5F64}"/>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5" name="Freeform 7">
              <a:extLst>
                <a:ext uri="{FF2B5EF4-FFF2-40B4-BE49-F238E27FC236}">
                  <a16:creationId xmlns:a16="http://schemas.microsoft.com/office/drawing/2014/main" id="{86648B71-A102-284C-B1D1-FB11D93E1D12}"/>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03923741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Quote and Full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E0F7440-6F42-6C00-68CC-571F9367646C}"/>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7" name="Text Placeholder 9">
            <a:extLst>
              <a:ext uri="{FF2B5EF4-FFF2-40B4-BE49-F238E27FC236}">
                <a16:creationId xmlns:a16="http://schemas.microsoft.com/office/drawing/2014/main" id="{4BA46848-8969-3428-7E66-3827EB17DC5A}"/>
              </a:ext>
            </a:extLst>
          </p:cNvPr>
          <p:cNvSpPr>
            <a:spLocks noGrp="1"/>
          </p:cNvSpPr>
          <p:nvPr>
            <p:ph type="body" sz="quarter" idx="13" hasCustomPrompt="1"/>
          </p:nvPr>
        </p:nvSpPr>
        <p:spPr>
          <a:xfrm>
            <a:off x="864959" y="4982400"/>
            <a:ext cx="3445104" cy="193899"/>
          </a:xfrm>
        </p:spPr>
        <p:txBody>
          <a:bodyPr>
            <a:spAutoFit/>
          </a:bodyPr>
          <a:lstStyle>
            <a:lvl1pPr marL="0" indent="0">
              <a:lnSpc>
                <a:spcPct val="90000"/>
              </a:lnSpc>
              <a:buNone/>
              <a:defRPr sz="1400" b="1" i="0">
                <a:solidFill>
                  <a:schemeClr val="tx2"/>
                </a:solidFill>
                <a:latin typeface="+mn-lt"/>
              </a:defRPr>
            </a:lvl1pPr>
          </a:lstStyle>
          <a:p>
            <a:pPr lvl="0"/>
            <a:r>
              <a:rPr lang="en-GB" dirty="0"/>
              <a:t>Name</a:t>
            </a:r>
            <a:endParaRPr lang="en-US" dirty="0"/>
          </a:p>
        </p:txBody>
      </p:sp>
      <p:sp>
        <p:nvSpPr>
          <p:cNvPr id="8" name="Text Placeholder 9">
            <a:extLst>
              <a:ext uri="{FF2B5EF4-FFF2-40B4-BE49-F238E27FC236}">
                <a16:creationId xmlns:a16="http://schemas.microsoft.com/office/drawing/2014/main" id="{78B5CC24-699C-7858-0807-40619F0D533F}"/>
              </a:ext>
            </a:extLst>
          </p:cNvPr>
          <p:cNvSpPr>
            <a:spLocks noGrp="1"/>
          </p:cNvSpPr>
          <p:nvPr>
            <p:ph type="body" sz="quarter" idx="14" hasCustomPrompt="1"/>
          </p:nvPr>
        </p:nvSpPr>
        <p:spPr>
          <a:xfrm>
            <a:off x="864961" y="5184000"/>
            <a:ext cx="3445104" cy="153888"/>
          </a:xfrm>
        </p:spPr>
        <p:txBody>
          <a:bodyPr wrap="square">
            <a:spAutoFit/>
          </a:bodyPr>
          <a:lstStyle>
            <a:lvl1pPr marL="0" indent="0">
              <a:buNone/>
              <a:defRPr sz="1000" b="0" i="0">
                <a:solidFill>
                  <a:schemeClr val="tx1"/>
                </a:solidFill>
                <a:latin typeface="+mn-lt"/>
              </a:defRPr>
            </a:lvl1pPr>
          </a:lstStyle>
          <a:p>
            <a:pPr lvl="0"/>
            <a:r>
              <a:rPr lang="en-GB" dirty="0"/>
              <a:t>Job title</a:t>
            </a:r>
            <a:endParaRPr lang="en-US" dirty="0"/>
          </a:p>
        </p:txBody>
      </p:sp>
      <p:sp>
        <p:nvSpPr>
          <p:cNvPr id="18" name="Date Placeholder 17">
            <a:extLst>
              <a:ext uri="{FF2B5EF4-FFF2-40B4-BE49-F238E27FC236}">
                <a16:creationId xmlns:a16="http://schemas.microsoft.com/office/drawing/2014/main" id="{DFFEAF1E-587A-2BBD-24CD-BAC3592390EE}"/>
              </a:ext>
            </a:extLst>
          </p:cNvPr>
          <p:cNvSpPr>
            <a:spLocks noGrp="1"/>
          </p:cNvSpPr>
          <p:nvPr>
            <p:ph type="dt" sz="half" idx="31"/>
          </p:nvPr>
        </p:nvSpPr>
        <p:spPr/>
        <p:txBody>
          <a:bodyPr/>
          <a:lstStyle>
            <a:lvl1pPr>
              <a:defRPr>
                <a:solidFill>
                  <a:schemeClr val="tx1"/>
                </a:solidFill>
              </a:defRPr>
            </a:lvl1pPr>
          </a:lstStyle>
          <a:p>
            <a:fld id="{44184577-3908-4D44-A0C0-6725FBA36825}" type="datetime3">
              <a:rPr lang="en-US" smtClean="0"/>
              <a:t>11 July 2026</a:t>
            </a:fld>
            <a:endParaRPr lang="en-US" dirty="0"/>
          </a:p>
        </p:txBody>
      </p:sp>
      <p:sp>
        <p:nvSpPr>
          <p:cNvPr id="21" name="Footer Placeholder 20">
            <a:extLst>
              <a:ext uri="{FF2B5EF4-FFF2-40B4-BE49-F238E27FC236}">
                <a16:creationId xmlns:a16="http://schemas.microsoft.com/office/drawing/2014/main" id="{7C22E0FE-1715-0380-EFE7-5D520713B07F}"/>
              </a:ext>
            </a:extLst>
          </p:cNvPr>
          <p:cNvSpPr>
            <a:spLocks noGrp="1"/>
          </p:cNvSpPr>
          <p:nvPr>
            <p:ph type="ftr" sz="quarter" idx="32"/>
          </p:nvPr>
        </p:nvSpPr>
        <p:spPr/>
        <p:txBody>
          <a:bodyPr/>
          <a:lstStyle>
            <a:lvl1pPr>
              <a:defRPr>
                <a:solidFill>
                  <a:schemeClr val="tx1"/>
                </a:solidFill>
              </a:defRPr>
            </a:lvl1pPr>
          </a:lstStyle>
          <a:p>
            <a:r>
              <a:rPr lang="en-US"/>
              <a:t>Insert footer text here</a:t>
            </a:r>
          </a:p>
        </p:txBody>
      </p:sp>
      <p:sp>
        <p:nvSpPr>
          <p:cNvPr id="22" name="Slide Number Placeholder 21">
            <a:extLst>
              <a:ext uri="{FF2B5EF4-FFF2-40B4-BE49-F238E27FC236}">
                <a16:creationId xmlns:a16="http://schemas.microsoft.com/office/drawing/2014/main" id="{5820BCA4-5D74-8EE6-4914-C7C86F87E378}"/>
              </a:ext>
            </a:extLst>
          </p:cNvPr>
          <p:cNvSpPr>
            <a:spLocks noGrp="1"/>
          </p:cNvSpPr>
          <p:nvPr>
            <p:ph type="sldNum" sz="quarter" idx="33"/>
          </p:nvPr>
        </p:nvSpPr>
        <p:spPr/>
        <p:txBody>
          <a:bodyPr/>
          <a:lstStyle>
            <a:lvl1pPr>
              <a:defRPr>
                <a:solidFill>
                  <a:schemeClr val="tx1"/>
                </a:solidFill>
              </a:defRPr>
            </a:lvl1pPr>
          </a:lstStyle>
          <a:p>
            <a:fld id="{F1BC30E3-FFE5-4B91-AA19-87A149EBB9EE}" type="slidenum">
              <a:rPr lang="en-GB" smtClean="0"/>
              <a:pPr/>
              <a:t>‹#›</a:t>
            </a:fld>
            <a:endParaRPr lang="en-GB" dirty="0"/>
          </a:p>
        </p:txBody>
      </p:sp>
      <p:sp>
        <p:nvSpPr>
          <p:cNvPr id="4" name="Text Placeholder 23">
            <a:extLst>
              <a:ext uri="{FF2B5EF4-FFF2-40B4-BE49-F238E27FC236}">
                <a16:creationId xmlns:a16="http://schemas.microsoft.com/office/drawing/2014/main" id="{E82A0447-0820-5F05-7D32-3BE15F194869}"/>
              </a:ext>
            </a:extLst>
          </p:cNvPr>
          <p:cNvSpPr>
            <a:spLocks noGrp="1"/>
          </p:cNvSpPr>
          <p:nvPr>
            <p:ph type="body" sz="quarter" idx="26" hasCustomPrompt="1"/>
          </p:nvPr>
        </p:nvSpPr>
        <p:spPr>
          <a:xfrm>
            <a:off x="774000" y="358916"/>
            <a:ext cx="2023892" cy="1419083"/>
          </a:xfrm>
        </p:spPr>
        <p:txBody>
          <a:bodyPr anchor="t"/>
          <a:lstStyle>
            <a:lvl1pPr marL="0" indent="0">
              <a:spcBef>
                <a:spcPts val="0"/>
              </a:spcBef>
              <a:spcAft>
                <a:spcPts val="0"/>
              </a:spcAft>
              <a:buNone/>
              <a:defRPr sz="19200" b="0" i="0">
                <a:solidFill>
                  <a:schemeClr val="tx2"/>
                </a:solidFill>
                <a:latin typeface="Georgia Pro" panose="02040502050405020303" pitchFamily="18" charset="0"/>
              </a:defRPr>
            </a:lvl1pPr>
          </a:lstStyle>
          <a:p>
            <a:pPr lvl="0"/>
            <a:r>
              <a:rPr lang="en-GB" dirty="0"/>
              <a:t>“</a:t>
            </a:r>
          </a:p>
        </p:txBody>
      </p:sp>
      <p:sp>
        <p:nvSpPr>
          <p:cNvPr id="5" name="Text Placeholder 23">
            <a:extLst>
              <a:ext uri="{FF2B5EF4-FFF2-40B4-BE49-F238E27FC236}">
                <a16:creationId xmlns:a16="http://schemas.microsoft.com/office/drawing/2014/main" id="{8A771E8A-8B2A-ED69-3AEC-E5AEDB16F0EE}"/>
              </a:ext>
            </a:extLst>
          </p:cNvPr>
          <p:cNvSpPr>
            <a:spLocks noGrp="1"/>
          </p:cNvSpPr>
          <p:nvPr>
            <p:ph type="body" sz="quarter" idx="25" hasCustomPrompt="1"/>
          </p:nvPr>
        </p:nvSpPr>
        <p:spPr>
          <a:xfrm>
            <a:off x="864959" y="1958400"/>
            <a:ext cx="7524979" cy="2721927"/>
          </a:xfrm>
        </p:spPr>
        <p:txBody>
          <a:bodyPr/>
          <a:lstStyle>
            <a:lvl1pPr marL="0" indent="0">
              <a:buNone/>
              <a:defRPr sz="4800" b="0" i="0">
                <a:solidFill>
                  <a:schemeClr val="tx1"/>
                </a:solidFill>
                <a:latin typeface="Georgia Pro" panose="02040502050405020303" pitchFamily="18" charset="0"/>
              </a:defRPr>
            </a:lvl1pPr>
          </a:lstStyle>
          <a:p>
            <a:pPr lvl="0"/>
            <a:r>
              <a:rPr lang="en-GB" dirty="0"/>
              <a:t>Quote goes here.</a:t>
            </a:r>
          </a:p>
        </p:txBody>
      </p:sp>
      <p:sp>
        <p:nvSpPr>
          <p:cNvPr id="6" name="SmartArt Placeholder 13">
            <a:extLst>
              <a:ext uri="{FF2B5EF4-FFF2-40B4-BE49-F238E27FC236}">
                <a16:creationId xmlns:a16="http://schemas.microsoft.com/office/drawing/2014/main" id="{C175892A-D780-3687-E55F-52F03613966A}"/>
              </a:ext>
            </a:extLst>
          </p:cNvPr>
          <p:cNvSpPr>
            <a:spLocks noGrp="1"/>
          </p:cNvSpPr>
          <p:nvPr>
            <p:ph type="dgm" sz="quarter" idx="34"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dirty="0"/>
              <a:t> </a:t>
            </a:r>
          </a:p>
        </p:txBody>
      </p:sp>
      <p:sp>
        <p:nvSpPr>
          <p:cNvPr id="10" name="SmartArt Placeholder 14">
            <a:extLst>
              <a:ext uri="{FF2B5EF4-FFF2-40B4-BE49-F238E27FC236}">
                <a16:creationId xmlns:a16="http://schemas.microsoft.com/office/drawing/2014/main" id="{4A443555-765D-10C7-DCA6-95FCD6943CA2}"/>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2"/>
          </a:solidFill>
        </p:spPr>
        <p:txBody>
          <a:bodyPr wrap="square">
            <a:noAutofit/>
          </a:bodyPr>
          <a:lstStyle>
            <a:lvl1pPr marL="0" indent="0">
              <a:buFont typeface="Arial" panose="020B0604020202020204" pitchFamily="34" charset="0"/>
              <a:buNone/>
              <a:defRPr sz="800"/>
            </a:lvl1pPr>
          </a:lstStyle>
          <a:p>
            <a:r>
              <a:rPr lang="en-US" dirty="0"/>
              <a:t> </a:t>
            </a:r>
          </a:p>
        </p:txBody>
      </p:sp>
    </p:spTree>
    <p:extLst>
      <p:ext uri="{BB962C8B-B14F-4D97-AF65-F5344CB8AC3E}">
        <p14:creationId xmlns:p14="http://schemas.microsoft.com/office/powerpoint/2010/main" val="100584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Video">
    <p:spTree>
      <p:nvGrpSpPr>
        <p:cNvPr id="1" name=""/>
        <p:cNvGrpSpPr/>
        <p:nvPr/>
      </p:nvGrpSpPr>
      <p:grpSpPr>
        <a:xfrm>
          <a:off x="0" y="0"/>
          <a:ext cx="0" cy="0"/>
          <a:chOff x="0" y="0"/>
          <a:chExt cx="0" cy="0"/>
        </a:xfrm>
      </p:grpSpPr>
      <p:sp>
        <p:nvSpPr>
          <p:cNvPr id="7" name="Media Placeholder 6">
            <a:extLst>
              <a:ext uri="{FF2B5EF4-FFF2-40B4-BE49-F238E27FC236}">
                <a16:creationId xmlns:a16="http://schemas.microsoft.com/office/drawing/2014/main" id="{04648CD8-B307-812B-5BD0-91AA365C73D1}"/>
              </a:ext>
            </a:extLst>
          </p:cNvPr>
          <p:cNvSpPr>
            <a:spLocks noGrp="1"/>
          </p:cNvSpPr>
          <p:nvPr>
            <p:ph type="media" sz="quarter" idx="13"/>
          </p:nvPr>
        </p:nvSpPr>
        <p:spPr>
          <a:xfrm>
            <a:off x="0" y="0"/>
            <a:ext cx="12192000" cy="6858000"/>
          </a:xfrm>
        </p:spPr>
        <p:txBody>
          <a:bodyPr/>
          <a:lstStyle/>
          <a:p>
            <a:r>
              <a:rPr lang="en-GB" dirty="0"/>
              <a:t>Click icon to add media</a:t>
            </a:r>
            <a:endParaRPr lang="en-US" dirty="0"/>
          </a:p>
        </p:txBody>
      </p:sp>
      <p:sp>
        <p:nvSpPr>
          <p:cNvPr id="4" name="Date Placeholder 8">
            <a:extLst>
              <a:ext uri="{FF2B5EF4-FFF2-40B4-BE49-F238E27FC236}">
                <a16:creationId xmlns:a16="http://schemas.microsoft.com/office/drawing/2014/main" id="{2B2A75B8-AC69-234D-6453-3F51196FB90B}"/>
              </a:ext>
            </a:extLst>
          </p:cNvPr>
          <p:cNvSpPr>
            <a:spLocks noGrp="1"/>
          </p:cNvSpPr>
          <p:nvPr>
            <p:ph type="dt" sz="half" idx="10"/>
          </p:nvPr>
        </p:nvSpPr>
        <p:spPr>
          <a:xfrm>
            <a:off x="994845" y="6437115"/>
            <a:ext cx="1275686" cy="123111"/>
          </a:xfrm>
        </p:spPr>
        <p:txBody>
          <a:bodyPr/>
          <a:lstStyle>
            <a:lvl1pPr>
              <a:defRPr>
                <a:solidFill>
                  <a:schemeClr val="bg1"/>
                </a:solidFill>
              </a:defRPr>
            </a:lvl1pPr>
          </a:lstStyle>
          <a:p>
            <a:fld id="{953F67A3-D43E-4843-89C3-3ED809E431D3}" type="datetime3">
              <a:rPr lang="en-US" smtClean="0"/>
              <a:t>11 July 2026</a:t>
            </a:fld>
            <a:endParaRPr lang="en-US" dirty="0"/>
          </a:p>
        </p:txBody>
      </p:sp>
      <p:sp>
        <p:nvSpPr>
          <p:cNvPr id="5" name="Footer Placeholder 9">
            <a:extLst>
              <a:ext uri="{FF2B5EF4-FFF2-40B4-BE49-F238E27FC236}">
                <a16:creationId xmlns:a16="http://schemas.microsoft.com/office/drawing/2014/main" id="{D1F90C88-74CB-BCA1-B76D-286F3EBEEED3}"/>
              </a:ext>
            </a:extLst>
          </p:cNvPr>
          <p:cNvSpPr>
            <a:spLocks noGrp="1"/>
          </p:cNvSpPr>
          <p:nvPr>
            <p:ph type="ftr" sz="quarter" idx="11"/>
          </p:nvPr>
        </p:nvSpPr>
        <p:spPr>
          <a:xfrm>
            <a:off x="2270531" y="6437115"/>
            <a:ext cx="3825470" cy="123111"/>
          </a:xfrm>
        </p:spPr>
        <p:txBody>
          <a:bodyPr/>
          <a:lstStyle>
            <a:lvl1pPr>
              <a:defRPr>
                <a:solidFill>
                  <a:schemeClr val="bg1"/>
                </a:solidFill>
              </a:defRPr>
            </a:lvl1pPr>
          </a:lstStyle>
          <a:p>
            <a:r>
              <a:rPr lang="en-US"/>
              <a:t>Insert footer text here</a:t>
            </a:r>
          </a:p>
        </p:txBody>
      </p:sp>
      <p:sp>
        <p:nvSpPr>
          <p:cNvPr id="6" name="Slide Number Placeholder 10">
            <a:extLst>
              <a:ext uri="{FF2B5EF4-FFF2-40B4-BE49-F238E27FC236}">
                <a16:creationId xmlns:a16="http://schemas.microsoft.com/office/drawing/2014/main" id="{85104006-7F28-1301-537B-8A442233737F}"/>
              </a:ext>
            </a:extLst>
          </p:cNvPr>
          <p:cNvSpPr>
            <a:spLocks noGrp="1"/>
          </p:cNvSpPr>
          <p:nvPr>
            <p:ph type="sldNum" sz="quarter" idx="12"/>
          </p:nvPr>
        </p:nvSpPr>
        <p:spPr>
          <a:xfrm>
            <a:off x="485747" y="6437115"/>
            <a:ext cx="509098" cy="123111"/>
          </a:xfrm>
        </p:spPr>
        <p:txBody>
          <a:bodyPr/>
          <a:lstStyle>
            <a:lvl1pPr>
              <a:defRPr>
                <a:solidFill>
                  <a:schemeClr val="bg1"/>
                </a:solidFill>
              </a:defRPr>
            </a:lvl1pPr>
          </a:lstStyle>
          <a:p>
            <a:fld id="{F1BC30E3-FFE5-4B91-AA19-87A149EBB9EE}" type="slidenum">
              <a:rPr lang="en-GB" smtClean="0"/>
              <a:pPr/>
              <a:t>‹#›</a:t>
            </a:fld>
            <a:endParaRPr lang="en-GB" dirty="0"/>
          </a:p>
        </p:txBody>
      </p:sp>
      <p:sp>
        <p:nvSpPr>
          <p:cNvPr id="2" name="SmartArt Placeholder 13">
            <a:extLst>
              <a:ext uri="{FF2B5EF4-FFF2-40B4-BE49-F238E27FC236}">
                <a16:creationId xmlns:a16="http://schemas.microsoft.com/office/drawing/2014/main" id="{7EB1D1CC-D315-B6FA-1A39-C605B10441F2}"/>
              </a:ext>
            </a:extLst>
          </p:cNvPr>
          <p:cNvSpPr>
            <a:spLocks noGrp="1"/>
          </p:cNvSpPr>
          <p:nvPr>
            <p:ph type="dgm" sz="quarter" idx="28"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dirty="0"/>
              <a:t> </a:t>
            </a:r>
          </a:p>
        </p:txBody>
      </p:sp>
      <p:sp>
        <p:nvSpPr>
          <p:cNvPr id="3" name="SmartArt Placeholder 14">
            <a:extLst>
              <a:ext uri="{FF2B5EF4-FFF2-40B4-BE49-F238E27FC236}">
                <a16:creationId xmlns:a16="http://schemas.microsoft.com/office/drawing/2014/main" id="{442A224B-11FE-50D1-E5E3-DDE53EB0C4E8}"/>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2"/>
          </a:solidFill>
        </p:spPr>
        <p:txBody>
          <a:bodyPr wrap="square">
            <a:noAutofit/>
          </a:bodyPr>
          <a:lstStyle>
            <a:lvl1pPr marL="0" indent="0">
              <a:buFont typeface="Arial" panose="020B0604020202020204" pitchFamily="34" charset="0"/>
              <a:buNone/>
              <a:defRPr sz="800"/>
            </a:lvl1pPr>
          </a:lstStyle>
          <a:p>
            <a:r>
              <a:rPr lang="en-US" dirty="0"/>
              <a:t> </a:t>
            </a:r>
          </a:p>
        </p:txBody>
      </p:sp>
    </p:spTree>
    <p:extLst>
      <p:ext uri="{BB962C8B-B14F-4D97-AF65-F5344CB8AC3E}">
        <p14:creationId xmlns:p14="http://schemas.microsoft.com/office/powerpoint/2010/main" val="37745080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458035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Boilerplate">
    <p:spTree>
      <p:nvGrpSpPr>
        <p:cNvPr id="1" name=""/>
        <p:cNvGrpSpPr/>
        <p:nvPr/>
      </p:nvGrpSpPr>
      <p:grpSpPr>
        <a:xfrm>
          <a:off x="0" y="0"/>
          <a:ext cx="0" cy="0"/>
          <a:chOff x="0" y="0"/>
          <a:chExt cx="0" cy="0"/>
        </a:xfrm>
      </p:grpSpPr>
      <p:pic>
        <p:nvPicPr>
          <p:cNvPr id="6" name="Picture 5" descr="A bright yellow circle&#10;&#10;Description automatically generated with medium confidence">
            <a:extLst>
              <a:ext uri="{FF2B5EF4-FFF2-40B4-BE49-F238E27FC236}">
                <a16:creationId xmlns:a16="http://schemas.microsoft.com/office/drawing/2014/main" id="{0CE0EE1C-69FD-A2A1-0E47-EEBF86AA51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Tree>
    <p:extLst>
      <p:ext uri="{BB962C8B-B14F-4D97-AF65-F5344CB8AC3E}">
        <p14:creationId xmlns:p14="http://schemas.microsoft.com/office/powerpoint/2010/main" val="86171349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1" y="201600"/>
            <a:ext cx="10972800" cy="594360"/>
          </a:xfrm>
        </p:spPr>
        <p:txBody>
          <a:bodyPr/>
          <a:lstStyle>
            <a:lvl1pPr>
              <a:defRPr sz="2399">
                <a:solidFill>
                  <a:schemeClr val="bg1"/>
                </a:solidFill>
                <a:latin typeface="EYInterstate Light" panose="02000506000000020004" pitchFamily="2" charset="0"/>
              </a:defRPr>
            </a:lvl1pPr>
          </a:lstStyle>
          <a:p>
            <a:r>
              <a:rPr lang="en-US"/>
              <a:t>Click to edit Master title style</a:t>
            </a:r>
            <a:endParaRPr lang="en-GB" dirty="0"/>
          </a:p>
        </p:txBody>
      </p:sp>
      <p:sp>
        <p:nvSpPr>
          <p:cNvPr id="13" name="Table Placeholder 4">
            <a:extLst>
              <a:ext uri="{FF2B5EF4-FFF2-40B4-BE49-F238E27FC236}">
                <a16:creationId xmlns:a16="http://schemas.microsoft.com/office/drawing/2014/main" id="{C5AC4C92-885D-49C5-B704-597DE68FC006}"/>
              </a:ext>
            </a:extLst>
          </p:cNvPr>
          <p:cNvSpPr txBox="1">
            <a:spLocks/>
          </p:cNvSpPr>
          <p:nvPr userDrawn="1"/>
        </p:nvSpPr>
        <p:spPr>
          <a:xfrm>
            <a:off x="813224" y="1137922"/>
            <a:ext cx="6610006" cy="4267457"/>
          </a:xfrm>
          <a:prstGeom prst="rect">
            <a:avLst/>
          </a:prstGeom>
        </p:spPr>
        <p:txBody>
          <a:bodyPr vert="horz" lIns="0" tIns="0" rIns="0" bIns="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56438" marR="0" lvl="0" indent="-356438" algn="l" defTabSz="913943" rtl="0" eaLnBrk="1" fontAlgn="auto" latinLnBrk="0" hangingPunct="1">
              <a:lnSpc>
                <a:spcPct val="100000"/>
              </a:lnSpc>
              <a:spcBef>
                <a:spcPct val="20000"/>
              </a:spcBef>
              <a:spcAft>
                <a:spcPts val="0"/>
              </a:spcAft>
              <a:buClr>
                <a:srgbClr val="FFE600"/>
              </a:buClr>
              <a:buSzPct val="70000"/>
              <a:buFont typeface="Arial" pitchFamily="34" charset="0"/>
              <a:buChar char="►"/>
              <a:tabLst/>
              <a:defRPr/>
            </a:pPr>
            <a:endParaRPr kumimoji="0" lang="en-IN" sz="1999" b="0" i="0" u="none" strike="noStrike" kern="1200" cap="none" spc="0" normalizeH="0" baseline="0" noProof="0">
              <a:ln>
                <a:noFill/>
              </a:ln>
              <a:solidFill>
                <a:sysClr val="window" lastClr="FFFFFF"/>
              </a:solidFill>
              <a:effectLst/>
              <a:uLnTx/>
              <a:uFillTx/>
              <a:latin typeface="EYInterstate Light" panose="02000506000000020004" pitchFamily="2" charset="0"/>
              <a:ea typeface="+mn-ea"/>
              <a:cs typeface="+mn-cs"/>
            </a:endParaRPr>
          </a:p>
        </p:txBody>
      </p:sp>
      <p:sp>
        <p:nvSpPr>
          <p:cNvPr id="5" name="Line 10">
            <a:extLst>
              <a:ext uri="{FF2B5EF4-FFF2-40B4-BE49-F238E27FC236}">
                <a16:creationId xmlns:a16="http://schemas.microsoft.com/office/drawing/2014/main" id="{04A2E968-DBA8-4BD3-8F8F-9B23825BC4DF}"/>
              </a:ext>
            </a:extLst>
          </p:cNvPr>
          <p:cNvSpPr>
            <a:spLocks noChangeShapeType="1"/>
          </p:cNvSpPr>
          <p:nvPr userDrawn="1"/>
        </p:nvSpPr>
        <p:spPr bwMode="auto">
          <a:xfrm>
            <a:off x="609602" y="907750"/>
            <a:ext cx="1101171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dirty="0">
              <a:solidFill>
                <a:schemeClr val="bg1"/>
              </a:solidFill>
            </a:endParaRPr>
          </a:p>
        </p:txBody>
      </p:sp>
      <p:sp>
        <p:nvSpPr>
          <p:cNvPr id="3" name="Date Placeholder 2">
            <a:extLst>
              <a:ext uri="{FF2B5EF4-FFF2-40B4-BE49-F238E27FC236}">
                <a16:creationId xmlns:a16="http://schemas.microsoft.com/office/drawing/2014/main" id="{08218B73-555A-4F14-931F-DAE40AC25DA9}"/>
              </a:ext>
            </a:extLst>
          </p:cNvPr>
          <p:cNvSpPr>
            <a:spLocks noGrp="1"/>
          </p:cNvSpPr>
          <p:nvPr>
            <p:ph type="dt" sz="half" idx="10"/>
          </p:nvPr>
        </p:nvSpPr>
        <p:spPr/>
        <p:txBody>
          <a:bodyPr/>
          <a:lstStyle/>
          <a:p>
            <a:fld id="{5D44F7F7-7376-4A8F-BC88-154581002E6B}" type="datetime3">
              <a:rPr lang="en-US" smtClean="0"/>
              <a:t>11 July 2026</a:t>
            </a:fld>
            <a:endParaRPr lang="en-IN" dirty="0"/>
          </a:p>
        </p:txBody>
      </p:sp>
      <p:sp>
        <p:nvSpPr>
          <p:cNvPr id="4" name="Footer Placeholder 3">
            <a:extLst>
              <a:ext uri="{FF2B5EF4-FFF2-40B4-BE49-F238E27FC236}">
                <a16:creationId xmlns:a16="http://schemas.microsoft.com/office/drawing/2014/main" id="{FE7FC2ED-0BA0-4018-BDCE-AA7E8B55917D}"/>
              </a:ext>
            </a:extLst>
          </p:cNvPr>
          <p:cNvSpPr>
            <a:spLocks noGrp="1"/>
          </p:cNvSpPr>
          <p:nvPr>
            <p:ph type="ftr" sz="quarter" idx="11"/>
          </p:nvPr>
        </p:nvSpPr>
        <p:spPr/>
        <p:txBody>
          <a:bodyPr/>
          <a:lstStyle/>
          <a:p>
            <a:r>
              <a:rPr lang="en-IN"/>
              <a:t>Presentation title</a:t>
            </a:r>
            <a:endParaRPr lang="en-IN" dirty="0"/>
          </a:p>
        </p:txBody>
      </p:sp>
      <p:sp>
        <p:nvSpPr>
          <p:cNvPr id="6" name="Slide Number Placeholder 5">
            <a:extLst>
              <a:ext uri="{FF2B5EF4-FFF2-40B4-BE49-F238E27FC236}">
                <a16:creationId xmlns:a16="http://schemas.microsoft.com/office/drawing/2014/main" id="{51549BB1-9F3B-419B-872D-8849B20BD1B5}"/>
              </a:ext>
            </a:extLst>
          </p:cNvPr>
          <p:cNvSpPr>
            <a:spLocks noGrp="1"/>
          </p:cNvSpPr>
          <p:nvPr>
            <p:ph type="sldNum" sz="quarter" idx="12"/>
          </p:nvPr>
        </p:nvSpPr>
        <p:spPr>
          <a:xfrm>
            <a:off x="609601" y="6516456"/>
            <a:ext cx="884088" cy="123111"/>
          </a:xfrm>
          <a:prstGeom prst="rect">
            <a:avLst/>
          </a:prstGeom>
        </p:spPr>
        <p:txBody>
          <a:bodyPr/>
          <a:lstStyle/>
          <a:p>
            <a:r>
              <a:rPr lang="en-GB"/>
              <a:t>Page </a:t>
            </a:r>
            <a:fld id="{F1BC30E3-FFE5-4B91-AA19-87A149EBB9EE}" type="slidenum">
              <a:rPr smtClean="0"/>
              <a:pPr/>
              <a:t>‹#›</a:t>
            </a:fld>
            <a:endParaRPr dirty="0"/>
          </a:p>
        </p:txBody>
      </p:sp>
    </p:spTree>
    <p:extLst>
      <p:ext uri="{BB962C8B-B14F-4D97-AF65-F5344CB8AC3E}">
        <p14:creationId xmlns:p14="http://schemas.microsoft.com/office/powerpoint/2010/main" val="72795882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A blurry image of a rainbow&#10;&#10;Description automatically generated">
            <a:extLst>
              <a:ext uri="{FF2B5EF4-FFF2-40B4-BE49-F238E27FC236}">
                <a16:creationId xmlns:a16="http://schemas.microsoft.com/office/drawing/2014/main" id="{317BE7A3-A673-B58A-8BE4-D36A0E590D33}"/>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5" name="Group 4">
            <a:extLst>
              <a:ext uri="{FF2B5EF4-FFF2-40B4-BE49-F238E27FC236}">
                <a16:creationId xmlns:a16="http://schemas.microsoft.com/office/drawing/2014/main" id="{3D8D2553-DCAF-2D9D-2138-FE4E794B7FFA}"/>
              </a:ext>
            </a:extLst>
          </p:cNvPr>
          <p:cNvGrpSpPr/>
          <p:nvPr userDrawn="1"/>
        </p:nvGrpSpPr>
        <p:grpSpPr>
          <a:xfrm>
            <a:off x="485775" y="6164633"/>
            <a:ext cx="4940935" cy="318770"/>
            <a:chOff x="485775" y="6164633"/>
            <a:chExt cx="4940935" cy="318770"/>
          </a:xfrm>
        </p:grpSpPr>
        <p:sp>
          <p:nvSpPr>
            <p:cNvPr id="297" name="Freeform 296">
              <a:extLst>
                <a:ext uri="{FF2B5EF4-FFF2-40B4-BE49-F238E27FC236}">
                  <a16:creationId xmlns:a16="http://schemas.microsoft.com/office/drawing/2014/main" id="{AD4E5D8B-12B4-19F3-17D4-D12BF368FC85}"/>
                </a:ext>
              </a:extLst>
            </p:cNvPr>
            <p:cNvSpPr/>
            <p:nvPr/>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98" name="Freeform 297">
              <a:extLst>
                <a:ext uri="{FF2B5EF4-FFF2-40B4-BE49-F238E27FC236}">
                  <a16:creationId xmlns:a16="http://schemas.microsoft.com/office/drawing/2014/main" id="{219789D6-6B07-F2E6-06BE-8CA9DC83E385}"/>
                </a:ext>
              </a:extLst>
            </p:cNvPr>
            <p:cNvSpPr/>
            <p:nvPr/>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grpSp>
        <p:nvGrpSpPr>
          <p:cNvPr id="4" name="Group 3">
            <a:extLst>
              <a:ext uri="{FF2B5EF4-FFF2-40B4-BE49-F238E27FC236}">
                <a16:creationId xmlns:a16="http://schemas.microsoft.com/office/drawing/2014/main" id="{9767D4D9-A47B-4020-6B9B-87B081166C85}"/>
              </a:ext>
            </a:extLst>
          </p:cNvPr>
          <p:cNvGrpSpPr/>
          <p:nvPr userDrawn="1"/>
        </p:nvGrpSpPr>
        <p:grpSpPr>
          <a:xfrm>
            <a:off x="485774" y="1291008"/>
            <a:ext cx="5706110" cy="4360545"/>
            <a:chOff x="485774" y="1291008"/>
            <a:chExt cx="5706110" cy="4360545"/>
          </a:xfrm>
        </p:grpSpPr>
        <p:sp>
          <p:nvSpPr>
            <p:cNvPr id="299" name="Freeform 298">
              <a:extLst>
                <a:ext uri="{FF2B5EF4-FFF2-40B4-BE49-F238E27FC236}">
                  <a16:creationId xmlns:a16="http://schemas.microsoft.com/office/drawing/2014/main" id="{70589FC3-4491-BD75-2C16-660DF0B71BBC}"/>
                </a:ext>
              </a:extLst>
            </p:cNvPr>
            <p:cNvSpPr/>
            <p:nvPr/>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293" name="Freeform 292">
              <a:extLst>
                <a:ext uri="{FF2B5EF4-FFF2-40B4-BE49-F238E27FC236}">
                  <a16:creationId xmlns:a16="http://schemas.microsoft.com/office/drawing/2014/main" id="{B00DB918-F11D-F855-5478-ECB25A1AC3D1}"/>
                </a:ext>
              </a:extLst>
            </p:cNvPr>
            <p:cNvSpPr/>
            <p:nvPr/>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FF32FF"/>
                </a:gs>
                <a:gs pos="100000">
                  <a:srgbClr val="32FFFF"/>
                </a:gs>
              </a:gsLst>
              <a:lin ang="18600000" scaled="0"/>
              <a:tileRect/>
            </a:gradFill>
            <a:ln w="8181" cap="flat">
              <a:noFill/>
              <a:prstDash val="solid"/>
              <a:miter/>
            </a:ln>
          </p:spPr>
          <p:txBody>
            <a:bodyPr rtlCol="0" anchor="ctr"/>
            <a:lstStyle/>
            <a:p>
              <a:pPr lvl="0"/>
              <a:endParaRPr lang="en-US"/>
            </a:p>
          </p:txBody>
        </p:sp>
      </p:grpSp>
      <p:sp>
        <p:nvSpPr>
          <p:cNvPr id="274" name="Subtitle 2">
            <a:extLst>
              <a:ext uri="{FF2B5EF4-FFF2-40B4-BE49-F238E27FC236}">
                <a16:creationId xmlns:a16="http://schemas.microsoft.com/office/drawing/2014/main" id="{74103396-CF0A-A808-BF1B-463C3EF7376E}"/>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sz="1600">
                <a:latin typeface="EYInterstate" panose="0200050302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75" name="Title 4">
            <a:extLst>
              <a:ext uri="{FF2B5EF4-FFF2-40B4-BE49-F238E27FC236}">
                <a16:creationId xmlns:a16="http://schemas.microsoft.com/office/drawing/2014/main" id="{B57CD4DB-AED0-4F7E-41BA-02CA96598AEC}"/>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289" name="Text Placeholder 288">
            <a:extLst>
              <a:ext uri="{FF2B5EF4-FFF2-40B4-BE49-F238E27FC236}">
                <a16:creationId xmlns:a16="http://schemas.microsoft.com/office/drawing/2014/main" id="{31D45A6D-135C-8C27-4F13-A3BC79AB3ED3}"/>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14E15DA5-AD3B-F42C-9F90-41E03DA74BAE}"/>
              </a:ext>
            </a:extLst>
          </p:cNvPr>
          <p:cNvGrpSpPr>
            <a:grpSpLocks noChangeAspect="1"/>
          </p:cNvGrpSpPr>
          <p:nvPr userDrawn="1"/>
        </p:nvGrpSpPr>
        <p:grpSpPr>
          <a:xfrm>
            <a:off x="10562024" y="5167683"/>
            <a:ext cx="1220400" cy="1285398"/>
            <a:chOff x="3913438" y="-99392"/>
            <a:chExt cx="6512821" cy="6859693"/>
          </a:xfrm>
        </p:grpSpPr>
        <p:sp>
          <p:nvSpPr>
            <p:cNvPr id="6" name="Freeform: Shape 5">
              <a:extLst>
                <a:ext uri="{FF2B5EF4-FFF2-40B4-BE49-F238E27FC236}">
                  <a16:creationId xmlns:a16="http://schemas.microsoft.com/office/drawing/2014/main" id="{8285A6A1-4C45-4D21-360C-45A025A8C3A8}"/>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BD9164CD-BAAE-149D-12D2-AD957CC5B00C}"/>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B323FA8A-20E5-BBBF-683D-0D9F9C1083B8}"/>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4289078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Slide Spectrum 2">
    <p:spTree>
      <p:nvGrpSpPr>
        <p:cNvPr id="1" name=""/>
        <p:cNvGrpSpPr/>
        <p:nvPr/>
      </p:nvGrpSpPr>
      <p:grpSpPr>
        <a:xfrm>
          <a:off x="0" y="0"/>
          <a:ext cx="0" cy="0"/>
          <a:chOff x="0" y="0"/>
          <a:chExt cx="0" cy="0"/>
        </a:xfrm>
      </p:grpSpPr>
      <p:pic>
        <p:nvPicPr>
          <p:cNvPr id="6" name="Picture 5" descr="A bright light in the dark&#10;&#10;Description automatically generated">
            <a:extLst>
              <a:ext uri="{FF2B5EF4-FFF2-40B4-BE49-F238E27FC236}">
                <a16:creationId xmlns:a16="http://schemas.microsoft.com/office/drawing/2014/main" id="{963FEC0B-473D-E3B8-1E1E-E29DFA66AD11}"/>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3" name="Group 2">
            <a:extLst>
              <a:ext uri="{FF2B5EF4-FFF2-40B4-BE49-F238E27FC236}">
                <a16:creationId xmlns:a16="http://schemas.microsoft.com/office/drawing/2014/main" id="{DFB16D98-C784-FAB9-BCBC-EA53480E5BA8}"/>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4788DF65-E85A-7EA9-F2BB-B439D5C7EB16}"/>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DB6421F7-1BA7-70C3-4C7B-0694CD3F9A6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grpSp>
        <p:nvGrpSpPr>
          <p:cNvPr id="2" name="Group 1">
            <a:extLst>
              <a:ext uri="{FF2B5EF4-FFF2-40B4-BE49-F238E27FC236}">
                <a16:creationId xmlns:a16="http://schemas.microsoft.com/office/drawing/2014/main" id="{E0E8BD61-2DD9-6340-EB16-98CFEA0A221D}"/>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B4038A11-FAB8-DE3A-2D5D-3D1F11925688}"/>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FD45E8E5-E623-933A-074B-D3B9860ABECB}"/>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A420F8"/>
                </a:gs>
                <a:gs pos="100000">
                  <a:srgbClr val="5C94F9"/>
                </a:gs>
              </a:gsLst>
              <a:lin ang="18720000" scaled="0"/>
              <a:tileRect/>
            </a:gradFill>
            <a:ln w="81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
        <p:nvSpPr>
          <p:cNvPr id="28" name="Subtitle 2">
            <a:extLst>
              <a:ext uri="{FF2B5EF4-FFF2-40B4-BE49-F238E27FC236}">
                <a16:creationId xmlns:a16="http://schemas.microsoft.com/office/drawing/2014/main" id="{4CE2B77E-5DDA-CC5C-A575-69779E57947F}"/>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2C2EB3B4-62C2-DB27-F905-7B5310DF5CFC}"/>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41B1F747-977A-C01C-9182-B92C691E57F0}"/>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4" name="Group 3">
            <a:extLst>
              <a:ext uri="{FF2B5EF4-FFF2-40B4-BE49-F238E27FC236}">
                <a16:creationId xmlns:a16="http://schemas.microsoft.com/office/drawing/2014/main" id="{BE2A67DF-28B1-E2B6-D888-253B803BC806}"/>
              </a:ext>
            </a:extLst>
          </p:cNvPr>
          <p:cNvGrpSpPr>
            <a:grpSpLocks noChangeAspect="1"/>
          </p:cNvGrpSpPr>
          <p:nvPr userDrawn="1"/>
        </p:nvGrpSpPr>
        <p:grpSpPr>
          <a:xfrm>
            <a:off x="10562024" y="5167683"/>
            <a:ext cx="1220400" cy="1285398"/>
            <a:chOff x="3913438" y="-99392"/>
            <a:chExt cx="6512821" cy="6859693"/>
          </a:xfrm>
        </p:grpSpPr>
        <p:sp>
          <p:nvSpPr>
            <p:cNvPr id="5" name="Freeform: Shape 4">
              <a:extLst>
                <a:ext uri="{FF2B5EF4-FFF2-40B4-BE49-F238E27FC236}">
                  <a16:creationId xmlns:a16="http://schemas.microsoft.com/office/drawing/2014/main" id="{3930F8F5-10E4-3ACE-74FD-68004C6A9CC8}"/>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34BE0D9F-983D-7AA4-DE05-CABE1C853B24}"/>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F2222131-BAC8-30B9-14D4-444B8413D206}"/>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6958781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 Slide Spectrum 3">
    <p:spTree>
      <p:nvGrpSpPr>
        <p:cNvPr id="1" name=""/>
        <p:cNvGrpSpPr/>
        <p:nvPr/>
      </p:nvGrpSpPr>
      <p:grpSpPr>
        <a:xfrm>
          <a:off x="0" y="0"/>
          <a:ext cx="0" cy="0"/>
          <a:chOff x="0" y="0"/>
          <a:chExt cx="0" cy="0"/>
        </a:xfrm>
      </p:grpSpPr>
      <p:pic>
        <p:nvPicPr>
          <p:cNvPr id="3" name="Picture 2" descr="A colorful light in the dark&#10;&#10;Description automatically generated">
            <a:extLst>
              <a:ext uri="{FF2B5EF4-FFF2-40B4-BE49-F238E27FC236}">
                <a16:creationId xmlns:a16="http://schemas.microsoft.com/office/drawing/2014/main" id="{76F31E31-25A6-21A9-5DF2-0E1AA48A3DF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4" name="Group 3">
            <a:extLst>
              <a:ext uri="{FF2B5EF4-FFF2-40B4-BE49-F238E27FC236}">
                <a16:creationId xmlns:a16="http://schemas.microsoft.com/office/drawing/2014/main" id="{195E5ED2-D1BB-AC6E-BF6A-D4BD239F1FE9}"/>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51D43938-5757-1C8A-B3BA-59EC353FB68E}"/>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FF32FF"/>
                </a:gs>
              </a:gsLst>
              <a:lin ang="18720000" scaled="0"/>
              <a:tileRect/>
            </a:gradFill>
            <a:ln w="8181" cap="flat">
              <a:noFill/>
              <a:prstDash val="solid"/>
              <a:miter/>
            </a:ln>
          </p:spPr>
          <p:txBody>
            <a:bodyPr rtlCol="0" anchor="ctr"/>
            <a:lstStyle/>
            <a:p>
              <a:pPr lvl="0"/>
              <a:endParaRPr lang="en-US"/>
            </a:p>
          </p:txBody>
        </p:sp>
      </p:grpSp>
      <p:grpSp>
        <p:nvGrpSpPr>
          <p:cNvPr id="5" name="Group 4">
            <a:extLst>
              <a:ext uri="{FF2B5EF4-FFF2-40B4-BE49-F238E27FC236}">
                <a16:creationId xmlns:a16="http://schemas.microsoft.com/office/drawing/2014/main" id="{2B7B9A11-36F6-150D-9689-1F2850129990}"/>
              </a:ext>
            </a:extLst>
          </p:cNvPr>
          <p:cNvGrpSpPr>
            <a:grpSpLocks noChangeAspect="1"/>
          </p:cNvGrpSpPr>
          <p:nvPr userDrawn="1"/>
        </p:nvGrpSpPr>
        <p:grpSpPr>
          <a:xfrm>
            <a:off x="10562024" y="5167683"/>
            <a:ext cx="1220400" cy="1285398"/>
            <a:chOff x="3913438" y="-99392"/>
            <a:chExt cx="6512821" cy="6859693"/>
          </a:xfrm>
        </p:grpSpPr>
        <p:sp>
          <p:nvSpPr>
            <p:cNvPr id="6" name="Freeform: Shape 5">
              <a:extLst>
                <a:ext uri="{FF2B5EF4-FFF2-40B4-BE49-F238E27FC236}">
                  <a16:creationId xmlns:a16="http://schemas.microsoft.com/office/drawing/2014/main" id="{9FA79165-A103-A92C-B81E-0450D5593C40}"/>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99BF7F96-361A-536D-0E37-86D1C0C54310}"/>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27418670-9207-62B8-CA3D-AED7B026DC0A}"/>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33981851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itle Slide Frame Yellow">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D5BBB5A-0446-3C14-B12C-56A5730E1CC1}"/>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3" name="Group 2">
            <a:extLst>
              <a:ext uri="{FF2B5EF4-FFF2-40B4-BE49-F238E27FC236}">
                <a16:creationId xmlns:a16="http://schemas.microsoft.com/office/drawing/2014/main" id="{34EF81A0-CB40-42B3-5E1A-AA5D72BFB4DD}"/>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F7C1D2CA-2DB1-76BC-DAFE-210631AEC288}"/>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solidFill>
              <a:schemeClr val="tx2"/>
            </a:solidFill>
            <a:ln w="8181" cap="flat">
              <a:noFill/>
              <a:prstDash val="solid"/>
              <a:miter/>
            </a:ln>
          </p:spPr>
          <p:txBody>
            <a:bodyPr rtlCol="0" anchor="ctr"/>
            <a:lstStyle/>
            <a:p>
              <a:pPr lvl="0"/>
              <a:endParaRPr lang="en-US"/>
            </a:p>
          </p:txBody>
        </p:sp>
      </p:grpSp>
      <p:grpSp>
        <p:nvGrpSpPr>
          <p:cNvPr id="5" name="Group 4">
            <a:extLst>
              <a:ext uri="{FF2B5EF4-FFF2-40B4-BE49-F238E27FC236}">
                <a16:creationId xmlns:a16="http://schemas.microsoft.com/office/drawing/2014/main" id="{94D282E3-E3FA-ACC5-A684-68BE7973AE1B}"/>
              </a:ext>
            </a:extLst>
          </p:cNvPr>
          <p:cNvGrpSpPr>
            <a:grpSpLocks noChangeAspect="1"/>
          </p:cNvGrpSpPr>
          <p:nvPr userDrawn="1"/>
        </p:nvGrpSpPr>
        <p:grpSpPr>
          <a:xfrm>
            <a:off x="10562024" y="5167683"/>
            <a:ext cx="1220400" cy="1285398"/>
            <a:chOff x="3913438" y="-99392"/>
            <a:chExt cx="6512821" cy="6859693"/>
          </a:xfrm>
        </p:grpSpPr>
        <p:sp>
          <p:nvSpPr>
            <p:cNvPr id="6" name="Freeform: Shape 5">
              <a:extLst>
                <a:ext uri="{FF2B5EF4-FFF2-40B4-BE49-F238E27FC236}">
                  <a16:creationId xmlns:a16="http://schemas.microsoft.com/office/drawing/2014/main" id="{C17D3A1D-309B-7B64-A4CB-023CFE74438A}"/>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2230AF1F-89A7-77C7-CF6A-94213D9F75D9}"/>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9" name="Freeform: Shape 8">
              <a:extLst>
                <a:ext uri="{FF2B5EF4-FFF2-40B4-BE49-F238E27FC236}">
                  <a16:creationId xmlns:a16="http://schemas.microsoft.com/office/drawing/2014/main" id="{4FE1CC89-50B5-D555-52ED-73F7EB3FD52A}"/>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343461827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itle Slide Frame Writ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6FA399-654A-7130-1FF0-0F0197A98C2A}"/>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11"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38649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12" name="Title 4">
            <a:extLst>
              <a:ext uri="{FF2B5EF4-FFF2-40B4-BE49-F238E27FC236}">
                <a16:creationId xmlns:a16="http://schemas.microsoft.com/office/drawing/2014/main" id="{1F7B1FDC-B90E-6693-A750-B9BA4B535E8A}"/>
              </a:ext>
            </a:extLst>
          </p:cNvPr>
          <p:cNvSpPr>
            <a:spLocks noGrp="1"/>
          </p:cNvSpPr>
          <p:nvPr>
            <p:ph type="title"/>
          </p:nvPr>
        </p:nvSpPr>
        <p:spPr>
          <a:xfrm>
            <a:off x="889762" y="21272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13"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44759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CB01B256-70C6-9663-9CC6-1F22ADBAE7C3}"/>
              </a:ext>
            </a:extLst>
          </p:cNvPr>
          <p:cNvGrpSpPr/>
          <p:nvPr userDrawn="1"/>
        </p:nvGrpSpPr>
        <p:grpSpPr>
          <a:xfrm>
            <a:off x="485774" y="719508"/>
            <a:ext cx="5706110" cy="4360545"/>
            <a:chOff x="485774" y="719508"/>
            <a:chExt cx="5706110" cy="4360545"/>
          </a:xfrm>
        </p:grpSpPr>
        <p:sp>
          <p:nvSpPr>
            <p:cNvPr id="10" name="Freeform 25">
              <a:extLst>
                <a:ext uri="{FF2B5EF4-FFF2-40B4-BE49-F238E27FC236}">
                  <a16:creationId xmlns:a16="http://schemas.microsoft.com/office/drawing/2014/main" id="{F7E50E80-DFF0-E065-898F-1AFD970459B6}"/>
                </a:ext>
              </a:extLst>
            </p:cNvPr>
            <p:cNvSpPr/>
            <p:nvPr userDrawn="1"/>
          </p:nvSpPr>
          <p:spPr>
            <a:xfrm>
              <a:off x="485774" y="49784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14" name="Freeform 3">
              <a:extLst>
                <a:ext uri="{FF2B5EF4-FFF2-40B4-BE49-F238E27FC236}">
                  <a16:creationId xmlns:a16="http://schemas.microsoft.com/office/drawing/2014/main" id="{7E9D0337-F340-664F-6A13-B03AA4BA4F82}"/>
                </a:ext>
              </a:extLst>
            </p:cNvPr>
            <p:cNvSpPr/>
            <p:nvPr userDrawn="1"/>
          </p:nvSpPr>
          <p:spPr>
            <a:xfrm>
              <a:off x="485775" y="7195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solidFill>
              <a:schemeClr val="tx2"/>
            </a:solidFill>
            <a:ln w="8181" cap="flat">
              <a:noFill/>
              <a:prstDash val="solid"/>
              <a:miter/>
            </a:ln>
          </p:spPr>
          <p:txBody>
            <a:bodyPr rtlCol="0" anchor="ctr"/>
            <a:lstStyle/>
            <a:p>
              <a:pPr lvl="0"/>
              <a:endParaRPr lang="en-US"/>
            </a:p>
          </p:txBody>
        </p:sp>
      </p:grpSp>
      <p:sp>
        <p:nvSpPr>
          <p:cNvPr id="15" name="TextBox 14">
            <a:extLst>
              <a:ext uri="{FF2B5EF4-FFF2-40B4-BE49-F238E27FC236}">
                <a16:creationId xmlns:a16="http://schemas.microsoft.com/office/drawing/2014/main" id="{EEB2775D-C14D-1FFE-E3E9-4E62DDA32301}"/>
              </a:ext>
            </a:extLst>
          </p:cNvPr>
          <p:cNvSpPr txBox="1"/>
          <p:nvPr userDrawn="1"/>
        </p:nvSpPr>
        <p:spPr>
          <a:xfrm>
            <a:off x="461984" y="5552404"/>
            <a:ext cx="1045073" cy="197581"/>
          </a:xfrm>
          <a:prstGeom prst="rect">
            <a:avLst/>
          </a:prstGeom>
          <a:noFill/>
        </p:spPr>
        <p:txBody>
          <a:bodyPr wrap="square" lIns="0" tIns="0" rIns="0" bIns="0" rtlCol="0" anchor="ctr" anchorCtr="0">
            <a:noAutofit/>
          </a:bodyPr>
          <a:lstStyle/>
          <a:p>
            <a:r>
              <a:rPr lang="en-GB" sz="1200" dirty="0">
                <a:solidFill>
                  <a:schemeClr val="bg1"/>
                </a:solidFill>
                <a:latin typeface="EYInterstate Light" panose="02000506000000020004" pitchFamily="2" charset="0"/>
              </a:rPr>
              <a:t>Written by</a:t>
            </a:r>
          </a:p>
        </p:txBody>
      </p:sp>
      <p:sp>
        <p:nvSpPr>
          <p:cNvPr id="16" name="Text Placeholder 16">
            <a:extLst>
              <a:ext uri="{FF2B5EF4-FFF2-40B4-BE49-F238E27FC236}">
                <a16:creationId xmlns:a16="http://schemas.microsoft.com/office/drawing/2014/main" id="{FAE2F50B-78AF-04F3-4BFF-980630AF7AFF}"/>
              </a:ext>
            </a:extLst>
          </p:cNvPr>
          <p:cNvSpPr>
            <a:spLocks noGrp="1"/>
          </p:cNvSpPr>
          <p:nvPr>
            <p:ph type="body" sz="quarter" idx="14" hasCustomPrompt="1"/>
          </p:nvPr>
        </p:nvSpPr>
        <p:spPr>
          <a:xfrm>
            <a:off x="1333184" y="5966393"/>
            <a:ext cx="3089275" cy="180000"/>
          </a:xfrm>
        </p:spPr>
        <p:txBody>
          <a:bodyPr/>
          <a:lstStyle>
            <a:lvl1pPr marL="0" indent="0">
              <a:buNone/>
              <a:defRPr sz="1200">
                <a:solidFill>
                  <a:schemeClr val="tx2"/>
                </a:solidFill>
              </a:defRPr>
            </a:lvl1pPr>
          </a:lstStyle>
          <a:p>
            <a:pPr lvl="0"/>
            <a:r>
              <a:rPr lang="en-US" dirty="0"/>
              <a:t>Name Surname</a:t>
            </a:r>
            <a:endParaRPr lang="en-GB" dirty="0"/>
          </a:p>
        </p:txBody>
      </p:sp>
      <p:sp>
        <p:nvSpPr>
          <p:cNvPr id="17" name="Text Placeholder 16">
            <a:extLst>
              <a:ext uri="{FF2B5EF4-FFF2-40B4-BE49-F238E27FC236}">
                <a16:creationId xmlns:a16="http://schemas.microsoft.com/office/drawing/2014/main" id="{A5473ED8-C1F4-379D-AE01-5E7A3D5F3401}"/>
              </a:ext>
            </a:extLst>
          </p:cNvPr>
          <p:cNvSpPr>
            <a:spLocks noGrp="1"/>
          </p:cNvSpPr>
          <p:nvPr>
            <p:ph type="body" sz="quarter" idx="15" hasCustomPrompt="1"/>
          </p:nvPr>
        </p:nvSpPr>
        <p:spPr>
          <a:xfrm>
            <a:off x="1333184" y="6164011"/>
            <a:ext cx="3089275" cy="180000"/>
          </a:xfrm>
        </p:spPr>
        <p:txBody>
          <a:bodyPr/>
          <a:lstStyle>
            <a:lvl1pPr marL="0" indent="0">
              <a:buNone/>
              <a:defRPr sz="1200">
                <a:solidFill>
                  <a:schemeClr val="bg1"/>
                </a:solidFill>
              </a:defRPr>
            </a:lvl1pPr>
          </a:lstStyle>
          <a:p>
            <a:pPr lvl="0"/>
            <a:r>
              <a:rPr lang="en-US" dirty="0"/>
              <a:t>Job Title</a:t>
            </a:r>
            <a:endParaRPr lang="en-GB" dirty="0"/>
          </a:p>
        </p:txBody>
      </p:sp>
      <p:sp>
        <p:nvSpPr>
          <p:cNvPr id="18" name="Picture Placeholder 19">
            <a:extLst>
              <a:ext uri="{FF2B5EF4-FFF2-40B4-BE49-F238E27FC236}">
                <a16:creationId xmlns:a16="http://schemas.microsoft.com/office/drawing/2014/main" id="{812BC08D-D0F7-900D-1481-4C172F6BE56E}"/>
              </a:ext>
            </a:extLst>
          </p:cNvPr>
          <p:cNvSpPr>
            <a:spLocks noGrp="1"/>
          </p:cNvSpPr>
          <p:nvPr>
            <p:ph type="pic" sz="quarter" idx="16"/>
          </p:nvPr>
        </p:nvSpPr>
        <p:spPr>
          <a:xfrm>
            <a:off x="461983" y="5861846"/>
            <a:ext cx="576000" cy="576000"/>
          </a:xfrm>
          <a:prstGeom prst="ellipse">
            <a:avLst/>
          </a:prstGeom>
        </p:spPr>
        <p:txBody>
          <a:bodyPr anchor="ctr"/>
          <a:lstStyle>
            <a:lvl1pPr marL="0" indent="0" algn="ctr">
              <a:buNone/>
              <a:defRPr sz="900">
                <a:solidFill>
                  <a:schemeClr val="bg1"/>
                </a:solidFill>
              </a:defRPr>
            </a:lvl1pPr>
          </a:lstStyle>
          <a:p>
            <a:endParaRPr lang="en-GB" dirty="0"/>
          </a:p>
        </p:txBody>
      </p:sp>
      <p:cxnSp>
        <p:nvCxnSpPr>
          <p:cNvPr id="19" name="Straight Connector 18">
            <a:extLst>
              <a:ext uri="{FF2B5EF4-FFF2-40B4-BE49-F238E27FC236}">
                <a16:creationId xmlns:a16="http://schemas.microsoft.com/office/drawing/2014/main" id="{D25B130A-4E65-32BD-4CB8-C7E2B623FD74}"/>
              </a:ext>
            </a:extLst>
          </p:cNvPr>
          <p:cNvCxnSpPr>
            <a:cxnSpLocks/>
          </p:cNvCxnSpPr>
          <p:nvPr userDrawn="1"/>
        </p:nvCxnSpPr>
        <p:spPr>
          <a:xfrm>
            <a:off x="1333184" y="5656264"/>
            <a:ext cx="8122101" cy="0"/>
          </a:xfrm>
          <a:prstGeom prst="line">
            <a:avLst/>
          </a:prstGeom>
          <a:ln w="9525" cap="flat" cmpd="sng" algn="ctr">
            <a:solidFill>
              <a:srgbClr val="C4C4CD"/>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CF6C1D5A-1C3A-FA28-B820-77473DD2C372}"/>
              </a:ext>
            </a:extLst>
          </p:cNvPr>
          <p:cNvGrpSpPr>
            <a:grpSpLocks noChangeAspect="1"/>
          </p:cNvGrpSpPr>
          <p:nvPr userDrawn="1"/>
        </p:nvGrpSpPr>
        <p:grpSpPr>
          <a:xfrm>
            <a:off x="10562024" y="5167683"/>
            <a:ext cx="1220400" cy="1285398"/>
            <a:chOff x="3913438" y="-99392"/>
            <a:chExt cx="6512821" cy="6859693"/>
          </a:xfrm>
        </p:grpSpPr>
        <p:sp>
          <p:nvSpPr>
            <p:cNvPr id="5" name="Freeform: Shape 4">
              <a:extLst>
                <a:ext uri="{FF2B5EF4-FFF2-40B4-BE49-F238E27FC236}">
                  <a16:creationId xmlns:a16="http://schemas.microsoft.com/office/drawing/2014/main" id="{20C8B2A2-C944-8A81-B196-6C56B212524F}"/>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6" name="Freeform: Shape 5">
              <a:extLst>
                <a:ext uri="{FF2B5EF4-FFF2-40B4-BE49-F238E27FC236}">
                  <a16:creationId xmlns:a16="http://schemas.microsoft.com/office/drawing/2014/main" id="{9B0E3DC7-07D5-44EF-DBDA-313849A255D0}"/>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9F7FC04E-7B3D-C608-3A6A-B86EE70631C5}"/>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342320140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le Slide Fram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713817A-1A0E-6215-C86F-711F67622AC3}"/>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5" name="Group 4">
            <a:extLst>
              <a:ext uri="{FF2B5EF4-FFF2-40B4-BE49-F238E27FC236}">
                <a16:creationId xmlns:a16="http://schemas.microsoft.com/office/drawing/2014/main" id="{9167EEE6-F985-2112-F3A8-85F1A04A37BD}"/>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166D7E4E-2A81-A5AB-16CA-DBCEFBD59141}"/>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FF32FF"/>
                </a:gs>
                <a:gs pos="100000">
                  <a:srgbClr val="32FFFF"/>
                </a:gs>
              </a:gsLst>
              <a:lin ang="18600000" scaled="0"/>
              <a:tileRect/>
            </a:gradFill>
            <a:ln w="8181" cap="flat">
              <a:noFill/>
              <a:prstDash val="solid"/>
              <a:miter/>
            </a:ln>
          </p:spPr>
          <p:txBody>
            <a:bodyPr rtlCol="0" anchor="ctr"/>
            <a:lstStyle/>
            <a:p>
              <a:pPr lvl="0"/>
              <a:endParaRPr lang="en-US"/>
            </a:p>
          </p:txBody>
        </p:sp>
      </p:grpSp>
      <p:grpSp>
        <p:nvGrpSpPr>
          <p:cNvPr id="6" name="Group 5">
            <a:extLst>
              <a:ext uri="{FF2B5EF4-FFF2-40B4-BE49-F238E27FC236}">
                <a16:creationId xmlns:a16="http://schemas.microsoft.com/office/drawing/2014/main" id="{B175F62C-ACB7-B628-70C8-7F02279578E1}"/>
              </a:ext>
            </a:extLst>
          </p:cNvPr>
          <p:cNvGrpSpPr>
            <a:grpSpLocks noChangeAspect="1"/>
          </p:cNvGrpSpPr>
          <p:nvPr userDrawn="1"/>
        </p:nvGrpSpPr>
        <p:grpSpPr>
          <a:xfrm>
            <a:off x="10562024" y="5167683"/>
            <a:ext cx="1220400" cy="1285398"/>
            <a:chOff x="3913438" y="-99392"/>
            <a:chExt cx="6512821" cy="6859693"/>
          </a:xfrm>
        </p:grpSpPr>
        <p:sp>
          <p:nvSpPr>
            <p:cNvPr id="7" name="Freeform: Shape 6">
              <a:extLst>
                <a:ext uri="{FF2B5EF4-FFF2-40B4-BE49-F238E27FC236}">
                  <a16:creationId xmlns:a16="http://schemas.microsoft.com/office/drawing/2014/main" id="{189A6B6C-0667-B0A9-1DDB-12BF6CDE04B4}"/>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E4211DEC-70CD-AA64-CA97-2B2EED9A16DA}"/>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9" name="Freeform: Shape 8">
              <a:extLst>
                <a:ext uri="{FF2B5EF4-FFF2-40B4-BE49-F238E27FC236}">
                  <a16:creationId xmlns:a16="http://schemas.microsoft.com/office/drawing/2014/main" id="{2ADC2D54-DFA7-DD50-9EB9-997C21A6B0B7}"/>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3867490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Slide Fram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B25F44-CAE3-AE0B-B97B-B0F6E4B43D50}"/>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2" name="Group 1">
            <a:extLst>
              <a:ext uri="{FF2B5EF4-FFF2-40B4-BE49-F238E27FC236}">
                <a16:creationId xmlns:a16="http://schemas.microsoft.com/office/drawing/2014/main" id="{7E7E8938-439A-DB5B-B3DF-7EF202013D57}"/>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4" name="Group 3">
            <a:extLst>
              <a:ext uri="{FF2B5EF4-FFF2-40B4-BE49-F238E27FC236}">
                <a16:creationId xmlns:a16="http://schemas.microsoft.com/office/drawing/2014/main" id="{1A067759-C6C3-3B7B-ABF5-859A6A63528E}"/>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CC99724B-50FD-5B78-B6B7-D645073026A7}"/>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A420F8"/>
                </a:gs>
                <a:gs pos="100000">
                  <a:srgbClr val="5C94F9"/>
                </a:gs>
              </a:gsLst>
              <a:lin ang="18720000" scaled="0"/>
              <a:tileRect/>
            </a:gradFill>
            <a:ln w="81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grpSp>
        <p:nvGrpSpPr>
          <p:cNvPr id="5" name="Group 4">
            <a:extLst>
              <a:ext uri="{FF2B5EF4-FFF2-40B4-BE49-F238E27FC236}">
                <a16:creationId xmlns:a16="http://schemas.microsoft.com/office/drawing/2014/main" id="{F19F8BF4-8DE0-A541-C439-074C49D1FCF6}"/>
              </a:ext>
            </a:extLst>
          </p:cNvPr>
          <p:cNvGrpSpPr>
            <a:grpSpLocks noChangeAspect="1"/>
          </p:cNvGrpSpPr>
          <p:nvPr userDrawn="1"/>
        </p:nvGrpSpPr>
        <p:grpSpPr>
          <a:xfrm>
            <a:off x="10562024" y="5167683"/>
            <a:ext cx="1220400" cy="1285398"/>
            <a:chOff x="3913438" y="-99392"/>
            <a:chExt cx="6512821" cy="6859693"/>
          </a:xfrm>
        </p:grpSpPr>
        <p:sp>
          <p:nvSpPr>
            <p:cNvPr id="7" name="Freeform: Shape 6">
              <a:extLst>
                <a:ext uri="{FF2B5EF4-FFF2-40B4-BE49-F238E27FC236}">
                  <a16:creationId xmlns:a16="http://schemas.microsoft.com/office/drawing/2014/main" id="{FE213CD9-DFE7-CDB8-EC2B-68C65D613EA2}"/>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16AF9987-8FA5-0288-2952-913544FEBA38}"/>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9" name="Freeform: Shape 8">
              <a:extLst>
                <a:ext uri="{FF2B5EF4-FFF2-40B4-BE49-F238E27FC236}">
                  <a16:creationId xmlns:a16="http://schemas.microsoft.com/office/drawing/2014/main" id="{8DB011F4-52F2-D63D-62B4-551A0B545057}"/>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89152806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Fram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8D4830-1AF6-9C3D-EC53-70FC3C7CBE54}"/>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5" name="Group 4">
            <a:extLst>
              <a:ext uri="{FF2B5EF4-FFF2-40B4-BE49-F238E27FC236}">
                <a16:creationId xmlns:a16="http://schemas.microsoft.com/office/drawing/2014/main" id="{E8BA944B-A631-ACF6-36AE-7C814C7A5C9A}"/>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3" name="Group 2">
            <a:extLst>
              <a:ext uri="{FF2B5EF4-FFF2-40B4-BE49-F238E27FC236}">
                <a16:creationId xmlns:a16="http://schemas.microsoft.com/office/drawing/2014/main" id="{B1B984E4-95BA-5123-1CFC-48CE97FD8196}"/>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2" name="Freeform 1">
              <a:extLst>
                <a:ext uri="{FF2B5EF4-FFF2-40B4-BE49-F238E27FC236}">
                  <a16:creationId xmlns:a16="http://schemas.microsoft.com/office/drawing/2014/main" id="{63327741-8A1F-B922-5F7C-0313A67883A4}"/>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FF32FF"/>
                </a:gs>
              </a:gsLst>
              <a:lin ang="18720000" scaled="0"/>
              <a:tileRect/>
            </a:gradFill>
            <a:ln w="8181" cap="flat">
              <a:noFill/>
              <a:prstDash val="solid"/>
              <a:miter/>
            </a:ln>
          </p:spPr>
          <p:txBody>
            <a:bodyPr rtlCol="0" anchor="ctr"/>
            <a:lstStyle/>
            <a:p>
              <a:pPr lvl="0"/>
              <a:endParaRPr lang="en-US" dirty="0"/>
            </a:p>
          </p:txBody>
        </p:sp>
      </p:grpSp>
      <p:grpSp>
        <p:nvGrpSpPr>
          <p:cNvPr id="6" name="Group 5">
            <a:extLst>
              <a:ext uri="{FF2B5EF4-FFF2-40B4-BE49-F238E27FC236}">
                <a16:creationId xmlns:a16="http://schemas.microsoft.com/office/drawing/2014/main" id="{6D10F1C7-0F7C-3E77-D9E5-3A241B32FCA1}"/>
              </a:ext>
            </a:extLst>
          </p:cNvPr>
          <p:cNvGrpSpPr>
            <a:grpSpLocks noChangeAspect="1"/>
          </p:cNvGrpSpPr>
          <p:nvPr userDrawn="1"/>
        </p:nvGrpSpPr>
        <p:grpSpPr>
          <a:xfrm>
            <a:off x="10562024" y="5167683"/>
            <a:ext cx="1220400" cy="1285398"/>
            <a:chOff x="3913438" y="-99392"/>
            <a:chExt cx="6512821" cy="6859693"/>
          </a:xfrm>
        </p:grpSpPr>
        <p:sp>
          <p:nvSpPr>
            <p:cNvPr id="7" name="Freeform: Shape 6">
              <a:extLst>
                <a:ext uri="{FF2B5EF4-FFF2-40B4-BE49-F238E27FC236}">
                  <a16:creationId xmlns:a16="http://schemas.microsoft.com/office/drawing/2014/main" id="{657DA754-0BBB-5F37-68B2-9F46C9441806}"/>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B8409072-EC3A-B8A8-2A95-C95691B5343A}"/>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9" name="Freeform: Shape 8">
              <a:extLst>
                <a:ext uri="{FF2B5EF4-FFF2-40B4-BE49-F238E27FC236}">
                  <a16:creationId xmlns:a16="http://schemas.microsoft.com/office/drawing/2014/main" id="{D11AB0D8-3D01-BB54-2A37-0408D5FF63D5}"/>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9782083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Fram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2D7BB4A-5FCC-BE0E-4598-A4CBBA847A08}"/>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5" name="Group 4">
            <a:extLst>
              <a:ext uri="{FF2B5EF4-FFF2-40B4-BE49-F238E27FC236}">
                <a16:creationId xmlns:a16="http://schemas.microsoft.com/office/drawing/2014/main" id="{6DE89320-B084-3AA1-F041-ECD9699F7EF4}"/>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E76002E9-E0C8-43F6-867E-B59C9AE9217B}"/>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00C864"/>
                </a:gs>
                <a:gs pos="100000">
                  <a:srgbClr val="4696FF"/>
                </a:gs>
              </a:gsLst>
              <a:lin ang="18600000" scaled="0"/>
              <a:tileRect/>
            </a:gradFill>
            <a:ln w="8181" cap="flat">
              <a:noFill/>
              <a:prstDash val="solid"/>
              <a:miter/>
            </a:ln>
          </p:spPr>
          <p:txBody>
            <a:bodyPr rtlCol="0" anchor="ctr"/>
            <a:lstStyle/>
            <a:p>
              <a:pPr lvl="0"/>
              <a:endParaRPr lang="en-US" dirty="0"/>
            </a:p>
          </p:txBody>
        </p:sp>
      </p:grpSp>
      <p:grpSp>
        <p:nvGrpSpPr>
          <p:cNvPr id="6" name="Group 5">
            <a:extLst>
              <a:ext uri="{FF2B5EF4-FFF2-40B4-BE49-F238E27FC236}">
                <a16:creationId xmlns:a16="http://schemas.microsoft.com/office/drawing/2014/main" id="{D31A3892-80EF-2F13-889C-02B2E5557217}"/>
              </a:ext>
            </a:extLst>
          </p:cNvPr>
          <p:cNvGrpSpPr>
            <a:grpSpLocks noChangeAspect="1"/>
          </p:cNvGrpSpPr>
          <p:nvPr userDrawn="1"/>
        </p:nvGrpSpPr>
        <p:grpSpPr>
          <a:xfrm>
            <a:off x="10562024" y="5167683"/>
            <a:ext cx="1220400" cy="1285398"/>
            <a:chOff x="3913438" y="-99392"/>
            <a:chExt cx="6512821" cy="6859693"/>
          </a:xfrm>
        </p:grpSpPr>
        <p:sp>
          <p:nvSpPr>
            <p:cNvPr id="7" name="Freeform: Shape 6">
              <a:extLst>
                <a:ext uri="{FF2B5EF4-FFF2-40B4-BE49-F238E27FC236}">
                  <a16:creationId xmlns:a16="http://schemas.microsoft.com/office/drawing/2014/main" id="{0BD80205-FC57-A852-810D-6C74086E4183}"/>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18911994-9FBE-43E7-1E6A-E2CFA82D812D}"/>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9" name="Freeform: Shape 8">
              <a:extLst>
                <a:ext uri="{FF2B5EF4-FFF2-40B4-BE49-F238E27FC236}">
                  <a16:creationId xmlns:a16="http://schemas.microsoft.com/office/drawing/2014/main" id="{F6554DDD-3D11-756A-44F8-981EED004BCA}"/>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302109209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Frame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F5E0C7-6CC4-C4E1-946D-4BAC78CCDAE4}"/>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4" name="Group 3">
            <a:extLst>
              <a:ext uri="{FF2B5EF4-FFF2-40B4-BE49-F238E27FC236}">
                <a16:creationId xmlns:a16="http://schemas.microsoft.com/office/drawing/2014/main" id="{92E27567-DFCD-709F-AF40-B7A340ECC0FE}"/>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AAC690EE-1BB8-29C6-B9D8-2BD7B4AE0781}"/>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32FFFF"/>
                </a:gs>
              </a:gsLst>
              <a:lin ang="18720000" scaled="0"/>
              <a:tileRect/>
            </a:gradFill>
            <a:ln w="8181" cap="flat">
              <a:noFill/>
              <a:prstDash val="solid"/>
              <a:miter/>
            </a:ln>
          </p:spPr>
          <p:txBody>
            <a:bodyPr rtlCol="0" anchor="ctr"/>
            <a:lstStyle/>
            <a:p>
              <a:pPr lvl="0"/>
              <a:endParaRPr lang="en-US"/>
            </a:p>
          </p:txBody>
        </p:sp>
      </p:grpSp>
      <p:grpSp>
        <p:nvGrpSpPr>
          <p:cNvPr id="5" name="Group 4">
            <a:extLst>
              <a:ext uri="{FF2B5EF4-FFF2-40B4-BE49-F238E27FC236}">
                <a16:creationId xmlns:a16="http://schemas.microsoft.com/office/drawing/2014/main" id="{ECE35C7E-712B-7B3D-E75E-DA612AD1E314}"/>
              </a:ext>
            </a:extLst>
          </p:cNvPr>
          <p:cNvGrpSpPr>
            <a:grpSpLocks noChangeAspect="1"/>
          </p:cNvGrpSpPr>
          <p:nvPr userDrawn="1"/>
        </p:nvGrpSpPr>
        <p:grpSpPr>
          <a:xfrm>
            <a:off x="10562024" y="5167683"/>
            <a:ext cx="1220400" cy="1285398"/>
            <a:chOff x="3913438" y="-99392"/>
            <a:chExt cx="6512821" cy="6859693"/>
          </a:xfrm>
        </p:grpSpPr>
        <p:sp>
          <p:nvSpPr>
            <p:cNvPr id="6" name="Freeform: Shape 5">
              <a:extLst>
                <a:ext uri="{FF2B5EF4-FFF2-40B4-BE49-F238E27FC236}">
                  <a16:creationId xmlns:a16="http://schemas.microsoft.com/office/drawing/2014/main" id="{D3DDDB73-B080-CD2D-C172-3B71EAB02192}"/>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00C70E25-FF2B-E637-84B3-4C131AFB4EA1}"/>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82672F43-1143-C1A4-2A36-5D3DD1426FA0}"/>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20734880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Frame 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1B9AAE-F698-5F49-FF7D-DB273B1EE18B}"/>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4" name="Group 3">
            <a:extLst>
              <a:ext uri="{FF2B5EF4-FFF2-40B4-BE49-F238E27FC236}">
                <a16:creationId xmlns:a16="http://schemas.microsoft.com/office/drawing/2014/main" id="{00068369-6C63-44AF-3E4E-30E5F2D1F837}"/>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8F7E7875-967C-8167-6219-7AD2981B3A46}"/>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32FF"/>
                </a:gs>
                <a:gs pos="100000">
                  <a:srgbClr val="E95023"/>
                </a:gs>
              </a:gsLst>
              <a:lin ang="18720000" scaled="0"/>
              <a:tileRect/>
            </a:gradFill>
            <a:ln w="8181" cap="flat">
              <a:noFill/>
              <a:prstDash val="solid"/>
              <a:miter/>
            </a:ln>
          </p:spPr>
          <p:txBody>
            <a:bodyPr rtlCol="0" anchor="ctr"/>
            <a:lstStyle/>
            <a:p>
              <a:pPr lvl="0"/>
              <a:endParaRPr lang="en-US"/>
            </a:p>
          </p:txBody>
        </p:sp>
      </p:grpSp>
      <p:grpSp>
        <p:nvGrpSpPr>
          <p:cNvPr id="5" name="Group 4">
            <a:extLst>
              <a:ext uri="{FF2B5EF4-FFF2-40B4-BE49-F238E27FC236}">
                <a16:creationId xmlns:a16="http://schemas.microsoft.com/office/drawing/2014/main" id="{8C932CF8-C87E-6945-CAC9-52370BDCF43E}"/>
              </a:ext>
            </a:extLst>
          </p:cNvPr>
          <p:cNvGrpSpPr>
            <a:grpSpLocks noChangeAspect="1"/>
          </p:cNvGrpSpPr>
          <p:nvPr userDrawn="1"/>
        </p:nvGrpSpPr>
        <p:grpSpPr>
          <a:xfrm>
            <a:off x="10562024" y="5167683"/>
            <a:ext cx="1220400" cy="1285398"/>
            <a:chOff x="3913438" y="-99392"/>
            <a:chExt cx="6512821" cy="6859693"/>
          </a:xfrm>
        </p:grpSpPr>
        <p:sp>
          <p:nvSpPr>
            <p:cNvPr id="6" name="Freeform: Shape 5">
              <a:extLst>
                <a:ext uri="{FF2B5EF4-FFF2-40B4-BE49-F238E27FC236}">
                  <a16:creationId xmlns:a16="http://schemas.microsoft.com/office/drawing/2014/main" id="{5A5E7417-8C08-9C1E-6D4A-655F86AE3F76}"/>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A48081DB-50A6-1A69-9F8F-6BC6A2FA6588}"/>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ADBDA381-A133-7C6A-9482-DA60265C8701}"/>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87179916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Frame 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EAFCAD8-0916-AF46-1471-030E4128E25A}"/>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5" name="Group 4">
            <a:extLst>
              <a:ext uri="{FF2B5EF4-FFF2-40B4-BE49-F238E27FC236}">
                <a16:creationId xmlns:a16="http://schemas.microsoft.com/office/drawing/2014/main" id="{AA89752D-8E95-B790-7077-E6201AB412C3}"/>
              </a:ext>
            </a:extLst>
          </p:cNvPr>
          <p:cNvGrpSpPr/>
          <p:nvPr userDrawn="1"/>
        </p:nvGrpSpPr>
        <p:grpSpPr>
          <a:xfrm>
            <a:off x="485775" y="6164633"/>
            <a:ext cx="4940935" cy="318770"/>
            <a:chOff x="485775" y="6164633"/>
            <a:chExt cx="4940935" cy="318770"/>
          </a:xfrm>
        </p:grpSpPr>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grpSp>
      <p:grpSp>
        <p:nvGrpSpPr>
          <p:cNvPr id="4" name="Group 3">
            <a:extLst>
              <a:ext uri="{FF2B5EF4-FFF2-40B4-BE49-F238E27FC236}">
                <a16:creationId xmlns:a16="http://schemas.microsoft.com/office/drawing/2014/main" id="{D6FD7948-9E7C-1CE1-F28B-D2D349BB86F0}"/>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C5FD45"/>
                </a:gs>
                <a:gs pos="100000">
                  <a:srgbClr val="80FBFD"/>
                </a:gs>
              </a:gsLst>
              <a:lin ang="1872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0FB6F3ED-6C65-79DE-95C4-1FCD54DC60C3}"/>
              </a:ext>
            </a:extLst>
          </p:cNvPr>
          <p:cNvGrpSpPr>
            <a:grpSpLocks noChangeAspect="1"/>
          </p:cNvGrpSpPr>
          <p:nvPr userDrawn="1"/>
        </p:nvGrpSpPr>
        <p:grpSpPr>
          <a:xfrm>
            <a:off x="10562024" y="5167683"/>
            <a:ext cx="1220400" cy="1285398"/>
            <a:chOff x="3913438" y="-99392"/>
            <a:chExt cx="6512821" cy="6859693"/>
          </a:xfrm>
        </p:grpSpPr>
        <p:sp>
          <p:nvSpPr>
            <p:cNvPr id="6" name="Freeform: Shape 5">
              <a:extLst>
                <a:ext uri="{FF2B5EF4-FFF2-40B4-BE49-F238E27FC236}">
                  <a16:creationId xmlns:a16="http://schemas.microsoft.com/office/drawing/2014/main" id="{B236DE7D-BE1C-38F4-32B6-26B022E339AE}"/>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0E719BC9-4258-5DBD-672D-CF6633E576DF}"/>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CACB19F1-10C3-F550-B019-EEB4F9920BAA}"/>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276561397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descr="A blurry image of a colorful light&#10;&#10;Description automatically generated">
            <a:extLst>
              <a:ext uri="{FF2B5EF4-FFF2-40B4-BE49-F238E27FC236}">
                <a16:creationId xmlns:a16="http://schemas.microsoft.com/office/drawing/2014/main" id="{388CF986-E6D2-86D0-6501-D59429EAD0A3}"/>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6" name="Date Placeholder 15">
            <a:extLst>
              <a:ext uri="{FF2B5EF4-FFF2-40B4-BE49-F238E27FC236}">
                <a16:creationId xmlns:a16="http://schemas.microsoft.com/office/drawing/2014/main" id="{DB4372B3-E211-F19D-CBD9-6CEDF871BD0C}"/>
              </a:ext>
            </a:extLst>
          </p:cNvPr>
          <p:cNvSpPr>
            <a:spLocks noGrp="1"/>
          </p:cNvSpPr>
          <p:nvPr>
            <p:ph type="dt" sz="half" idx="14"/>
          </p:nvPr>
        </p:nvSpPr>
        <p:spPr/>
        <p:txBody>
          <a:bodyPr/>
          <a:lstStyle/>
          <a:p>
            <a:fld id="{79227367-4990-4CB5-BC91-0B86742CFD26}" type="datetime3">
              <a:rPr lang="en-US" smtClean="0"/>
              <a:t>11 July 2026</a:t>
            </a:fld>
            <a:endParaRPr lang="en-US" dirty="0"/>
          </a:p>
        </p:txBody>
      </p:sp>
      <p:sp>
        <p:nvSpPr>
          <p:cNvPr id="17" name="Footer Placeholder 16">
            <a:extLst>
              <a:ext uri="{FF2B5EF4-FFF2-40B4-BE49-F238E27FC236}">
                <a16:creationId xmlns:a16="http://schemas.microsoft.com/office/drawing/2014/main" id="{53173B02-1E93-D358-4602-350A7447C76C}"/>
              </a:ext>
            </a:extLst>
          </p:cNvPr>
          <p:cNvSpPr>
            <a:spLocks noGrp="1"/>
          </p:cNvSpPr>
          <p:nvPr>
            <p:ph type="ftr" sz="quarter" idx="15"/>
          </p:nvPr>
        </p:nvSpPr>
        <p:spPr/>
        <p:txBody>
          <a:bodyPr/>
          <a:lstStyle/>
          <a:p>
            <a:r>
              <a:rPr lang="en-US"/>
              <a:t>Insert footer text here</a:t>
            </a:r>
          </a:p>
        </p:txBody>
      </p:sp>
      <p:sp>
        <p:nvSpPr>
          <p:cNvPr id="18" name="Slide Number Placeholder 17">
            <a:extLst>
              <a:ext uri="{FF2B5EF4-FFF2-40B4-BE49-F238E27FC236}">
                <a16:creationId xmlns:a16="http://schemas.microsoft.com/office/drawing/2014/main" id="{A5E3423F-0FF8-8E54-CEB8-1F15261AFD0E}"/>
              </a:ext>
            </a:extLst>
          </p:cNvPr>
          <p:cNvSpPr>
            <a:spLocks noGrp="1"/>
          </p:cNvSpPr>
          <p:nvPr>
            <p:ph type="sldNum" sz="quarter" idx="16"/>
          </p:nvPr>
        </p:nvSpPr>
        <p:spPr/>
        <p:txBody>
          <a:bodyPr/>
          <a:lstStyle/>
          <a:p>
            <a:fld id="{F1BC30E3-FFE5-4B91-AA19-87A149EBB9EE}" type="slidenum">
              <a:rPr lang="en-GB" smtClean="0"/>
              <a:pPr/>
              <a:t>‹#›</a:t>
            </a:fld>
            <a:endParaRPr lang="en-GB" dirty="0"/>
          </a:p>
        </p:txBody>
      </p:sp>
      <p:grpSp>
        <p:nvGrpSpPr>
          <p:cNvPr id="3" name="Group 4">
            <a:extLst>
              <a:ext uri="{FF2B5EF4-FFF2-40B4-BE49-F238E27FC236}">
                <a16:creationId xmlns:a16="http://schemas.microsoft.com/office/drawing/2014/main" id="{D3CF5FC1-8EBA-8F68-D0E5-727D21919CEC}"/>
              </a:ext>
            </a:extLst>
          </p:cNvPr>
          <p:cNvGrpSpPr>
            <a:grpSpLocks noChangeAspect="1"/>
          </p:cNvGrpSpPr>
          <p:nvPr userDrawn="1"/>
        </p:nvGrpSpPr>
        <p:grpSpPr bwMode="black">
          <a:xfrm>
            <a:off x="11623900" y="6276977"/>
            <a:ext cx="346158" cy="355219"/>
            <a:chOff x="7110" y="4004"/>
            <a:chExt cx="191" cy="196"/>
          </a:xfrm>
        </p:grpSpPr>
        <p:sp>
          <p:nvSpPr>
            <p:cNvPr id="4" name="Freeform 5">
              <a:extLst>
                <a:ext uri="{FF2B5EF4-FFF2-40B4-BE49-F238E27FC236}">
                  <a16:creationId xmlns:a16="http://schemas.microsoft.com/office/drawing/2014/main" id="{AE5FDF1F-8E3A-FB66-7C81-266601DA4005}"/>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5" name="Freeform 6">
              <a:extLst>
                <a:ext uri="{FF2B5EF4-FFF2-40B4-BE49-F238E27FC236}">
                  <a16:creationId xmlns:a16="http://schemas.microsoft.com/office/drawing/2014/main" id="{91C765C7-1DD0-DFBB-9089-29849D42BA8D}"/>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6" name="Freeform 7">
              <a:extLst>
                <a:ext uri="{FF2B5EF4-FFF2-40B4-BE49-F238E27FC236}">
                  <a16:creationId xmlns:a16="http://schemas.microsoft.com/office/drawing/2014/main" id="{50B43463-538D-A50A-4299-A6C5A973766D}"/>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356541970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pic>
        <p:nvPicPr>
          <p:cNvPr id="13" name="Picture 12" descr="A blurry image of a colorful light&#10;&#10;Description automatically generated">
            <a:extLst>
              <a:ext uri="{FF2B5EF4-FFF2-40B4-BE49-F238E27FC236}">
                <a16:creationId xmlns:a16="http://schemas.microsoft.com/office/drawing/2014/main" id="{ADC82D1B-1943-B3BC-B7E9-DADF1458A765}"/>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4" name="Date Placeholder 13">
            <a:extLst>
              <a:ext uri="{FF2B5EF4-FFF2-40B4-BE49-F238E27FC236}">
                <a16:creationId xmlns:a16="http://schemas.microsoft.com/office/drawing/2014/main" id="{FF04263E-9F32-7609-1152-7E305FEBE745}"/>
              </a:ext>
            </a:extLst>
          </p:cNvPr>
          <p:cNvSpPr>
            <a:spLocks noGrp="1"/>
          </p:cNvSpPr>
          <p:nvPr>
            <p:ph type="dt" sz="half" idx="14"/>
          </p:nvPr>
        </p:nvSpPr>
        <p:spPr/>
        <p:txBody>
          <a:bodyPr/>
          <a:lstStyle/>
          <a:p>
            <a:fld id="{0C23F665-7DCE-4AC8-9255-45198962C518}" type="datetime3">
              <a:rPr lang="en-US" smtClean="0"/>
              <a:t>11 July 2026</a:t>
            </a:fld>
            <a:endParaRPr lang="en-US" dirty="0"/>
          </a:p>
        </p:txBody>
      </p:sp>
      <p:sp>
        <p:nvSpPr>
          <p:cNvPr id="15" name="Footer Placeholder 14">
            <a:extLst>
              <a:ext uri="{FF2B5EF4-FFF2-40B4-BE49-F238E27FC236}">
                <a16:creationId xmlns:a16="http://schemas.microsoft.com/office/drawing/2014/main" id="{F7F02905-9FFE-65B7-8565-3E827BBAECD9}"/>
              </a:ext>
            </a:extLst>
          </p:cNvPr>
          <p:cNvSpPr>
            <a:spLocks noGrp="1"/>
          </p:cNvSpPr>
          <p:nvPr>
            <p:ph type="ftr" sz="quarter" idx="15"/>
          </p:nvPr>
        </p:nvSpPr>
        <p:spPr/>
        <p:txBody>
          <a:bodyPr/>
          <a:lstStyle/>
          <a:p>
            <a:r>
              <a:rPr lang="en-US"/>
              <a:t>Insert footer text here</a:t>
            </a:r>
          </a:p>
        </p:txBody>
      </p:sp>
      <p:sp>
        <p:nvSpPr>
          <p:cNvPr id="16" name="Slide Number Placeholder 15">
            <a:extLst>
              <a:ext uri="{FF2B5EF4-FFF2-40B4-BE49-F238E27FC236}">
                <a16:creationId xmlns:a16="http://schemas.microsoft.com/office/drawing/2014/main" id="{010BD8AE-BB2B-B523-1D74-4E8DBE2102BC}"/>
              </a:ext>
            </a:extLst>
          </p:cNvPr>
          <p:cNvSpPr>
            <a:spLocks noGrp="1"/>
          </p:cNvSpPr>
          <p:nvPr>
            <p:ph type="sldNum" sz="quarter" idx="16"/>
          </p:nvPr>
        </p:nvSpPr>
        <p:spPr/>
        <p:txBody>
          <a:bodyPr/>
          <a:lstStyle/>
          <a:p>
            <a:fld id="{F1BC30E3-FFE5-4B91-AA19-87A149EBB9EE}" type="slidenum">
              <a:rPr lang="en-GB" smtClean="0"/>
              <a:pPr/>
              <a:t>‹#›</a:t>
            </a:fld>
            <a:endParaRPr lang="en-GB" dirty="0"/>
          </a:p>
        </p:txBody>
      </p:sp>
      <p:grpSp>
        <p:nvGrpSpPr>
          <p:cNvPr id="7" name="Group 4">
            <a:extLst>
              <a:ext uri="{FF2B5EF4-FFF2-40B4-BE49-F238E27FC236}">
                <a16:creationId xmlns:a16="http://schemas.microsoft.com/office/drawing/2014/main" id="{6C50EF9C-A411-B76F-4417-55EA0CDCAD28}"/>
              </a:ext>
            </a:extLst>
          </p:cNvPr>
          <p:cNvGrpSpPr>
            <a:grpSpLocks noChangeAspect="1"/>
          </p:cNvGrpSpPr>
          <p:nvPr userDrawn="1"/>
        </p:nvGrpSpPr>
        <p:grpSpPr bwMode="black">
          <a:xfrm>
            <a:off x="11623900" y="6276977"/>
            <a:ext cx="346158" cy="355219"/>
            <a:chOff x="7110" y="4004"/>
            <a:chExt cx="191" cy="196"/>
          </a:xfrm>
        </p:grpSpPr>
        <p:sp>
          <p:nvSpPr>
            <p:cNvPr id="9" name="Freeform 5">
              <a:extLst>
                <a:ext uri="{FF2B5EF4-FFF2-40B4-BE49-F238E27FC236}">
                  <a16:creationId xmlns:a16="http://schemas.microsoft.com/office/drawing/2014/main" id="{5CE13AFD-214E-24E8-0633-0508635B5C0E}"/>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0" name="Freeform 6">
              <a:extLst>
                <a:ext uri="{FF2B5EF4-FFF2-40B4-BE49-F238E27FC236}">
                  <a16:creationId xmlns:a16="http://schemas.microsoft.com/office/drawing/2014/main" id="{A88E5DF2-C2EC-705B-7734-81A5ACCECEC3}"/>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1" name="Freeform 7">
              <a:extLst>
                <a:ext uri="{FF2B5EF4-FFF2-40B4-BE49-F238E27FC236}">
                  <a16:creationId xmlns:a16="http://schemas.microsoft.com/office/drawing/2014/main" id="{2EF38C94-0C58-F9C8-0963-86769B7977B3}"/>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310034487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pic>
        <p:nvPicPr>
          <p:cNvPr id="3" name="Picture 2" descr="A colorful light in the dark&#10;&#10;Description automatically generated">
            <a:extLst>
              <a:ext uri="{FF2B5EF4-FFF2-40B4-BE49-F238E27FC236}">
                <a16:creationId xmlns:a16="http://schemas.microsoft.com/office/drawing/2014/main" id="{A6C92DE9-1F7F-6A8E-389D-FBCE38254AD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3" name="Date Placeholder 12">
            <a:extLst>
              <a:ext uri="{FF2B5EF4-FFF2-40B4-BE49-F238E27FC236}">
                <a16:creationId xmlns:a16="http://schemas.microsoft.com/office/drawing/2014/main" id="{A4B60AF8-644E-A0B2-7653-4332A03759FC}"/>
              </a:ext>
            </a:extLst>
          </p:cNvPr>
          <p:cNvSpPr>
            <a:spLocks noGrp="1"/>
          </p:cNvSpPr>
          <p:nvPr>
            <p:ph type="dt" sz="half" idx="14"/>
          </p:nvPr>
        </p:nvSpPr>
        <p:spPr/>
        <p:txBody>
          <a:bodyPr/>
          <a:lstStyle/>
          <a:p>
            <a:fld id="{EAFC1849-17DB-459D-8F82-7630FEC3884F}" type="datetime3">
              <a:rPr lang="en-US" smtClean="0"/>
              <a:t>11 July 2026</a:t>
            </a:fld>
            <a:endParaRPr lang="en-US" dirty="0"/>
          </a:p>
        </p:txBody>
      </p:sp>
      <p:sp>
        <p:nvSpPr>
          <p:cNvPr id="14" name="Footer Placeholder 13">
            <a:extLst>
              <a:ext uri="{FF2B5EF4-FFF2-40B4-BE49-F238E27FC236}">
                <a16:creationId xmlns:a16="http://schemas.microsoft.com/office/drawing/2014/main" id="{466D1FDE-8AD4-4D56-5318-1DD8ED2FCACC}"/>
              </a:ext>
            </a:extLst>
          </p:cNvPr>
          <p:cNvSpPr>
            <a:spLocks noGrp="1"/>
          </p:cNvSpPr>
          <p:nvPr>
            <p:ph type="ftr" sz="quarter" idx="15"/>
          </p:nvPr>
        </p:nvSpPr>
        <p:spPr/>
        <p:txBody>
          <a:bodyPr/>
          <a:lstStyle/>
          <a:p>
            <a:r>
              <a:rPr lang="en-US"/>
              <a:t>Insert footer text here</a:t>
            </a:r>
          </a:p>
        </p:txBody>
      </p:sp>
      <p:sp>
        <p:nvSpPr>
          <p:cNvPr id="15" name="Slide Number Placeholder 14">
            <a:extLst>
              <a:ext uri="{FF2B5EF4-FFF2-40B4-BE49-F238E27FC236}">
                <a16:creationId xmlns:a16="http://schemas.microsoft.com/office/drawing/2014/main" id="{180F9161-0A5B-9390-AAC5-925D1AE2AA83}"/>
              </a:ext>
            </a:extLst>
          </p:cNvPr>
          <p:cNvSpPr>
            <a:spLocks noGrp="1"/>
          </p:cNvSpPr>
          <p:nvPr>
            <p:ph type="sldNum" sz="quarter" idx="16"/>
          </p:nvPr>
        </p:nvSpPr>
        <p:spPr/>
        <p:txBody>
          <a:bodyPr/>
          <a:lstStyle/>
          <a:p>
            <a:fld id="{F1BC30E3-FFE5-4B91-AA19-87A149EBB9EE}" type="slidenum">
              <a:rPr lang="en-GB" smtClean="0"/>
              <a:pPr/>
              <a:t>‹#›</a:t>
            </a:fld>
            <a:endParaRPr lang="en-GB" dirty="0"/>
          </a:p>
        </p:txBody>
      </p:sp>
      <p:grpSp>
        <p:nvGrpSpPr>
          <p:cNvPr id="9" name="Group 4">
            <a:extLst>
              <a:ext uri="{FF2B5EF4-FFF2-40B4-BE49-F238E27FC236}">
                <a16:creationId xmlns:a16="http://schemas.microsoft.com/office/drawing/2014/main" id="{DFFE949A-6E9F-DCCB-3981-444F818B70A6}"/>
              </a:ext>
            </a:extLst>
          </p:cNvPr>
          <p:cNvGrpSpPr>
            <a:grpSpLocks noChangeAspect="1"/>
          </p:cNvGrpSpPr>
          <p:nvPr userDrawn="1"/>
        </p:nvGrpSpPr>
        <p:grpSpPr bwMode="black">
          <a:xfrm>
            <a:off x="11623900" y="6276977"/>
            <a:ext cx="346158" cy="355219"/>
            <a:chOff x="7110" y="4004"/>
            <a:chExt cx="191" cy="196"/>
          </a:xfrm>
        </p:grpSpPr>
        <p:sp>
          <p:nvSpPr>
            <p:cNvPr id="10" name="Freeform 5">
              <a:extLst>
                <a:ext uri="{FF2B5EF4-FFF2-40B4-BE49-F238E27FC236}">
                  <a16:creationId xmlns:a16="http://schemas.microsoft.com/office/drawing/2014/main" id="{6E874CEB-2D3F-A7FC-68BB-B1E5B73F857B}"/>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1" name="Freeform 6">
              <a:extLst>
                <a:ext uri="{FF2B5EF4-FFF2-40B4-BE49-F238E27FC236}">
                  <a16:creationId xmlns:a16="http://schemas.microsoft.com/office/drawing/2014/main" id="{4BE24A05-3707-8B71-381D-4FC6EE679AFA}"/>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2" name="Freeform 7">
              <a:extLst>
                <a:ext uri="{FF2B5EF4-FFF2-40B4-BE49-F238E27FC236}">
                  <a16:creationId xmlns:a16="http://schemas.microsoft.com/office/drawing/2014/main" id="{FEF9B997-BE91-43C4-F809-E78685E578A3}"/>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198277284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ection Header 4">
    <p:spTree>
      <p:nvGrpSpPr>
        <p:cNvPr id="1" name=""/>
        <p:cNvGrpSpPr/>
        <p:nvPr/>
      </p:nvGrpSpPr>
      <p:grpSpPr>
        <a:xfrm>
          <a:off x="0" y="0"/>
          <a:ext cx="0" cy="0"/>
          <a:chOff x="0" y="0"/>
          <a:chExt cx="0" cy="0"/>
        </a:xfrm>
      </p:grpSpPr>
      <p:pic>
        <p:nvPicPr>
          <p:cNvPr id="13" name="Picture 12" descr="A blurry image of a rainbow&#10;&#10;Description automatically generated">
            <a:extLst>
              <a:ext uri="{FF2B5EF4-FFF2-40B4-BE49-F238E27FC236}">
                <a16:creationId xmlns:a16="http://schemas.microsoft.com/office/drawing/2014/main" id="{C8E8709F-6A78-59BB-D254-AE4C7F2A57D8}"/>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4" name="Date Placeholder 13">
            <a:extLst>
              <a:ext uri="{FF2B5EF4-FFF2-40B4-BE49-F238E27FC236}">
                <a16:creationId xmlns:a16="http://schemas.microsoft.com/office/drawing/2014/main" id="{FA3F83A6-1D48-7A59-F89B-1AD446292A93}"/>
              </a:ext>
            </a:extLst>
          </p:cNvPr>
          <p:cNvSpPr>
            <a:spLocks noGrp="1"/>
          </p:cNvSpPr>
          <p:nvPr>
            <p:ph type="dt" sz="half" idx="14"/>
          </p:nvPr>
        </p:nvSpPr>
        <p:spPr/>
        <p:txBody>
          <a:bodyPr/>
          <a:lstStyle/>
          <a:p>
            <a:fld id="{771BE447-BCDC-4EEC-980D-A27DDD97413D}" type="datetime3">
              <a:rPr lang="en-US" smtClean="0"/>
              <a:t>11 July 2026</a:t>
            </a:fld>
            <a:endParaRPr lang="en-US" dirty="0"/>
          </a:p>
        </p:txBody>
      </p:sp>
      <p:sp>
        <p:nvSpPr>
          <p:cNvPr id="15" name="Footer Placeholder 14">
            <a:extLst>
              <a:ext uri="{FF2B5EF4-FFF2-40B4-BE49-F238E27FC236}">
                <a16:creationId xmlns:a16="http://schemas.microsoft.com/office/drawing/2014/main" id="{7E103D91-874B-B49F-B9D9-85F52EAD810F}"/>
              </a:ext>
            </a:extLst>
          </p:cNvPr>
          <p:cNvSpPr>
            <a:spLocks noGrp="1"/>
          </p:cNvSpPr>
          <p:nvPr>
            <p:ph type="ftr" sz="quarter" idx="15"/>
          </p:nvPr>
        </p:nvSpPr>
        <p:spPr/>
        <p:txBody>
          <a:bodyPr/>
          <a:lstStyle/>
          <a:p>
            <a:r>
              <a:rPr lang="en-US"/>
              <a:t>Insert footer text here</a:t>
            </a:r>
          </a:p>
        </p:txBody>
      </p:sp>
      <p:sp>
        <p:nvSpPr>
          <p:cNvPr id="16" name="Slide Number Placeholder 15">
            <a:extLst>
              <a:ext uri="{FF2B5EF4-FFF2-40B4-BE49-F238E27FC236}">
                <a16:creationId xmlns:a16="http://schemas.microsoft.com/office/drawing/2014/main" id="{0C95BFB4-BABD-DFFF-43A5-9ABB8A6638B7}"/>
              </a:ext>
            </a:extLst>
          </p:cNvPr>
          <p:cNvSpPr>
            <a:spLocks noGrp="1"/>
          </p:cNvSpPr>
          <p:nvPr>
            <p:ph type="sldNum" sz="quarter" idx="16"/>
          </p:nvPr>
        </p:nvSpPr>
        <p:spPr/>
        <p:txBody>
          <a:bodyPr/>
          <a:lstStyle/>
          <a:p>
            <a:fld id="{F1BC30E3-FFE5-4B91-AA19-87A149EBB9EE}" type="slidenum">
              <a:rPr lang="en-GB" smtClean="0"/>
              <a:pPr/>
              <a:t>‹#›</a:t>
            </a:fld>
            <a:endParaRPr lang="en-GB" dirty="0"/>
          </a:p>
        </p:txBody>
      </p:sp>
      <p:grpSp>
        <p:nvGrpSpPr>
          <p:cNvPr id="3" name="Group 4">
            <a:extLst>
              <a:ext uri="{FF2B5EF4-FFF2-40B4-BE49-F238E27FC236}">
                <a16:creationId xmlns:a16="http://schemas.microsoft.com/office/drawing/2014/main" id="{798A70C5-9B3E-7941-E067-8A9791BCF2D1}"/>
              </a:ext>
            </a:extLst>
          </p:cNvPr>
          <p:cNvGrpSpPr>
            <a:grpSpLocks noChangeAspect="1"/>
          </p:cNvGrpSpPr>
          <p:nvPr userDrawn="1"/>
        </p:nvGrpSpPr>
        <p:grpSpPr bwMode="black">
          <a:xfrm>
            <a:off x="11623900" y="6276977"/>
            <a:ext cx="346158" cy="355219"/>
            <a:chOff x="7110" y="4004"/>
            <a:chExt cx="191" cy="196"/>
          </a:xfrm>
        </p:grpSpPr>
        <p:sp>
          <p:nvSpPr>
            <p:cNvPr id="4" name="Freeform 5">
              <a:extLst>
                <a:ext uri="{FF2B5EF4-FFF2-40B4-BE49-F238E27FC236}">
                  <a16:creationId xmlns:a16="http://schemas.microsoft.com/office/drawing/2014/main" id="{FF0F4F06-C9A4-A997-AB67-59B717C13766}"/>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5" name="Freeform 6">
              <a:extLst>
                <a:ext uri="{FF2B5EF4-FFF2-40B4-BE49-F238E27FC236}">
                  <a16:creationId xmlns:a16="http://schemas.microsoft.com/office/drawing/2014/main" id="{D63C193D-825D-B7A7-F2EF-F53A60100122}"/>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6" name="Freeform 7">
              <a:extLst>
                <a:ext uri="{FF2B5EF4-FFF2-40B4-BE49-F238E27FC236}">
                  <a16:creationId xmlns:a16="http://schemas.microsoft.com/office/drawing/2014/main" id="{44996D9C-EDDB-9A0C-B93D-E5808F8C79D2}"/>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260704009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ection Header 5">
    <p:spTree>
      <p:nvGrpSpPr>
        <p:cNvPr id="1" name=""/>
        <p:cNvGrpSpPr/>
        <p:nvPr/>
      </p:nvGrpSpPr>
      <p:grpSpPr>
        <a:xfrm>
          <a:off x="0" y="0"/>
          <a:ext cx="0" cy="0"/>
          <a:chOff x="0" y="0"/>
          <a:chExt cx="0" cy="0"/>
        </a:xfrm>
      </p:grpSpPr>
      <p:pic>
        <p:nvPicPr>
          <p:cNvPr id="7" name="Picture 6" descr="A colorful circle on a black background&#10;&#10;Description automatically generated">
            <a:extLst>
              <a:ext uri="{FF2B5EF4-FFF2-40B4-BE49-F238E27FC236}">
                <a16:creationId xmlns:a16="http://schemas.microsoft.com/office/drawing/2014/main" id="{9B1A0959-0F7F-FF84-F8C5-2E76E9D45F4F}"/>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4" name="Date Placeholder 13">
            <a:extLst>
              <a:ext uri="{FF2B5EF4-FFF2-40B4-BE49-F238E27FC236}">
                <a16:creationId xmlns:a16="http://schemas.microsoft.com/office/drawing/2014/main" id="{B5D9BED5-140F-F03D-CA60-9453F1A86D9C}"/>
              </a:ext>
            </a:extLst>
          </p:cNvPr>
          <p:cNvSpPr>
            <a:spLocks noGrp="1"/>
          </p:cNvSpPr>
          <p:nvPr>
            <p:ph type="dt" sz="half" idx="14"/>
          </p:nvPr>
        </p:nvSpPr>
        <p:spPr/>
        <p:txBody>
          <a:bodyPr/>
          <a:lstStyle/>
          <a:p>
            <a:fld id="{2E0B95D1-C1EF-4E09-8CD4-3ADFDE140BB7}" type="datetime3">
              <a:rPr lang="en-US" smtClean="0"/>
              <a:t>11 July 2026</a:t>
            </a:fld>
            <a:endParaRPr lang="en-US" dirty="0"/>
          </a:p>
        </p:txBody>
      </p:sp>
      <p:sp>
        <p:nvSpPr>
          <p:cNvPr id="15" name="Footer Placeholder 14">
            <a:extLst>
              <a:ext uri="{FF2B5EF4-FFF2-40B4-BE49-F238E27FC236}">
                <a16:creationId xmlns:a16="http://schemas.microsoft.com/office/drawing/2014/main" id="{E931943E-2952-F25A-ECCA-F329235A737F}"/>
              </a:ext>
            </a:extLst>
          </p:cNvPr>
          <p:cNvSpPr>
            <a:spLocks noGrp="1"/>
          </p:cNvSpPr>
          <p:nvPr>
            <p:ph type="ftr" sz="quarter" idx="15"/>
          </p:nvPr>
        </p:nvSpPr>
        <p:spPr/>
        <p:txBody>
          <a:bodyPr/>
          <a:lstStyle/>
          <a:p>
            <a:r>
              <a:rPr lang="en-US"/>
              <a:t>Insert footer text here</a:t>
            </a:r>
          </a:p>
        </p:txBody>
      </p:sp>
      <p:sp>
        <p:nvSpPr>
          <p:cNvPr id="16" name="Slide Number Placeholder 15">
            <a:extLst>
              <a:ext uri="{FF2B5EF4-FFF2-40B4-BE49-F238E27FC236}">
                <a16:creationId xmlns:a16="http://schemas.microsoft.com/office/drawing/2014/main" id="{EBCB7712-53BF-0892-3D4B-354DE5C528E5}"/>
              </a:ext>
            </a:extLst>
          </p:cNvPr>
          <p:cNvSpPr>
            <a:spLocks noGrp="1"/>
          </p:cNvSpPr>
          <p:nvPr>
            <p:ph type="sldNum" sz="quarter" idx="16"/>
          </p:nvPr>
        </p:nvSpPr>
        <p:spPr/>
        <p:txBody>
          <a:bodyPr/>
          <a:lstStyle/>
          <a:p>
            <a:fld id="{F1BC30E3-FFE5-4B91-AA19-87A149EBB9EE}" type="slidenum">
              <a:rPr lang="en-GB" smtClean="0"/>
              <a:pPr/>
              <a:t>‹#›</a:t>
            </a:fld>
            <a:endParaRPr lang="en-GB" dirty="0"/>
          </a:p>
        </p:txBody>
      </p:sp>
      <p:grpSp>
        <p:nvGrpSpPr>
          <p:cNvPr id="9" name="Group 4">
            <a:extLst>
              <a:ext uri="{FF2B5EF4-FFF2-40B4-BE49-F238E27FC236}">
                <a16:creationId xmlns:a16="http://schemas.microsoft.com/office/drawing/2014/main" id="{A2CBC4E2-6D56-5589-38B7-123BB8BE7485}"/>
              </a:ext>
            </a:extLst>
          </p:cNvPr>
          <p:cNvGrpSpPr>
            <a:grpSpLocks noChangeAspect="1"/>
          </p:cNvGrpSpPr>
          <p:nvPr userDrawn="1"/>
        </p:nvGrpSpPr>
        <p:grpSpPr bwMode="black">
          <a:xfrm>
            <a:off x="11623900" y="6276977"/>
            <a:ext cx="346158" cy="355219"/>
            <a:chOff x="7110" y="4004"/>
            <a:chExt cx="191" cy="196"/>
          </a:xfrm>
        </p:grpSpPr>
        <p:sp>
          <p:nvSpPr>
            <p:cNvPr id="10" name="Freeform 5">
              <a:extLst>
                <a:ext uri="{FF2B5EF4-FFF2-40B4-BE49-F238E27FC236}">
                  <a16:creationId xmlns:a16="http://schemas.microsoft.com/office/drawing/2014/main" id="{A8D992E6-EAE7-83CF-5B22-7C7DCDB38DCD}"/>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1" name="Freeform 6">
              <a:extLst>
                <a:ext uri="{FF2B5EF4-FFF2-40B4-BE49-F238E27FC236}">
                  <a16:creationId xmlns:a16="http://schemas.microsoft.com/office/drawing/2014/main" id="{DDA26C30-C61D-FE6C-E1DC-6A89E2511A95}"/>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2" name="Freeform 7">
              <a:extLst>
                <a:ext uri="{FF2B5EF4-FFF2-40B4-BE49-F238E27FC236}">
                  <a16:creationId xmlns:a16="http://schemas.microsoft.com/office/drawing/2014/main" id="{69AE1E0B-DC05-6DB6-F457-D229556B4C49}"/>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236424105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ection Header 6">
    <p:spTree>
      <p:nvGrpSpPr>
        <p:cNvPr id="1" name=""/>
        <p:cNvGrpSpPr/>
        <p:nvPr/>
      </p:nvGrpSpPr>
      <p:grpSpPr>
        <a:xfrm>
          <a:off x="0" y="0"/>
          <a:ext cx="0" cy="0"/>
          <a:chOff x="0" y="0"/>
          <a:chExt cx="0" cy="0"/>
        </a:xfrm>
      </p:grpSpPr>
      <p:pic>
        <p:nvPicPr>
          <p:cNvPr id="5" name="Picture 4" descr="A blurry image of a rainbow&#10;&#10;Description automatically generated">
            <a:extLst>
              <a:ext uri="{FF2B5EF4-FFF2-40B4-BE49-F238E27FC236}">
                <a16:creationId xmlns:a16="http://schemas.microsoft.com/office/drawing/2014/main" id="{36630E4E-7F64-A84B-6022-F16994E95375}"/>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3053616"/>
            <a:ext cx="7394575" cy="2869882"/>
          </a:xfrm>
        </p:spPr>
        <p:txBody>
          <a:bodyPr anchor="t"/>
          <a:lstStyle>
            <a:lvl1pPr>
              <a:defRPr sz="6000">
                <a:solidFill>
                  <a:schemeClr val="bg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2169200"/>
          </a:xfrm>
        </p:spPr>
        <p:txBody>
          <a:bodyPr lIns="0" tIns="0" rIns="0" bIns="0" anchor="b">
            <a:noAutofit/>
          </a:bodyPr>
          <a:lstStyle>
            <a:lvl1pPr marL="0" indent="0">
              <a:lnSpc>
                <a:spcPct val="85000"/>
              </a:lnSpc>
              <a:spcAft>
                <a:spcPts val="0"/>
              </a:spcAft>
              <a:buNone/>
              <a:defRPr kumimoji="0" lang="en-US" sz="16600" b="1" i="0" u="none" strike="noStrike" kern="1200" cap="none" spc="0" normalizeH="0" baseline="0" dirty="0">
                <a:ln>
                  <a:noFill/>
                </a:ln>
                <a:solidFill>
                  <a:srgbClr val="747480">
                    <a:alpha val="50000"/>
                  </a:srgbClr>
                </a:solidFill>
                <a:effectLst/>
                <a:uLnTx/>
                <a:uFillTx/>
                <a:latin typeface="EYInterstate Light" panose="02000506000000020004" pitchFamily="2" charset="0"/>
                <a:ea typeface="+mn-ea"/>
                <a:cs typeface="+mn-cs"/>
              </a:defRPr>
            </a:lvl1pPr>
          </a:lstStyle>
          <a:p>
            <a:pPr marL="0" marR="0" lvl="0" indent="0" algn="l" defTabSz="1007887" rtl="0" eaLnBrk="1" fontAlgn="auto" latinLnBrk="0" hangingPunct="1">
              <a:lnSpc>
                <a:spcPct val="100000"/>
              </a:lnSpc>
              <a:spcBef>
                <a:spcPts val="0"/>
              </a:spcBef>
              <a:spcAft>
                <a:spcPts val="200"/>
              </a:spcAft>
              <a:buClrTx/>
              <a:buSzTx/>
              <a:buFont typeface="Arial" panose="020B0604020202020204" pitchFamily="34" charset="0"/>
              <a:buNone/>
              <a:tabLst/>
              <a:defRPr/>
            </a:pPr>
            <a:r>
              <a:rPr lang="en-GB" dirty="0"/>
              <a:t>00</a:t>
            </a:r>
            <a:endParaRPr lang="en-US" dirty="0"/>
          </a:p>
        </p:txBody>
      </p:sp>
      <p:sp>
        <p:nvSpPr>
          <p:cNvPr id="14" name="Date Placeholder 13">
            <a:extLst>
              <a:ext uri="{FF2B5EF4-FFF2-40B4-BE49-F238E27FC236}">
                <a16:creationId xmlns:a16="http://schemas.microsoft.com/office/drawing/2014/main" id="{B5D9BED5-140F-F03D-CA60-9453F1A86D9C}"/>
              </a:ext>
            </a:extLst>
          </p:cNvPr>
          <p:cNvSpPr>
            <a:spLocks noGrp="1"/>
          </p:cNvSpPr>
          <p:nvPr>
            <p:ph type="dt" sz="half" idx="14"/>
          </p:nvPr>
        </p:nvSpPr>
        <p:spPr/>
        <p:txBody>
          <a:bodyPr/>
          <a:lstStyle/>
          <a:p>
            <a:fld id="{CA24DDF8-32C5-4452-B55F-4A8C15AB0F46}" type="datetime3">
              <a:rPr lang="en-US" smtClean="0"/>
              <a:t>11 July 2026</a:t>
            </a:fld>
            <a:endParaRPr lang="en-US" dirty="0"/>
          </a:p>
        </p:txBody>
      </p:sp>
      <p:sp>
        <p:nvSpPr>
          <p:cNvPr id="15" name="Footer Placeholder 14">
            <a:extLst>
              <a:ext uri="{FF2B5EF4-FFF2-40B4-BE49-F238E27FC236}">
                <a16:creationId xmlns:a16="http://schemas.microsoft.com/office/drawing/2014/main" id="{E931943E-2952-F25A-ECCA-F329235A737F}"/>
              </a:ext>
            </a:extLst>
          </p:cNvPr>
          <p:cNvSpPr>
            <a:spLocks noGrp="1"/>
          </p:cNvSpPr>
          <p:nvPr>
            <p:ph type="ftr" sz="quarter" idx="15"/>
          </p:nvPr>
        </p:nvSpPr>
        <p:spPr/>
        <p:txBody>
          <a:bodyPr/>
          <a:lstStyle/>
          <a:p>
            <a:r>
              <a:rPr lang="en-US"/>
              <a:t>Insert footer text here</a:t>
            </a:r>
          </a:p>
        </p:txBody>
      </p:sp>
      <p:sp>
        <p:nvSpPr>
          <p:cNvPr id="16" name="Slide Number Placeholder 15">
            <a:extLst>
              <a:ext uri="{FF2B5EF4-FFF2-40B4-BE49-F238E27FC236}">
                <a16:creationId xmlns:a16="http://schemas.microsoft.com/office/drawing/2014/main" id="{EBCB7712-53BF-0892-3D4B-354DE5C528E5}"/>
              </a:ext>
            </a:extLst>
          </p:cNvPr>
          <p:cNvSpPr>
            <a:spLocks noGrp="1"/>
          </p:cNvSpPr>
          <p:nvPr>
            <p:ph type="sldNum" sz="quarter" idx="16"/>
          </p:nvPr>
        </p:nvSpPr>
        <p:spPr/>
        <p:txBody>
          <a:bodyPr/>
          <a:lstStyle/>
          <a:p>
            <a:fld id="{F1BC30E3-FFE5-4B91-AA19-87A149EBB9EE}" type="slidenum">
              <a:rPr lang="en-GB" smtClean="0"/>
              <a:pPr/>
              <a:t>‹#›</a:t>
            </a:fld>
            <a:endParaRPr lang="en-GB" dirty="0"/>
          </a:p>
        </p:txBody>
      </p:sp>
      <p:grpSp>
        <p:nvGrpSpPr>
          <p:cNvPr id="9" name="Group 4">
            <a:extLst>
              <a:ext uri="{FF2B5EF4-FFF2-40B4-BE49-F238E27FC236}">
                <a16:creationId xmlns:a16="http://schemas.microsoft.com/office/drawing/2014/main" id="{F2D79ED6-4894-2B8B-D862-974AC88E705C}"/>
              </a:ext>
            </a:extLst>
          </p:cNvPr>
          <p:cNvGrpSpPr>
            <a:grpSpLocks noChangeAspect="1"/>
          </p:cNvGrpSpPr>
          <p:nvPr userDrawn="1"/>
        </p:nvGrpSpPr>
        <p:grpSpPr bwMode="black">
          <a:xfrm>
            <a:off x="11623900" y="6276977"/>
            <a:ext cx="346158" cy="355219"/>
            <a:chOff x="7110" y="4004"/>
            <a:chExt cx="191" cy="196"/>
          </a:xfrm>
        </p:grpSpPr>
        <p:sp>
          <p:nvSpPr>
            <p:cNvPr id="10" name="Freeform 5">
              <a:extLst>
                <a:ext uri="{FF2B5EF4-FFF2-40B4-BE49-F238E27FC236}">
                  <a16:creationId xmlns:a16="http://schemas.microsoft.com/office/drawing/2014/main" id="{7F6B658B-99C5-075E-8FBB-F68A5010C408}"/>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1" name="Freeform 6">
              <a:extLst>
                <a:ext uri="{FF2B5EF4-FFF2-40B4-BE49-F238E27FC236}">
                  <a16:creationId xmlns:a16="http://schemas.microsoft.com/office/drawing/2014/main" id="{4D5FE3CF-44B0-DC6A-D098-1142A9EF999E}"/>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3" name="Freeform 7">
              <a:extLst>
                <a:ext uri="{FF2B5EF4-FFF2-40B4-BE49-F238E27FC236}">
                  <a16:creationId xmlns:a16="http://schemas.microsoft.com/office/drawing/2014/main" id="{0B46547D-1401-03DA-C2CC-733F034C7907}"/>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392133321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pic>
        <p:nvPicPr>
          <p:cNvPr id="11" name="Picture 10" descr="A blurry image of a rainbow&#10;&#10;Description automatically generated">
            <a:extLst>
              <a:ext uri="{FF2B5EF4-FFF2-40B4-BE49-F238E27FC236}">
                <a16:creationId xmlns:a16="http://schemas.microsoft.com/office/drawing/2014/main" id="{0CF60EBF-BB0E-A13F-6F1D-8E03C5FC39A6}"/>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3930FFC6-DEA1-5FCD-0ABD-350186ADBF5D}"/>
              </a:ext>
            </a:extLst>
          </p:cNvPr>
          <p:cNvSpPr>
            <a:spLocks noGrp="1"/>
          </p:cNvSpPr>
          <p:nvPr>
            <p:ph type="title" hasCustomPrompt="1"/>
          </p:nvPr>
        </p:nvSpPr>
        <p:spPr>
          <a:xfrm>
            <a:off x="485523" y="369888"/>
            <a:ext cx="3314701" cy="470898"/>
          </a:xfrm>
        </p:spPr>
        <p:txBody>
          <a:bodyPr/>
          <a:lstStyle/>
          <a:p>
            <a:r>
              <a:rPr lang="en-GB" dirty="0"/>
              <a:t>Contents</a:t>
            </a:r>
            <a:endParaRPr lang="en-US" dirty="0"/>
          </a:p>
        </p:txBody>
      </p:sp>
      <p:sp>
        <p:nvSpPr>
          <p:cNvPr id="7" name="Text Placeholder 6">
            <a:extLst>
              <a:ext uri="{FF2B5EF4-FFF2-40B4-BE49-F238E27FC236}">
                <a16:creationId xmlns:a16="http://schemas.microsoft.com/office/drawing/2014/main" id="{7B8AEA00-448F-1217-B10E-ABF6D402B4CB}"/>
              </a:ext>
            </a:extLst>
          </p:cNvPr>
          <p:cNvSpPr>
            <a:spLocks noGrp="1"/>
          </p:cNvSpPr>
          <p:nvPr>
            <p:ph type="body" sz="quarter" idx="15" hasCustomPrompt="1"/>
          </p:nvPr>
        </p:nvSpPr>
        <p:spPr>
          <a:xfrm>
            <a:off x="485775" y="1411287"/>
            <a:ext cx="5099050" cy="4638675"/>
          </a:xfrm>
        </p:spPr>
        <p:txBody>
          <a:bodyPr/>
          <a:lstStyle>
            <a:lvl1pPr>
              <a:defRPr sz="2400"/>
            </a:lvl1pPr>
            <a:lvl2pPr>
              <a:defRPr sz="2400"/>
            </a:lvl2pPr>
            <a:lvl3pPr>
              <a:defRPr sz="2000"/>
            </a:lvl3pPr>
            <a:lvl4pPr>
              <a:defRPr sz="1800"/>
            </a:lvl4pPr>
            <a:lvl5pPr>
              <a:defRPr sz="1800"/>
            </a:lvl5pPr>
          </a:lstStyle>
          <a:p>
            <a:pPr lvl="0"/>
            <a:r>
              <a:rPr lang="en-GB" dirty="0"/>
              <a:t>Introduction text goes here and delete the bullet if not required</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Date Placeholder 15">
            <a:extLst>
              <a:ext uri="{FF2B5EF4-FFF2-40B4-BE49-F238E27FC236}">
                <a16:creationId xmlns:a16="http://schemas.microsoft.com/office/drawing/2014/main" id="{6B67F104-BCCD-4057-9F3C-70C29E057A50}"/>
              </a:ext>
            </a:extLst>
          </p:cNvPr>
          <p:cNvSpPr>
            <a:spLocks noGrp="1"/>
          </p:cNvSpPr>
          <p:nvPr>
            <p:ph type="dt" sz="half" idx="16"/>
          </p:nvPr>
        </p:nvSpPr>
        <p:spPr/>
        <p:txBody>
          <a:bodyPr/>
          <a:lstStyle/>
          <a:p>
            <a:fld id="{D10E464A-F9DB-4EEE-9330-F258545ED41D}" type="datetime3">
              <a:rPr lang="en-US" smtClean="0"/>
              <a:t>11 July 2026</a:t>
            </a:fld>
            <a:endParaRPr lang="en-US" dirty="0"/>
          </a:p>
        </p:txBody>
      </p:sp>
      <p:sp>
        <p:nvSpPr>
          <p:cNvPr id="17" name="Footer Placeholder 16">
            <a:extLst>
              <a:ext uri="{FF2B5EF4-FFF2-40B4-BE49-F238E27FC236}">
                <a16:creationId xmlns:a16="http://schemas.microsoft.com/office/drawing/2014/main" id="{6880D4C2-A728-3810-8EAF-6AC78A949BE5}"/>
              </a:ext>
            </a:extLst>
          </p:cNvPr>
          <p:cNvSpPr>
            <a:spLocks noGrp="1"/>
          </p:cNvSpPr>
          <p:nvPr>
            <p:ph type="ftr" sz="quarter" idx="17"/>
          </p:nvPr>
        </p:nvSpPr>
        <p:spPr/>
        <p:txBody>
          <a:bodyPr/>
          <a:lstStyle/>
          <a:p>
            <a:r>
              <a:rPr lang="en-US"/>
              <a:t>Insert footer text here</a:t>
            </a:r>
          </a:p>
        </p:txBody>
      </p:sp>
      <p:sp>
        <p:nvSpPr>
          <p:cNvPr id="18" name="Slide Number Placeholder 17">
            <a:extLst>
              <a:ext uri="{FF2B5EF4-FFF2-40B4-BE49-F238E27FC236}">
                <a16:creationId xmlns:a16="http://schemas.microsoft.com/office/drawing/2014/main" id="{4CB206C2-DFD0-9033-25AE-68BCB50C1933}"/>
              </a:ext>
            </a:extLst>
          </p:cNvPr>
          <p:cNvSpPr>
            <a:spLocks noGrp="1"/>
          </p:cNvSpPr>
          <p:nvPr>
            <p:ph type="sldNum" sz="quarter" idx="18"/>
          </p:nvPr>
        </p:nvSpPr>
        <p:spPr/>
        <p:txBody>
          <a:bodyPr/>
          <a:lstStyle/>
          <a:p>
            <a:fld id="{F1BC30E3-FFE5-4B91-AA19-87A149EBB9EE}" type="slidenum">
              <a:rPr lang="en-GB" smtClean="0"/>
              <a:pPr/>
              <a:t>‹#›</a:t>
            </a:fld>
            <a:endParaRPr lang="en-GB" dirty="0"/>
          </a:p>
        </p:txBody>
      </p:sp>
      <p:sp>
        <p:nvSpPr>
          <p:cNvPr id="12" name="Text Placeholder 6">
            <a:extLst>
              <a:ext uri="{FF2B5EF4-FFF2-40B4-BE49-F238E27FC236}">
                <a16:creationId xmlns:a16="http://schemas.microsoft.com/office/drawing/2014/main" id="{4A244641-8AF5-E5A2-18FB-105E0DDC424F}"/>
              </a:ext>
            </a:extLst>
          </p:cNvPr>
          <p:cNvSpPr>
            <a:spLocks noGrp="1"/>
          </p:cNvSpPr>
          <p:nvPr>
            <p:ph type="body" sz="quarter" idx="21" hasCustomPrompt="1"/>
          </p:nvPr>
        </p:nvSpPr>
        <p:spPr>
          <a:xfrm>
            <a:off x="6099647" y="1411287"/>
            <a:ext cx="5610225" cy="4638675"/>
          </a:xfrm>
        </p:spPr>
        <p:txBody>
          <a:bodyPr/>
          <a:lstStyle>
            <a:lvl1pPr marL="457200" indent="-457200">
              <a:buFont typeface="+mj-lt"/>
              <a:buAutoNum type="arabicPeriod"/>
              <a:defRPr sz="1800"/>
            </a:lvl1pPr>
            <a:lvl2pPr marL="914400" indent="-457200">
              <a:defRPr sz="1600"/>
            </a:lvl2pPr>
            <a:lvl3pPr marL="914400" indent="-457200">
              <a:defRPr sz="1600"/>
            </a:lvl3pPr>
            <a:lvl4pPr marL="914400" indent="-457200">
              <a:defRPr sz="1400"/>
            </a:lvl4pPr>
            <a:lvl5pPr marL="914400" indent="-457200">
              <a:defRPr sz="1400"/>
            </a:lvl5pPr>
          </a:lstStyle>
          <a:p>
            <a:pPr lvl="0"/>
            <a:r>
              <a:rPr lang="en-IN" dirty="0"/>
              <a:t>Section header goes here and to insert page numbers use the tab button on the keyboard</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grpSp>
        <p:nvGrpSpPr>
          <p:cNvPr id="4" name="Group 4">
            <a:extLst>
              <a:ext uri="{FF2B5EF4-FFF2-40B4-BE49-F238E27FC236}">
                <a16:creationId xmlns:a16="http://schemas.microsoft.com/office/drawing/2014/main" id="{6A947DDB-75DB-76B2-ADC5-D93B38D4183D}"/>
              </a:ext>
            </a:extLst>
          </p:cNvPr>
          <p:cNvGrpSpPr>
            <a:grpSpLocks noChangeAspect="1"/>
          </p:cNvGrpSpPr>
          <p:nvPr userDrawn="1"/>
        </p:nvGrpSpPr>
        <p:grpSpPr bwMode="black">
          <a:xfrm>
            <a:off x="11623900" y="6276977"/>
            <a:ext cx="346158" cy="355219"/>
            <a:chOff x="7110" y="4004"/>
            <a:chExt cx="191" cy="196"/>
          </a:xfrm>
        </p:grpSpPr>
        <p:sp>
          <p:nvSpPr>
            <p:cNvPr id="9" name="Freeform 5">
              <a:extLst>
                <a:ext uri="{FF2B5EF4-FFF2-40B4-BE49-F238E27FC236}">
                  <a16:creationId xmlns:a16="http://schemas.microsoft.com/office/drawing/2014/main" id="{777A9F83-CB8D-4479-6968-8B47D931EEBA}"/>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0" name="Freeform 6">
              <a:extLst>
                <a:ext uri="{FF2B5EF4-FFF2-40B4-BE49-F238E27FC236}">
                  <a16:creationId xmlns:a16="http://schemas.microsoft.com/office/drawing/2014/main" id="{6B1C04DF-19FD-1D5D-56C9-211BF50EB230}"/>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3" name="Freeform 7">
              <a:extLst>
                <a:ext uri="{FF2B5EF4-FFF2-40B4-BE49-F238E27FC236}">
                  <a16:creationId xmlns:a16="http://schemas.microsoft.com/office/drawing/2014/main" id="{7297F736-140F-E853-3848-EA573A1B3C51}"/>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98530385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descr="A bright light in the dark&#10;&#10;Description automatically generated">
            <a:extLst>
              <a:ext uri="{FF2B5EF4-FFF2-40B4-BE49-F238E27FC236}">
                <a16:creationId xmlns:a16="http://schemas.microsoft.com/office/drawing/2014/main" id="{C6893964-B096-BBF5-42BC-1EAE055022BA}"/>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17" name="Text Placeholder 9">
            <a:extLst>
              <a:ext uri="{FF2B5EF4-FFF2-40B4-BE49-F238E27FC236}">
                <a16:creationId xmlns:a16="http://schemas.microsoft.com/office/drawing/2014/main" id="{B9199D71-1BDD-2925-CD92-9B0B3F8439E9}"/>
              </a:ext>
            </a:extLst>
          </p:cNvPr>
          <p:cNvSpPr>
            <a:spLocks noGrp="1"/>
          </p:cNvSpPr>
          <p:nvPr>
            <p:ph type="body" sz="quarter" idx="28" hasCustomPrompt="1"/>
          </p:nvPr>
        </p:nvSpPr>
        <p:spPr>
          <a:xfrm>
            <a:off x="2756521" y="1411287"/>
            <a:ext cx="1873220" cy="2031325"/>
          </a:xfrm>
        </p:spPr>
        <p:txBody>
          <a:bodyPr wrap="square">
            <a:spAutoFit/>
          </a:bodyPr>
          <a:lstStyle>
            <a:lvl1pPr marL="0" indent="0">
              <a:buNone/>
              <a:defRPr sz="13200"/>
            </a:lvl1pPr>
          </a:lstStyle>
          <a:p>
            <a:pPr lvl="0"/>
            <a:r>
              <a:rPr lang="en-GB" dirty="0"/>
              <a:t>0</a:t>
            </a:r>
            <a:endParaRPr lang="en-US" dirty="0"/>
          </a:p>
        </p:txBody>
      </p:sp>
      <p:sp>
        <p:nvSpPr>
          <p:cNvPr id="19" name="Text Placeholder 6">
            <a:extLst>
              <a:ext uri="{FF2B5EF4-FFF2-40B4-BE49-F238E27FC236}">
                <a16:creationId xmlns:a16="http://schemas.microsoft.com/office/drawing/2014/main" id="{F8391354-FDE4-DE4D-8084-A61467B9F410}"/>
              </a:ext>
            </a:extLst>
          </p:cNvPr>
          <p:cNvSpPr>
            <a:spLocks noGrp="1"/>
          </p:cNvSpPr>
          <p:nvPr>
            <p:ph type="body" sz="quarter" idx="29" hasCustomPrompt="1"/>
          </p:nvPr>
        </p:nvSpPr>
        <p:spPr>
          <a:xfrm flipH="1">
            <a:off x="2845421" y="3642518"/>
            <a:ext cx="1785600" cy="2407444"/>
          </a:xfrm>
        </p:spPr>
        <p:txBody>
          <a:bodyPr/>
          <a:lstStyle>
            <a:lvl1pPr>
              <a:defRPr>
                <a:latin typeface="+mn-lt"/>
              </a:defRPr>
            </a:lvl1pPr>
          </a:lstStyle>
          <a:p>
            <a:pPr lvl="0"/>
            <a:r>
              <a:rPr lang="en-GB" dirty="0"/>
              <a:t>Agenda text goes here and delete the bullet if not required</a:t>
            </a:r>
            <a:endParaRPr lang="en-US" dirty="0"/>
          </a:p>
        </p:txBody>
      </p:sp>
      <p:sp>
        <p:nvSpPr>
          <p:cNvPr id="20" name="Text Placeholder 9">
            <a:extLst>
              <a:ext uri="{FF2B5EF4-FFF2-40B4-BE49-F238E27FC236}">
                <a16:creationId xmlns:a16="http://schemas.microsoft.com/office/drawing/2014/main" id="{F575A1BC-5BD6-1793-C917-0720FC3DE980}"/>
              </a:ext>
            </a:extLst>
          </p:cNvPr>
          <p:cNvSpPr>
            <a:spLocks noGrp="1"/>
          </p:cNvSpPr>
          <p:nvPr>
            <p:ph type="body" sz="quarter" idx="30" hasCustomPrompt="1"/>
          </p:nvPr>
        </p:nvSpPr>
        <p:spPr>
          <a:xfrm>
            <a:off x="5116419" y="1411287"/>
            <a:ext cx="1873220" cy="2031325"/>
          </a:xfrm>
        </p:spPr>
        <p:txBody>
          <a:bodyPr wrap="square">
            <a:spAutoFit/>
          </a:bodyPr>
          <a:lstStyle>
            <a:lvl1pPr marL="0" indent="0">
              <a:buNone/>
              <a:defRPr sz="13200"/>
            </a:lvl1pPr>
          </a:lstStyle>
          <a:p>
            <a:pPr lvl="0"/>
            <a:r>
              <a:rPr lang="en-GB" dirty="0"/>
              <a:t>0</a:t>
            </a:r>
            <a:endParaRPr lang="en-US" dirty="0"/>
          </a:p>
        </p:txBody>
      </p:sp>
      <p:sp>
        <p:nvSpPr>
          <p:cNvPr id="22" name="Text Placeholder 6">
            <a:extLst>
              <a:ext uri="{FF2B5EF4-FFF2-40B4-BE49-F238E27FC236}">
                <a16:creationId xmlns:a16="http://schemas.microsoft.com/office/drawing/2014/main" id="{F9CBCE1B-3F39-C7B5-CCE2-AE84242E7749}"/>
              </a:ext>
            </a:extLst>
          </p:cNvPr>
          <p:cNvSpPr>
            <a:spLocks noGrp="1"/>
          </p:cNvSpPr>
          <p:nvPr>
            <p:ph type="body" sz="quarter" idx="31" hasCustomPrompt="1"/>
          </p:nvPr>
        </p:nvSpPr>
        <p:spPr>
          <a:xfrm flipH="1">
            <a:off x="5205319" y="3642518"/>
            <a:ext cx="1785600" cy="2407444"/>
          </a:xfrm>
        </p:spPr>
        <p:txBody>
          <a:bodyPr/>
          <a:lstStyle>
            <a:lvl1pPr>
              <a:defRPr>
                <a:latin typeface="+mn-lt"/>
              </a:defRPr>
            </a:lvl1pPr>
          </a:lstStyle>
          <a:p>
            <a:pPr lvl="0"/>
            <a:r>
              <a:rPr lang="en-GB" dirty="0"/>
              <a:t>Agenda text goes here and delete the bullet if not required</a:t>
            </a:r>
            <a:endParaRPr lang="en-US" dirty="0"/>
          </a:p>
        </p:txBody>
      </p:sp>
      <p:sp>
        <p:nvSpPr>
          <p:cNvPr id="25" name="Text Placeholder 6">
            <a:extLst>
              <a:ext uri="{FF2B5EF4-FFF2-40B4-BE49-F238E27FC236}">
                <a16:creationId xmlns:a16="http://schemas.microsoft.com/office/drawing/2014/main" id="{814015C2-B8E4-B890-4CD0-F6A3A2052CAC}"/>
              </a:ext>
            </a:extLst>
          </p:cNvPr>
          <p:cNvSpPr>
            <a:spLocks noGrp="1"/>
          </p:cNvSpPr>
          <p:nvPr>
            <p:ph type="body" sz="quarter" idx="33" hasCustomPrompt="1"/>
          </p:nvPr>
        </p:nvSpPr>
        <p:spPr>
          <a:xfrm>
            <a:off x="7565217" y="3642518"/>
            <a:ext cx="1785600" cy="2407444"/>
          </a:xfrm>
        </p:spPr>
        <p:txBody>
          <a:bodyPr/>
          <a:lstStyle>
            <a:lvl1pPr>
              <a:defRPr>
                <a:latin typeface="+mn-lt"/>
              </a:defRPr>
            </a:lvl1pPr>
          </a:lstStyle>
          <a:p>
            <a:pPr lvl="0"/>
            <a:r>
              <a:rPr lang="en-GB" dirty="0"/>
              <a:t>Agenda text goes here and delete the bullet if not required</a:t>
            </a:r>
            <a:endParaRPr lang="en-US" dirty="0"/>
          </a:p>
        </p:txBody>
      </p:sp>
      <p:sp>
        <p:nvSpPr>
          <p:cNvPr id="30" name="Text Placeholder 9">
            <a:extLst>
              <a:ext uri="{FF2B5EF4-FFF2-40B4-BE49-F238E27FC236}">
                <a16:creationId xmlns:a16="http://schemas.microsoft.com/office/drawing/2014/main" id="{37959C9A-F406-FB92-6FFF-08F42234CF91}"/>
              </a:ext>
            </a:extLst>
          </p:cNvPr>
          <p:cNvSpPr>
            <a:spLocks noGrp="1"/>
          </p:cNvSpPr>
          <p:nvPr>
            <p:ph type="body" sz="quarter" idx="34" hasCustomPrompt="1"/>
          </p:nvPr>
        </p:nvSpPr>
        <p:spPr>
          <a:xfrm>
            <a:off x="9836214" y="1411287"/>
            <a:ext cx="1873220" cy="2031325"/>
          </a:xfrm>
        </p:spPr>
        <p:txBody>
          <a:bodyPr wrap="square">
            <a:spAutoFit/>
          </a:bodyPr>
          <a:lstStyle>
            <a:lvl1pPr marL="0" indent="0">
              <a:buNone/>
              <a:defRPr sz="13200"/>
            </a:lvl1pPr>
          </a:lstStyle>
          <a:p>
            <a:pPr lvl="0"/>
            <a:r>
              <a:rPr lang="en-GB" dirty="0"/>
              <a:t>0</a:t>
            </a:r>
            <a:endParaRPr lang="en-US" dirty="0"/>
          </a:p>
        </p:txBody>
      </p:sp>
      <p:sp>
        <p:nvSpPr>
          <p:cNvPr id="34" name="Text Placeholder 6">
            <a:extLst>
              <a:ext uri="{FF2B5EF4-FFF2-40B4-BE49-F238E27FC236}">
                <a16:creationId xmlns:a16="http://schemas.microsoft.com/office/drawing/2014/main" id="{BC6A6256-32C1-F83C-4A32-D674785CF1DF}"/>
              </a:ext>
            </a:extLst>
          </p:cNvPr>
          <p:cNvSpPr>
            <a:spLocks noGrp="1"/>
          </p:cNvSpPr>
          <p:nvPr>
            <p:ph type="body" sz="quarter" idx="35" hasCustomPrompt="1"/>
          </p:nvPr>
        </p:nvSpPr>
        <p:spPr>
          <a:xfrm>
            <a:off x="9925114" y="3642518"/>
            <a:ext cx="1785600" cy="2407444"/>
          </a:xfrm>
        </p:spPr>
        <p:txBody>
          <a:bodyPr/>
          <a:lstStyle>
            <a:lvl1pPr>
              <a:defRPr>
                <a:latin typeface="+mn-lt"/>
              </a:defRPr>
            </a:lvl1pPr>
          </a:lstStyle>
          <a:p>
            <a:pPr lvl="0"/>
            <a:r>
              <a:rPr lang="en-GB" dirty="0"/>
              <a:t>Agenda text goes here and delete the bullet if not required</a:t>
            </a:r>
            <a:endParaRPr lang="en-US" dirty="0"/>
          </a:p>
        </p:txBody>
      </p:sp>
      <p:sp>
        <p:nvSpPr>
          <p:cNvPr id="2" name="Title 1">
            <a:extLst>
              <a:ext uri="{FF2B5EF4-FFF2-40B4-BE49-F238E27FC236}">
                <a16:creationId xmlns:a16="http://schemas.microsoft.com/office/drawing/2014/main" id="{E49EC5F5-14E0-4B05-29E6-E9A059AA1002}"/>
              </a:ext>
            </a:extLst>
          </p:cNvPr>
          <p:cNvSpPr>
            <a:spLocks noGrp="1"/>
          </p:cNvSpPr>
          <p:nvPr>
            <p:ph type="title" hasCustomPrompt="1"/>
          </p:nvPr>
        </p:nvSpPr>
        <p:spPr>
          <a:xfrm>
            <a:off x="485523" y="369888"/>
            <a:ext cx="11224347" cy="470898"/>
          </a:xfrm>
        </p:spPr>
        <p:txBody>
          <a:bodyPr/>
          <a:lstStyle/>
          <a:p>
            <a:r>
              <a:rPr lang="en-GB" dirty="0"/>
              <a:t>Agenda</a:t>
            </a:r>
            <a:endParaRPr lang="en-US" dirty="0"/>
          </a:p>
        </p:txBody>
      </p:sp>
      <p:sp>
        <p:nvSpPr>
          <p:cNvPr id="10" name="Text Placeholder 9">
            <a:extLst>
              <a:ext uri="{FF2B5EF4-FFF2-40B4-BE49-F238E27FC236}">
                <a16:creationId xmlns:a16="http://schemas.microsoft.com/office/drawing/2014/main" id="{920A2165-CDB3-28AA-F42A-E5E3D72C1440}"/>
              </a:ext>
            </a:extLst>
          </p:cNvPr>
          <p:cNvSpPr>
            <a:spLocks noGrp="1"/>
          </p:cNvSpPr>
          <p:nvPr>
            <p:ph type="body" sz="quarter" idx="13" hasCustomPrompt="1"/>
          </p:nvPr>
        </p:nvSpPr>
        <p:spPr>
          <a:xfrm>
            <a:off x="396623" y="1411287"/>
            <a:ext cx="1873220" cy="2031325"/>
          </a:xfrm>
        </p:spPr>
        <p:txBody>
          <a:bodyPr wrap="square">
            <a:spAutoFit/>
          </a:bodyPr>
          <a:lstStyle>
            <a:lvl1pPr marL="0" indent="0">
              <a:buNone/>
              <a:defRPr sz="13200"/>
            </a:lvl1pPr>
          </a:lstStyle>
          <a:p>
            <a:pPr lvl="0"/>
            <a:r>
              <a:rPr lang="en-GB" dirty="0"/>
              <a:t>0</a:t>
            </a:r>
            <a:endParaRPr lang="en-US" dirty="0"/>
          </a:p>
        </p:txBody>
      </p:sp>
      <p:sp>
        <p:nvSpPr>
          <p:cNvPr id="3" name="Text Placeholder 6">
            <a:extLst>
              <a:ext uri="{FF2B5EF4-FFF2-40B4-BE49-F238E27FC236}">
                <a16:creationId xmlns:a16="http://schemas.microsoft.com/office/drawing/2014/main" id="{F78D4931-12A7-7D80-F380-EDF6BE10CA42}"/>
              </a:ext>
            </a:extLst>
          </p:cNvPr>
          <p:cNvSpPr>
            <a:spLocks noGrp="1"/>
          </p:cNvSpPr>
          <p:nvPr>
            <p:ph type="body" sz="quarter" idx="27" hasCustomPrompt="1"/>
          </p:nvPr>
        </p:nvSpPr>
        <p:spPr>
          <a:xfrm>
            <a:off x="485523" y="3642518"/>
            <a:ext cx="1785600" cy="2407444"/>
          </a:xfrm>
        </p:spPr>
        <p:txBody>
          <a:bodyPr/>
          <a:lstStyle>
            <a:lvl1pPr>
              <a:defRPr>
                <a:latin typeface="+mn-lt"/>
              </a:defRPr>
            </a:lvl1pPr>
          </a:lstStyle>
          <a:p>
            <a:pPr lvl="0"/>
            <a:r>
              <a:rPr lang="en-GB" dirty="0"/>
              <a:t>Agenda text goes here and delete the bullet if not required</a:t>
            </a:r>
            <a:endParaRPr lang="en-US" dirty="0"/>
          </a:p>
        </p:txBody>
      </p:sp>
      <p:sp>
        <p:nvSpPr>
          <p:cNvPr id="23" name="Text Placeholder 9">
            <a:extLst>
              <a:ext uri="{FF2B5EF4-FFF2-40B4-BE49-F238E27FC236}">
                <a16:creationId xmlns:a16="http://schemas.microsoft.com/office/drawing/2014/main" id="{38D52684-7A0E-2BDF-C56C-F721FED04E3A}"/>
              </a:ext>
            </a:extLst>
          </p:cNvPr>
          <p:cNvSpPr>
            <a:spLocks noGrp="1"/>
          </p:cNvSpPr>
          <p:nvPr>
            <p:ph type="body" sz="quarter" idx="32" hasCustomPrompt="1"/>
          </p:nvPr>
        </p:nvSpPr>
        <p:spPr>
          <a:xfrm>
            <a:off x="7476317" y="1411287"/>
            <a:ext cx="1873220" cy="2031325"/>
          </a:xfrm>
        </p:spPr>
        <p:txBody>
          <a:bodyPr wrap="square">
            <a:spAutoFit/>
          </a:bodyPr>
          <a:lstStyle>
            <a:lvl1pPr marL="0" indent="0">
              <a:buNone/>
              <a:defRPr sz="13200"/>
            </a:lvl1pPr>
          </a:lstStyle>
          <a:p>
            <a:pPr lvl="0"/>
            <a:r>
              <a:rPr lang="en-GB" dirty="0"/>
              <a:t>0</a:t>
            </a:r>
            <a:endParaRPr lang="en-US" dirty="0"/>
          </a:p>
        </p:txBody>
      </p:sp>
      <p:sp>
        <p:nvSpPr>
          <p:cNvPr id="36" name="SmartArt Placeholder 35">
            <a:extLst>
              <a:ext uri="{FF2B5EF4-FFF2-40B4-BE49-F238E27FC236}">
                <a16:creationId xmlns:a16="http://schemas.microsoft.com/office/drawing/2014/main" id="{6D23DAA3-59C7-A352-8728-D157F22D25EF}"/>
              </a:ext>
            </a:extLst>
          </p:cNvPr>
          <p:cNvSpPr>
            <a:spLocks noGrp="1"/>
          </p:cNvSpPr>
          <p:nvPr>
            <p:ph type="dgm" sz="quarter" idx="36" hasCustomPrompt="1"/>
          </p:nvPr>
        </p:nvSpPr>
        <p:spPr>
          <a:xfrm>
            <a:off x="2556050" y="2020781"/>
            <a:ext cx="3600" cy="4030662"/>
          </a:xfrm>
          <a:solidFill>
            <a:schemeClr val="bg1"/>
          </a:solidFill>
        </p:spPr>
        <p:txBody>
          <a:bodyPr/>
          <a:lstStyle>
            <a:lvl1pPr marL="0" indent="0">
              <a:buNone/>
              <a:defRPr/>
            </a:lvl1pPr>
          </a:lstStyle>
          <a:p>
            <a:r>
              <a:rPr lang="en-US" dirty="0"/>
              <a:t> </a:t>
            </a:r>
          </a:p>
        </p:txBody>
      </p:sp>
      <p:sp>
        <p:nvSpPr>
          <p:cNvPr id="37" name="SmartArt Placeholder 35">
            <a:extLst>
              <a:ext uri="{FF2B5EF4-FFF2-40B4-BE49-F238E27FC236}">
                <a16:creationId xmlns:a16="http://schemas.microsoft.com/office/drawing/2014/main" id="{D33DFC67-321E-4CFE-436A-CF6FA96BA7E4}"/>
              </a:ext>
            </a:extLst>
          </p:cNvPr>
          <p:cNvSpPr>
            <a:spLocks noGrp="1"/>
          </p:cNvSpPr>
          <p:nvPr>
            <p:ph type="dgm" sz="quarter" idx="37" hasCustomPrompt="1"/>
          </p:nvPr>
        </p:nvSpPr>
        <p:spPr>
          <a:xfrm flipH="1">
            <a:off x="4915948" y="2020781"/>
            <a:ext cx="3600" cy="4030662"/>
          </a:xfrm>
          <a:solidFill>
            <a:schemeClr val="bg1"/>
          </a:solidFill>
        </p:spPr>
        <p:txBody>
          <a:bodyPr/>
          <a:lstStyle>
            <a:lvl1pPr marL="0" indent="0">
              <a:buNone/>
              <a:defRPr/>
            </a:lvl1pPr>
          </a:lstStyle>
          <a:p>
            <a:r>
              <a:rPr lang="en-US" dirty="0"/>
              <a:t> </a:t>
            </a:r>
          </a:p>
        </p:txBody>
      </p:sp>
      <p:sp>
        <p:nvSpPr>
          <p:cNvPr id="38" name="SmartArt Placeholder 35">
            <a:extLst>
              <a:ext uri="{FF2B5EF4-FFF2-40B4-BE49-F238E27FC236}">
                <a16:creationId xmlns:a16="http://schemas.microsoft.com/office/drawing/2014/main" id="{A43CB924-4778-AEB3-1D6C-5B802CD043B0}"/>
              </a:ext>
            </a:extLst>
          </p:cNvPr>
          <p:cNvSpPr>
            <a:spLocks noGrp="1"/>
          </p:cNvSpPr>
          <p:nvPr>
            <p:ph type="dgm" sz="quarter" idx="38" hasCustomPrompt="1"/>
          </p:nvPr>
        </p:nvSpPr>
        <p:spPr>
          <a:xfrm>
            <a:off x="7275846" y="2020781"/>
            <a:ext cx="3600" cy="4030662"/>
          </a:xfrm>
          <a:solidFill>
            <a:schemeClr val="bg1"/>
          </a:solidFill>
        </p:spPr>
        <p:txBody>
          <a:bodyPr/>
          <a:lstStyle>
            <a:lvl1pPr marL="0" indent="0">
              <a:buNone/>
              <a:defRPr/>
            </a:lvl1pPr>
          </a:lstStyle>
          <a:p>
            <a:r>
              <a:rPr lang="en-US" dirty="0"/>
              <a:t> </a:t>
            </a:r>
          </a:p>
        </p:txBody>
      </p:sp>
      <p:sp>
        <p:nvSpPr>
          <p:cNvPr id="39" name="SmartArt Placeholder 35">
            <a:extLst>
              <a:ext uri="{FF2B5EF4-FFF2-40B4-BE49-F238E27FC236}">
                <a16:creationId xmlns:a16="http://schemas.microsoft.com/office/drawing/2014/main" id="{225723D6-9330-76F1-3F3B-6A582AC1C154}"/>
              </a:ext>
            </a:extLst>
          </p:cNvPr>
          <p:cNvSpPr>
            <a:spLocks noGrp="1"/>
          </p:cNvSpPr>
          <p:nvPr>
            <p:ph type="dgm" sz="quarter" idx="39" hasCustomPrompt="1"/>
          </p:nvPr>
        </p:nvSpPr>
        <p:spPr>
          <a:xfrm>
            <a:off x="9635744" y="2020781"/>
            <a:ext cx="3600" cy="4030662"/>
          </a:xfrm>
          <a:solidFill>
            <a:schemeClr val="bg1"/>
          </a:solidFill>
        </p:spPr>
        <p:txBody>
          <a:bodyPr/>
          <a:lstStyle>
            <a:lvl1pPr marL="0" indent="0">
              <a:buNone/>
              <a:defRPr/>
            </a:lvl1pPr>
          </a:lstStyle>
          <a:p>
            <a:r>
              <a:rPr lang="en-US" dirty="0"/>
              <a:t> </a:t>
            </a:r>
          </a:p>
        </p:txBody>
      </p:sp>
      <p:sp>
        <p:nvSpPr>
          <p:cNvPr id="14" name="Date Placeholder 13">
            <a:extLst>
              <a:ext uri="{FF2B5EF4-FFF2-40B4-BE49-F238E27FC236}">
                <a16:creationId xmlns:a16="http://schemas.microsoft.com/office/drawing/2014/main" id="{019C0555-55BD-32D2-B375-0C0BC6641F54}"/>
              </a:ext>
            </a:extLst>
          </p:cNvPr>
          <p:cNvSpPr>
            <a:spLocks noGrp="1"/>
          </p:cNvSpPr>
          <p:nvPr>
            <p:ph type="dt" sz="half" idx="40"/>
          </p:nvPr>
        </p:nvSpPr>
        <p:spPr/>
        <p:txBody>
          <a:bodyPr/>
          <a:lstStyle/>
          <a:p>
            <a:fld id="{F43A0B76-FA96-4AE1-9E7A-CA773A5CE7F7}" type="datetime3">
              <a:rPr lang="en-US" smtClean="0"/>
              <a:t>11 July 2026</a:t>
            </a:fld>
            <a:endParaRPr lang="en-US" dirty="0"/>
          </a:p>
        </p:txBody>
      </p:sp>
      <p:sp>
        <p:nvSpPr>
          <p:cNvPr id="15" name="Footer Placeholder 14">
            <a:extLst>
              <a:ext uri="{FF2B5EF4-FFF2-40B4-BE49-F238E27FC236}">
                <a16:creationId xmlns:a16="http://schemas.microsoft.com/office/drawing/2014/main" id="{CAA8F600-C044-B2C2-407F-BE157F6651C1}"/>
              </a:ext>
            </a:extLst>
          </p:cNvPr>
          <p:cNvSpPr>
            <a:spLocks noGrp="1"/>
          </p:cNvSpPr>
          <p:nvPr>
            <p:ph type="ftr" sz="quarter" idx="41"/>
          </p:nvPr>
        </p:nvSpPr>
        <p:spPr/>
        <p:txBody>
          <a:bodyPr/>
          <a:lstStyle/>
          <a:p>
            <a:r>
              <a:rPr lang="en-US"/>
              <a:t>Insert footer text here</a:t>
            </a:r>
          </a:p>
        </p:txBody>
      </p:sp>
      <p:sp>
        <p:nvSpPr>
          <p:cNvPr id="16" name="Slide Number Placeholder 15">
            <a:extLst>
              <a:ext uri="{FF2B5EF4-FFF2-40B4-BE49-F238E27FC236}">
                <a16:creationId xmlns:a16="http://schemas.microsoft.com/office/drawing/2014/main" id="{04E7CD09-1595-ACE1-D22D-0DB2944898EF}"/>
              </a:ext>
            </a:extLst>
          </p:cNvPr>
          <p:cNvSpPr>
            <a:spLocks noGrp="1"/>
          </p:cNvSpPr>
          <p:nvPr>
            <p:ph type="sldNum" sz="quarter" idx="42"/>
          </p:nvPr>
        </p:nvSpPr>
        <p:spPr/>
        <p:txBody>
          <a:bodyPr/>
          <a:lstStyle/>
          <a:p>
            <a:fld id="{F1BC30E3-FFE5-4B91-AA19-87A149EBB9EE}" type="slidenum">
              <a:rPr lang="en-GB" smtClean="0"/>
              <a:pPr/>
              <a:t>‹#›</a:t>
            </a:fld>
            <a:endParaRPr lang="en-GB" dirty="0"/>
          </a:p>
        </p:txBody>
      </p:sp>
      <p:grpSp>
        <p:nvGrpSpPr>
          <p:cNvPr id="9" name="Group 4">
            <a:extLst>
              <a:ext uri="{FF2B5EF4-FFF2-40B4-BE49-F238E27FC236}">
                <a16:creationId xmlns:a16="http://schemas.microsoft.com/office/drawing/2014/main" id="{C73356B1-351A-A1D6-028F-C9736D731FF3}"/>
              </a:ext>
            </a:extLst>
          </p:cNvPr>
          <p:cNvGrpSpPr>
            <a:grpSpLocks noChangeAspect="1"/>
          </p:cNvGrpSpPr>
          <p:nvPr userDrawn="1"/>
        </p:nvGrpSpPr>
        <p:grpSpPr bwMode="black">
          <a:xfrm>
            <a:off x="11623900" y="6276977"/>
            <a:ext cx="346158" cy="355219"/>
            <a:chOff x="7110" y="4004"/>
            <a:chExt cx="191" cy="196"/>
          </a:xfrm>
        </p:grpSpPr>
        <p:sp>
          <p:nvSpPr>
            <p:cNvPr id="11" name="Freeform 5">
              <a:extLst>
                <a:ext uri="{FF2B5EF4-FFF2-40B4-BE49-F238E27FC236}">
                  <a16:creationId xmlns:a16="http://schemas.microsoft.com/office/drawing/2014/main" id="{DEE1F1DF-83E2-9910-8487-D0B14E0DA527}"/>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2" name="Freeform 6">
              <a:extLst>
                <a:ext uri="{FF2B5EF4-FFF2-40B4-BE49-F238E27FC236}">
                  <a16:creationId xmlns:a16="http://schemas.microsoft.com/office/drawing/2014/main" id="{86EFBE9B-F67C-6359-549F-FC22A1C483DC}"/>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3" name="Freeform 7">
              <a:extLst>
                <a:ext uri="{FF2B5EF4-FFF2-40B4-BE49-F238E27FC236}">
                  <a16:creationId xmlns:a16="http://schemas.microsoft.com/office/drawing/2014/main" id="{CAEDED04-6A1F-9E39-1C85-4BA396FAFF11}"/>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147787739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pic>
        <p:nvPicPr>
          <p:cNvPr id="6" name="Picture 5" descr="A colorful circle on a black background&#10;&#10;Description automatically generated">
            <a:extLst>
              <a:ext uri="{FF2B5EF4-FFF2-40B4-BE49-F238E27FC236}">
                <a16:creationId xmlns:a16="http://schemas.microsoft.com/office/drawing/2014/main" id="{C39DD3F9-9341-288C-0536-DED981D0E40F}"/>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7" name="Text Placeholder 6">
            <a:extLst>
              <a:ext uri="{FF2B5EF4-FFF2-40B4-BE49-F238E27FC236}">
                <a16:creationId xmlns:a16="http://schemas.microsoft.com/office/drawing/2014/main" id="{B1F20FD9-346B-5423-9ECF-F0D4E362CCCE}"/>
              </a:ext>
            </a:extLst>
          </p:cNvPr>
          <p:cNvSpPr>
            <a:spLocks noGrp="1"/>
          </p:cNvSpPr>
          <p:nvPr>
            <p:ph type="body" sz="quarter" idx="13"/>
          </p:nvPr>
        </p:nvSpPr>
        <p:spPr>
          <a:xfrm>
            <a:off x="485774" y="1411287"/>
            <a:ext cx="11218863" cy="4638675"/>
          </a:xfrm>
        </p:spPr>
        <p:txBody>
          <a:bodyPr/>
          <a:lstStyle>
            <a:lvl1pPr marL="0" indent="0">
              <a:lnSpc>
                <a:spcPct val="85000"/>
              </a:lnSpc>
              <a:buNone/>
              <a:defRPr sz="8000" b="1">
                <a:solidFill>
                  <a:schemeClr val="bg1"/>
                </a:solidFill>
                <a:latin typeface="EYInterstate" panose="02000503020000020004"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Date Placeholder 11">
            <a:extLst>
              <a:ext uri="{FF2B5EF4-FFF2-40B4-BE49-F238E27FC236}">
                <a16:creationId xmlns:a16="http://schemas.microsoft.com/office/drawing/2014/main" id="{D2006E5E-EB55-C43F-A9B4-8DABEB5C2397}"/>
              </a:ext>
            </a:extLst>
          </p:cNvPr>
          <p:cNvSpPr>
            <a:spLocks noGrp="1"/>
          </p:cNvSpPr>
          <p:nvPr>
            <p:ph type="dt" sz="half" idx="14"/>
          </p:nvPr>
        </p:nvSpPr>
        <p:spPr/>
        <p:txBody>
          <a:bodyPr/>
          <a:lstStyle/>
          <a:p>
            <a:fld id="{C0FDB31C-B2AC-44FE-9195-0148306780F6}" type="datetime3">
              <a:rPr lang="en-US" smtClean="0"/>
              <a:t>11 July 2026</a:t>
            </a:fld>
            <a:endParaRPr lang="en-US" dirty="0"/>
          </a:p>
        </p:txBody>
      </p:sp>
      <p:sp>
        <p:nvSpPr>
          <p:cNvPr id="13" name="Footer Placeholder 12">
            <a:extLst>
              <a:ext uri="{FF2B5EF4-FFF2-40B4-BE49-F238E27FC236}">
                <a16:creationId xmlns:a16="http://schemas.microsoft.com/office/drawing/2014/main" id="{445F7D0D-6905-1D3D-D30A-EBA5E1125CB7}"/>
              </a:ext>
            </a:extLst>
          </p:cNvPr>
          <p:cNvSpPr>
            <a:spLocks noGrp="1"/>
          </p:cNvSpPr>
          <p:nvPr>
            <p:ph type="ftr" sz="quarter" idx="15"/>
          </p:nvPr>
        </p:nvSpPr>
        <p:spPr/>
        <p:txBody>
          <a:bodyPr/>
          <a:lstStyle/>
          <a:p>
            <a:r>
              <a:rPr lang="en-US"/>
              <a:t>Insert footer text here</a:t>
            </a:r>
          </a:p>
        </p:txBody>
      </p:sp>
      <p:sp>
        <p:nvSpPr>
          <p:cNvPr id="14" name="Slide Number Placeholder 13">
            <a:extLst>
              <a:ext uri="{FF2B5EF4-FFF2-40B4-BE49-F238E27FC236}">
                <a16:creationId xmlns:a16="http://schemas.microsoft.com/office/drawing/2014/main" id="{97363F73-563F-BF23-4175-916ADF6ADD1B}"/>
              </a:ext>
            </a:extLst>
          </p:cNvPr>
          <p:cNvSpPr>
            <a:spLocks noGrp="1"/>
          </p:cNvSpPr>
          <p:nvPr>
            <p:ph type="sldNum" sz="quarter" idx="16"/>
          </p:nvPr>
        </p:nvSpPr>
        <p:spPr/>
        <p:txBody>
          <a:bodyPr/>
          <a:lstStyle/>
          <a:p>
            <a:fld id="{F1BC30E3-FFE5-4B91-AA19-87A149EBB9EE}" type="slidenum">
              <a:rPr lang="en-GB" smtClean="0"/>
              <a:pPr/>
              <a:t>‹#›</a:t>
            </a:fld>
            <a:endParaRPr lang="en-GB" dirty="0"/>
          </a:p>
        </p:txBody>
      </p:sp>
      <p:grpSp>
        <p:nvGrpSpPr>
          <p:cNvPr id="8" name="Group 4">
            <a:extLst>
              <a:ext uri="{FF2B5EF4-FFF2-40B4-BE49-F238E27FC236}">
                <a16:creationId xmlns:a16="http://schemas.microsoft.com/office/drawing/2014/main" id="{05920F1D-0D06-535C-A00E-C9CA8D252741}"/>
              </a:ext>
            </a:extLst>
          </p:cNvPr>
          <p:cNvGrpSpPr>
            <a:grpSpLocks noChangeAspect="1"/>
          </p:cNvGrpSpPr>
          <p:nvPr userDrawn="1"/>
        </p:nvGrpSpPr>
        <p:grpSpPr bwMode="black">
          <a:xfrm>
            <a:off x="11623900" y="6276977"/>
            <a:ext cx="346158" cy="355219"/>
            <a:chOff x="7110" y="4004"/>
            <a:chExt cx="191" cy="196"/>
          </a:xfrm>
        </p:grpSpPr>
        <p:sp>
          <p:nvSpPr>
            <p:cNvPr id="9" name="Freeform 5">
              <a:extLst>
                <a:ext uri="{FF2B5EF4-FFF2-40B4-BE49-F238E27FC236}">
                  <a16:creationId xmlns:a16="http://schemas.microsoft.com/office/drawing/2014/main" id="{88A16D72-94EE-8CC0-084C-EB87F8781A1C}"/>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0" name="Freeform 6">
              <a:extLst>
                <a:ext uri="{FF2B5EF4-FFF2-40B4-BE49-F238E27FC236}">
                  <a16:creationId xmlns:a16="http://schemas.microsoft.com/office/drawing/2014/main" id="{E0BB2990-3047-821E-17D7-0DDDFF6CB30A}"/>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1" name="Freeform 7">
              <a:extLst>
                <a:ext uri="{FF2B5EF4-FFF2-40B4-BE49-F238E27FC236}">
                  <a16:creationId xmlns:a16="http://schemas.microsoft.com/office/drawing/2014/main" id="{D3AEE2A3-1722-B883-C7FC-01A81806B299}"/>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167464262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Key Statement 2">
    <p:spTree>
      <p:nvGrpSpPr>
        <p:cNvPr id="1" name=""/>
        <p:cNvGrpSpPr/>
        <p:nvPr/>
      </p:nvGrpSpPr>
      <p:grpSpPr>
        <a:xfrm>
          <a:off x="0" y="0"/>
          <a:ext cx="0" cy="0"/>
          <a:chOff x="0" y="0"/>
          <a:chExt cx="0" cy="0"/>
        </a:xfrm>
      </p:grpSpPr>
      <p:pic>
        <p:nvPicPr>
          <p:cNvPr id="8" name="Picture 7" descr="A blurry image of a colorful light&#10;&#10;Description automatically generated">
            <a:extLst>
              <a:ext uri="{FF2B5EF4-FFF2-40B4-BE49-F238E27FC236}">
                <a16:creationId xmlns:a16="http://schemas.microsoft.com/office/drawing/2014/main" id="{BFF9BC5C-A44C-B902-3ACE-C29AC4CE3E4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7" name="Text Placeholder 6">
            <a:extLst>
              <a:ext uri="{FF2B5EF4-FFF2-40B4-BE49-F238E27FC236}">
                <a16:creationId xmlns:a16="http://schemas.microsoft.com/office/drawing/2014/main" id="{B1F20FD9-346B-5423-9ECF-F0D4E362CCCE}"/>
              </a:ext>
            </a:extLst>
          </p:cNvPr>
          <p:cNvSpPr>
            <a:spLocks noGrp="1"/>
          </p:cNvSpPr>
          <p:nvPr>
            <p:ph type="body" sz="quarter" idx="13"/>
          </p:nvPr>
        </p:nvSpPr>
        <p:spPr>
          <a:xfrm>
            <a:off x="485774" y="1411287"/>
            <a:ext cx="11218863" cy="4638675"/>
          </a:xfrm>
        </p:spPr>
        <p:txBody>
          <a:bodyPr/>
          <a:lstStyle>
            <a:lvl1pPr marL="0" indent="0">
              <a:lnSpc>
                <a:spcPct val="85000"/>
              </a:lnSpc>
              <a:buNone/>
              <a:defRPr sz="8000" b="1">
                <a:solidFill>
                  <a:schemeClr val="bg1"/>
                </a:solidFill>
                <a:latin typeface="EYInterstate" panose="02000503020000020004"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Date Placeholder 16">
            <a:extLst>
              <a:ext uri="{FF2B5EF4-FFF2-40B4-BE49-F238E27FC236}">
                <a16:creationId xmlns:a16="http://schemas.microsoft.com/office/drawing/2014/main" id="{81B29507-2BB1-EC71-EE9B-8A9EE3F01E0A}"/>
              </a:ext>
            </a:extLst>
          </p:cNvPr>
          <p:cNvSpPr>
            <a:spLocks noGrp="1"/>
          </p:cNvSpPr>
          <p:nvPr>
            <p:ph type="dt" sz="half" idx="14"/>
          </p:nvPr>
        </p:nvSpPr>
        <p:spPr/>
        <p:txBody>
          <a:bodyPr/>
          <a:lstStyle/>
          <a:p>
            <a:fld id="{92DDB56C-2F99-49E1-A21E-C60A83819F31}" type="datetime3">
              <a:rPr lang="en-US" smtClean="0"/>
              <a:t>11 July 2026</a:t>
            </a:fld>
            <a:endParaRPr lang="en-US" dirty="0"/>
          </a:p>
        </p:txBody>
      </p:sp>
      <p:sp>
        <p:nvSpPr>
          <p:cNvPr id="18" name="Footer Placeholder 17">
            <a:extLst>
              <a:ext uri="{FF2B5EF4-FFF2-40B4-BE49-F238E27FC236}">
                <a16:creationId xmlns:a16="http://schemas.microsoft.com/office/drawing/2014/main" id="{E046374F-F6C3-5157-DBE0-F11F0D83F934}"/>
              </a:ext>
            </a:extLst>
          </p:cNvPr>
          <p:cNvSpPr>
            <a:spLocks noGrp="1"/>
          </p:cNvSpPr>
          <p:nvPr>
            <p:ph type="ftr" sz="quarter" idx="15"/>
          </p:nvPr>
        </p:nvSpPr>
        <p:spPr/>
        <p:txBody>
          <a:bodyPr/>
          <a:lstStyle/>
          <a:p>
            <a:r>
              <a:rPr lang="en-US"/>
              <a:t>Insert footer text here</a:t>
            </a:r>
          </a:p>
        </p:txBody>
      </p:sp>
      <p:sp>
        <p:nvSpPr>
          <p:cNvPr id="19" name="Slide Number Placeholder 18">
            <a:extLst>
              <a:ext uri="{FF2B5EF4-FFF2-40B4-BE49-F238E27FC236}">
                <a16:creationId xmlns:a16="http://schemas.microsoft.com/office/drawing/2014/main" id="{C71B9A51-27B6-2F80-3AE9-7FB159956105}"/>
              </a:ext>
            </a:extLst>
          </p:cNvPr>
          <p:cNvSpPr>
            <a:spLocks noGrp="1"/>
          </p:cNvSpPr>
          <p:nvPr>
            <p:ph type="sldNum" sz="quarter" idx="16"/>
          </p:nvPr>
        </p:nvSpPr>
        <p:spPr/>
        <p:txBody>
          <a:bodyPr/>
          <a:lstStyle/>
          <a:p>
            <a:fld id="{F1BC30E3-FFE5-4B91-AA19-87A149EBB9EE}" type="slidenum">
              <a:rPr lang="en-GB" smtClean="0"/>
              <a:pPr/>
              <a:t>‹#›</a:t>
            </a:fld>
            <a:endParaRPr lang="en-GB" dirty="0"/>
          </a:p>
        </p:txBody>
      </p:sp>
      <p:grpSp>
        <p:nvGrpSpPr>
          <p:cNvPr id="6" name="Group 4">
            <a:extLst>
              <a:ext uri="{FF2B5EF4-FFF2-40B4-BE49-F238E27FC236}">
                <a16:creationId xmlns:a16="http://schemas.microsoft.com/office/drawing/2014/main" id="{2C0D9E54-A379-A966-154D-4362D29B3307}"/>
              </a:ext>
            </a:extLst>
          </p:cNvPr>
          <p:cNvGrpSpPr>
            <a:grpSpLocks noChangeAspect="1"/>
          </p:cNvGrpSpPr>
          <p:nvPr userDrawn="1"/>
        </p:nvGrpSpPr>
        <p:grpSpPr bwMode="black">
          <a:xfrm>
            <a:off x="11623900" y="6276977"/>
            <a:ext cx="346158" cy="355219"/>
            <a:chOff x="7110" y="4004"/>
            <a:chExt cx="191" cy="196"/>
          </a:xfrm>
        </p:grpSpPr>
        <p:sp>
          <p:nvSpPr>
            <p:cNvPr id="9" name="Freeform 5">
              <a:extLst>
                <a:ext uri="{FF2B5EF4-FFF2-40B4-BE49-F238E27FC236}">
                  <a16:creationId xmlns:a16="http://schemas.microsoft.com/office/drawing/2014/main" id="{19CE3A53-E53C-AAAA-CD1C-C8F1C56FA3B8}"/>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0" name="Freeform 6">
              <a:extLst>
                <a:ext uri="{FF2B5EF4-FFF2-40B4-BE49-F238E27FC236}">
                  <a16:creationId xmlns:a16="http://schemas.microsoft.com/office/drawing/2014/main" id="{A3FDBF06-36FA-A0E2-B3E6-78DF2439777C}"/>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1" name="Freeform 7">
              <a:extLst>
                <a:ext uri="{FF2B5EF4-FFF2-40B4-BE49-F238E27FC236}">
                  <a16:creationId xmlns:a16="http://schemas.microsoft.com/office/drawing/2014/main" id="{584168FE-6E03-EFEE-BF63-87C62DF46A2F}"/>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35122259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Quote and Full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6086DA-FAB4-D672-5D3E-0B069D2B24E1}"/>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7" name="Text Placeholder 9">
            <a:extLst>
              <a:ext uri="{FF2B5EF4-FFF2-40B4-BE49-F238E27FC236}">
                <a16:creationId xmlns:a16="http://schemas.microsoft.com/office/drawing/2014/main" id="{4BA46848-8969-3428-7E66-3827EB17DC5A}"/>
              </a:ext>
            </a:extLst>
          </p:cNvPr>
          <p:cNvSpPr>
            <a:spLocks noGrp="1"/>
          </p:cNvSpPr>
          <p:nvPr>
            <p:ph type="body" sz="quarter" idx="13" hasCustomPrompt="1"/>
          </p:nvPr>
        </p:nvSpPr>
        <p:spPr>
          <a:xfrm>
            <a:off x="864959" y="4980757"/>
            <a:ext cx="3445104" cy="193899"/>
          </a:xfrm>
        </p:spPr>
        <p:txBody>
          <a:bodyPr>
            <a:spAutoFit/>
          </a:bodyPr>
          <a:lstStyle>
            <a:lvl1pPr marL="0" indent="0">
              <a:lnSpc>
                <a:spcPct val="90000"/>
              </a:lnSpc>
              <a:buNone/>
              <a:defRPr sz="1400" b="1" i="0">
                <a:solidFill>
                  <a:schemeClr val="tx2"/>
                </a:solidFill>
                <a:latin typeface="+mn-lt"/>
              </a:defRPr>
            </a:lvl1pPr>
          </a:lstStyle>
          <a:p>
            <a:pPr lvl="0"/>
            <a:r>
              <a:rPr lang="en-GB" dirty="0"/>
              <a:t>Name</a:t>
            </a:r>
            <a:endParaRPr lang="en-US" dirty="0"/>
          </a:p>
        </p:txBody>
      </p:sp>
      <p:sp>
        <p:nvSpPr>
          <p:cNvPr id="8" name="Text Placeholder 9">
            <a:extLst>
              <a:ext uri="{FF2B5EF4-FFF2-40B4-BE49-F238E27FC236}">
                <a16:creationId xmlns:a16="http://schemas.microsoft.com/office/drawing/2014/main" id="{78B5CC24-699C-7858-0807-40619F0D533F}"/>
              </a:ext>
            </a:extLst>
          </p:cNvPr>
          <p:cNvSpPr>
            <a:spLocks noGrp="1"/>
          </p:cNvSpPr>
          <p:nvPr>
            <p:ph type="body" sz="quarter" idx="14" hasCustomPrompt="1"/>
          </p:nvPr>
        </p:nvSpPr>
        <p:spPr>
          <a:xfrm>
            <a:off x="864961" y="5184857"/>
            <a:ext cx="3445104"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18" name="Date Placeholder 17">
            <a:extLst>
              <a:ext uri="{FF2B5EF4-FFF2-40B4-BE49-F238E27FC236}">
                <a16:creationId xmlns:a16="http://schemas.microsoft.com/office/drawing/2014/main" id="{DFFEAF1E-587A-2BBD-24CD-BAC3592390EE}"/>
              </a:ext>
            </a:extLst>
          </p:cNvPr>
          <p:cNvSpPr>
            <a:spLocks noGrp="1"/>
          </p:cNvSpPr>
          <p:nvPr>
            <p:ph type="dt" sz="half" idx="31"/>
          </p:nvPr>
        </p:nvSpPr>
        <p:spPr/>
        <p:txBody>
          <a:bodyPr/>
          <a:lstStyle/>
          <a:p>
            <a:fld id="{083A435D-0067-43E8-93B9-61A52CB8F46B}" type="datetime3">
              <a:rPr lang="en-US" smtClean="0"/>
              <a:t>11 July 2026</a:t>
            </a:fld>
            <a:endParaRPr lang="en-US" dirty="0"/>
          </a:p>
        </p:txBody>
      </p:sp>
      <p:sp>
        <p:nvSpPr>
          <p:cNvPr id="21" name="Footer Placeholder 20">
            <a:extLst>
              <a:ext uri="{FF2B5EF4-FFF2-40B4-BE49-F238E27FC236}">
                <a16:creationId xmlns:a16="http://schemas.microsoft.com/office/drawing/2014/main" id="{7C22E0FE-1715-0380-EFE7-5D520713B07F}"/>
              </a:ext>
            </a:extLst>
          </p:cNvPr>
          <p:cNvSpPr>
            <a:spLocks noGrp="1"/>
          </p:cNvSpPr>
          <p:nvPr>
            <p:ph type="ftr" sz="quarter" idx="32"/>
          </p:nvPr>
        </p:nvSpPr>
        <p:spPr/>
        <p:txBody>
          <a:bodyPr/>
          <a:lstStyle/>
          <a:p>
            <a:r>
              <a:rPr lang="en-US"/>
              <a:t>Insert footer text here</a:t>
            </a:r>
          </a:p>
        </p:txBody>
      </p:sp>
      <p:sp>
        <p:nvSpPr>
          <p:cNvPr id="22" name="Slide Number Placeholder 21">
            <a:extLst>
              <a:ext uri="{FF2B5EF4-FFF2-40B4-BE49-F238E27FC236}">
                <a16:creationId xmlns:a16="http://schemas.microsoft.com/office/drawing/2014/main" id="{5820BCA4-5D74-8EE6-4914-C7C86F87E378}"/>
              </a:ext>
              <a:ext uri="{C183D7F6-B498-43B3-948B-1728B52AA6E4}">
                <adec:decorative xmlns:adec="http://schemas.microsoft.com/office/drawing/2017/decorative" val="0"/>
              </a:ext>
            </a:extLst>
          </p:cNvPr>
          <p:cNvSpPr>
            <a:spLocks noGrp="1"/>
          </p:cNvSpPr>
          <p:nvPr>
            <p:ph type="sldNum" sz="quarter" idx="33"/>
          </p:nvPr>
        </p:nvSpPr>
        <p:spPr/>
        <p:txBody>
          <a:bodyPr/>
          <a:lstStyle/>
          <a:p>
            <a:fld id="{F1BC30E3-FFE5-4B91-AA19-87A149EBB9EE}" type="slidenum">
              <a:rPr lang="en-GB" smtClean="0"/>
              <a:pPr/>
              <a:t>‹#›</a:t>
            </a:fld>
            <a:endParaRPr lang="en-GB" dirty="0"/>
          </a:p>
        </p:txBody>
      </p:sp>
      <p:sp>
        <p:nvSpPr>
          <p:cNvPr id="4" name="Text Placeholder 23">
            <a:extLst>
              <a:ext uri="{FF2B5EF4-FFF2-40B4-BE49-F238E27FC236}">
                <a16:creationId xmlns:a16="http://schemas.microsoft.com/office/drawing/2014/main" id="{E82A0447-0820-5F05-7D32-3BE15F194869}"/>
              </a:ext>
              <a:ext uri="{C183D7F6-B498-43B3-948B-1728B52AA6E4}">
                <adec:decorative xmlns:adec="http://schemas.microsoft.com/office/drawing/2017/decorative" val="0"/>
              </a:ext>
            </a:extLst>
          </p:cNvPr>
          <p:cNvSpPr>
            <a:spLocks noGrp="1"/>
          </p:cNvSpPr>
          <p:nvPr>
            <p:ph type="body" sz="quarter" idx="26" hasCustomPrompt="1"/>
          </p:nvPr>
        </p:nvSpPr>
        <p:spPr>
          <a:xfrm>
            <a:off x="772884" y="358916"/>
            <a:ext cx="2023892" cy="1419083"/>
          </a:xfrm>
        </p:spPr>
        <p:txBody>
          <a:bodyPr anchor="t"/>
          <a:lstStyle>
            <a:lvl1pPr marL="0" indent="0">
              <a:spcBef>
                <a:spcPts val="0"/>
              </a:spcBef>
              <a:spcAft>
                <a:spcPts val="0"/>
              </a:spcAft>
              <a:buNone/>
              <a:defRPr sz="19200" b="0" i="0">
                <a:solidFill>
                  <a:schemeClr val="tx2"/>
                </a:solidFill>
                <a:latin typeface="Georgia Pro" panose="02040502050405020303" pitchFamily="18" charset="0"/>
              </a:defRPr>
            </a:lvl1pPr>
          </a:lstStyle>
          <a:p>
            <a:pPr lvl="0"/>
            <a:r>
              <a:rPr lang="en-GB" dirty="0"/>
              <a:t>“</a:t>
            </a:r>
          </a:p>
        </p:txBody>
      </p:sp>
      <p:sp>
        <p:nvSpPr>
          <p:cNvPr id="5" name="Text Placeholder 23">
            <a:extLst>
              <a:ext uri="{FF2B5EF4-FFF2-40B4-BE49-F238E27FC236}">
                <a16:creationId xmlns:a16="http://schemas.microsoft.com/office/drawing/2014/main" id="{8A771E8A-8B2A-ED69-3AEC-E5AEDB16F0EE}"/>
              </a:ext>
              <a:ext uri="{C183D7F6-B498-43B3-948B-1728B52AA6E4}">
                <adec:decorative xmlns:adec="http://schemas.microsoft.com/office/drawing/2017/decorative" val="0"/>
              </a:ext>
            </a:extLst>
          </p:cNvPr>
          <p:cNvSpPr>
            <a:spLocks noGrp="1"/>
          </p:cNvSpPr>
          <p:nvPr>
            <p:ph type="body" sz="quarter" idx="25" hasCustomPrompt="1"/>
          </p:nvPr>
        </p:nvSpPr>
        <p:spPr>
          <a:xfrm>
            <a:off x="864959" y="1958113"/>
            <a:ext cx="7524979" cy="2721927"/>
          </a:xfrm>
        </p:spPr>
        <p:txBody>
          <a:bodyPr/>
          <a:lstStyle>
            <a:lvl1pPr marL="0" indent="0">
              <a:buNone/>
              <a:defRPr sz="4800" b="0" i="0">
                <a:latin typeface="Georgia Pro" panose="02040502050405020303" pitchFamily="18" charset="0"/>
              </a:defRPr>
            </a:lvl1pPr>
          </a:lstStyle>
          <a:p>
            <a:pPr lvl="0"/>
            <a:r>
              <a:rPr lang="en-GB" dirty="0"/>
              <a:t>Quote goes here.</a:t>
            </a:r>
          </a:p>
        </p:txBody>
      </p:sp>
      <p:sp>
        <p:nvSpPr>
          <p:cNvPr id="15" name="SmartArt Placeholder 13">
            <a:extLst>
              <a:ext uri="{FF2B5EF4-FFF2-40B4-BE49-F238E27FC236}">
                <a16:creationId xmlns:a16="http://schemas.microsoft.com/office/drawing/2014/main" id="{C17B20F9-AA7C-A405-6236-9619CB287E6A}"/>
              </a:ext>
              <a:ext uri="{C183D7F6-B498-43B3-948B-1728B52AA6E4}">
                <adec:decorative xmlns:adec="http://schemas.microsoft.com/office/drawing/2017/decorative" val="0"/>
              </a:ext>
            </a:extLst>
          </p:cNvPr>
          <p:cNvSpPr>
            <a:spLocks noGrp="1"/>
          </p:cNvSpPr>
          <p:nvPr>
            <p:ph type="dgm" sz="quarter" idx="34"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dirty="0"/>
              <a:t> </a:t>
            </a:r>
          </a:p>
        </p:txBody>
      </p:sp>
      <p:sp>
        <p:nvSpPr>
          <p:cNvPr id="17" name="SmartArt Placeholder 14">
            <a:extLst>
              <a:ext uri="{FF2B5EF4-FFF2-40B4-BE49-F238E27FC236}">
                <a16:creationId xmlns:a16="http://schemas.microsoft.com/office/drawing/2014/main" id="{273647F7-B9AC-34AD-37A2-51B8AB0D5811}"/>
              </a:ext>
              <a:ext uri="{C183D7F6-B498-43B3-948B-1728B52AA6E4}">
                <adec:decorative xmlns:adec="http://schemas.microsoft.com/office/drawing/2017/decorative" val="0"/>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1"/>
          </a:solidFill>
        </p:spPr>
        <p:txBody>
          <a:bodyPr wrap="square">
            <a:noAutofit/>
          </a:bodyPr>
          <a:lstStyle>
            <a:lvl1pPr marL="0" indent="0">
              <a:buFont typeface="Arial" panose="020B0604020202020204" pitchFamily="34" charset="0"/>
              <a:buNone/>
              <a:defRPr sz="800"/>
            </a:lvl1pPr>
          </a:lstStyle>
          <a:p>
            <a:r>
              <a:rPr lang="en-US" dirty="0"/>
              <a:t> </a:t>
            </a:r>
          </a:p>
        </p:txBody>
      </p:sp>
    </p:spTree>
    <p:extLst>
      <p:ext uri="{BB962C8B-B14F-4D97-AF65-F5344CB8AC3E}">
        <p14:creationId xmlns:p14="http://schemas.microsoft.com/office/powerpoint/2010/main" val="25460152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Video">
    <p:spTree>
      <p:nvGrpSpPr>
        <p:cNvPr id="1" name=""/>
        <p:cNvGrpSpPr/>
        <p:nvPr/>
      </p:nvGrpSpPr>
      <p:grpSpPr>
        <a:xfrm>
          <a:off x="0" y="0"/>
          <a:ext cx="0" cy="0"/>
          <a:chOff x="0" y="0"/>
          <a:chExt cx="0" cy="0"/>
        </a:xfrm>
      </p:grpSpPr>
      <p:sp>
        <p:nvSpPr>
          <p:cNvPr id="7" name="Media Placeholder 6">
            <a:extLst>
              <a:ext uri="{FF2B5EF4-FFF2-40B4-BE49-F238E27FC236}">
                <a16:creationId xmlns:a16="http://schemas.microsoft.com/office/drawing/2014/main" id="{04648CD8-B307-812B-5BD0-91AA365C73D1}"/>
              </a:ext>
            </a:extLst>
          </p:cNvPr>
          <p:cNvSpPr>
            <a:spLocks noGrp="1"/>
          </p:cNvSpPr>
          <p:nvPr>
            <p:ph type="media" sz="quarter" idx="13"/>
          </p:nvPr>
        </p:nvSpPr>
        <p:spPr>
          <a:xfrm>
            <a:off x="0" y="0"/>
            <a:ext cx="12192000" cy="6858000"/>
          </a:xfrm>
        </p:spPr>
        <p:txBody>
          <a:bodyPr/>
          <a:lstStyle/>
          <a:p>
            <a:r>
              <a:rPr lang="en-GB"/>
              <a:t>Click icon to add media</a:t>
            </a:r>
            <a:endParaRPr lang="en-US"/>
          </a:p>
        </p:txBody>
      </p:sp>
      <p:sp>
        <p:nvSpPr>
          <p:cNvPr id="4" name="Date Placeholder 8">
            <a:extLst>
              <a:ext uri="{FF2B5EF4-FFF2-40B4-BE49-F238E27FC236}">
                <a16:creationId xmlns:a16="http://schemas.microsoft.com/office/drawing/2014/main" id="{2B2A75B8-AC69-234D-6453-3F51196FB90B}"/>
              </a:ext>
            </a:extLst>
          </p:cNvPr>
          <p:cNvSpPr>
            <a:spLocks noGrp="1"/>
          </p:cNvSpPr>
          <p:nvPr>
            <p:ph type="dt" sz="half" idx="10"/>
          </p:nvPr>
        </p:nvSpPr>
        <p:spPr>
          <a:xfrm>
            <a:off x="994845" y="6437115"/>
            <a:ext cx="1275686" cy="123111"/>
          </a:xfrm>
        </p:spPr>
        <p:txBody>
          <a:bodyPr/>
          <a:lstStyle/>
          <a:p>
            <a:fld id="{44C4E7A6-E413-4802-A251-C1ED1804CD5D}" type="datetime3">
              <a:rPr lang="en-US" smtClean="0"/>
              <a:t>11 July 2026</a:t>
            </a:fld>
            <a:endParaRPr lang="en-US" dirty="0"/>
          </a:p>
        </p:txBody>
      </p:sp>
      <p:sp>
        <p:nvSpPr>
          <p:cNvPr id="5" name="Footer Placeholder 9">
            <a:extLst>
              <a:ext uri="{FF2B5EF4-FFF2-40B4-BE49-F238E27FC236}">
                <a16:creationId xmlns:a16="http://schemas.microsoft.com/office/drawing/2014/main" id="{D1F90C88-74CB-BCA1-B76D-286F3EBEEED3}"/>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6" name="Slide Number Placeholder 10">
            <a:extLst>
              <a:ext uri="{FF2B5EF4-FFF2-40B4-BE49-F238E27FC236}">
                <a16:creationId xmlns:a16="http://schemas.microsoft.com/office/drawing/2014/main" id="{85104006-7F28-1301-537B-8A442233737F}"/>
              </a:ext>
            </a:extLst>
          </p:cNvPr>
          <p:cNvSpPr>
            <a:spLocks noGrp="1"/>
          </p:cNvSpPr>
          <p:nvPr>
            <p:ph type="sldNum" sz="quarter" idx="12"/>
          </p:nvPr>
        </p:nvSpPr>
        <p:spPr>
          <a:xfrm>
            <a:off x="485747" y="6437115"/>
            <a:ext cx="509098" cy="123111"/>
          </a:xfrm>
        </p:spPr>
        <p:txBody>
          <a:bodyPr/>
          <a:lstStyle/>
          <a:p>
            <a:fld id="{F1BC30E3-FFE5-4B91-AA19-87A149EBB9EE}" type="slidenum">
              <a:rPr lang="en-GB" smtClean="0"/>
              <a:pPr/>
              <a:t>‹#›</a:t>
            </a:fld>
            <a:endParaRPr lang="en-GB" dirty="0"/>
          </a:p>
        </p:txBody>
      </p:sp>
      <p:sp>
        <p:nvSpPr>
          <p:cNvPr id="12" name="SmartArt Placeholder 13">
            <a:extLst>
              <a:ext uri="{FF2B5EF4-FFF2-40B4-BE49-F238E27FC236}">
                <a16:creationId xmlns:a16="http://schemas.microsoft.com/office/drawing/2014/main" id="{C1050600-C16E-B87E-A2FD-AE302C51009E}"/>
              </a:ext>
            </a:extLst>
          </p:cNvPr>
          <p:cNvSpPr>
            <a:spLocks noGrp="1"/>
          </p:cNvSpPr>
          <p:nvPr>
            <p:ph type="dgm" sz="quarter" idx="28"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dirty="0"/>
              <a:t> </a:t>
            </a:r>
          </a:p>
        </p:txBody>
      </p:sp>
      <p:sp>
        <p:nvSpPr>
          <p:cNvPr id="13" name="SmartArt Placeholder 14">
            <a:extLst>
              <a:ext uri="{FF2B5EF4-FFF2-40B4-BE49-F238E27FC236}">
                <a16:creationId xmlns:a16="http://schemas.microsoft.com/office/drawing/2014/main" id="{2358EBAA-AAE1-278D-A8F7-2D66E11CDE43}"/>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1"/>
          </a:solidFill>
        </p:spPr>
        <p:txBody>
          <a:bodyPr wrap="square">
            <a:noAutofit/>
          </a:bodyPr>
          <a:lstStyle>
            <a:lvl1pPr marL="0" indent="0">
              <a:buFont typeface="Arial" panose="020B0604020202020204" pitchFamily="34" charset="0"/>
              <a:buNone/>
              <a:defRPr sz="800"/>
            </a:lvl1pPr>
          </a:lstStyle>
          <a:p>
            <a:r>
              <a:rPr lang="en-US" dirty="0"/>
              <a:t> </a:t>
            </a:r>
          </a:p>
        </p:txBody>
      </p:sp>
    </p:spTree>
    <p:extLst>
      <p:ext uri="{BB962C8B-B14F-4D97-AF65-F5344CB8AC3E}">
        <p14:creationId xmlns:p14="http://schemas.microsoft.com/office/powerpoint/2010/main" val="386063348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81333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Content and Image">
    <p:spTree>
      <p:nvGrpSpPr>
        <p:cNvPr id="1" name=""/>
        <p:cNvGrpSpPr/>
        <p:nvPr/>
      </p:nvGrpSpPr>
      <p:grpSpPr>
        <a:xfrm>
          <a:off x="0" y="0"/>
          <a:ext cx="0" cy="0"/>
          <a:chOff x="0" y="0"/>
          <a:chExt cx="0" cy="0"/>
        </a:xfrm>
      </p:grpSpPr>
      <p:pic>
        <p:nvPicPr>
          <p:cNvPr id="6" name="Picture 5" descr="A bright yellow circle&#10;&#10;Description automatically generated with medium confidence">
            <a:extLst>
              <a:ext uri="{FF2B5EF4-FFF2-40B4-BE49-F238E27FC236}">
                <a16:creationId xmlns:a16="http://schemas.microsoft.com/office/drawing/2014/main" id="{0CE0EE1C-69FD-A2A1-0E47-EEBF86AA51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Tree>
    <p:extLst>
      <p:ext uri="{BB962C8B-B14F-4D97-AF65-F5344CB8AC3E}">
        <p14:creationId xmlns:p14="http://schemas.microsoft.com/office/powerpoint/2010/main" val="2564950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theme" Target="../theme/theme2.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26" Type="http://schemas.openxmlformats.org/officeDocument/2006/relationships/slideLayout" Target="../slideLayouts/slideLayout50.xml"/><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5" Type="http://schemas.openxmlformats.org/officeDocument/2006/relationships/slideLayout" Target="../slideLayouts/slideLayout49.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slideLayout" Target="../slideLayouts/slideLayout48.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slideLayout" Target="../slideLayouts/slideLayout47.xml"/><Relationship Id="rId28" Type="http://schemas.openxmlformats.org/officeDocument/2006/relationships/theme" Target="../theme/theme3.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 Id="rId27" Type="http://schemas.openxmlformats.org/officeDocument/2006/relationships/slideLayout" Target="../slideLayouts/slideLayout5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slideLayout" Target="../slideLayouts/slideLayout69.xml"/><Relationship Id="rId26" Type="http://schemas.openxmlformats.org/officeDocument/2006/relationships/slideLayout" Target="../slideLayouts/slideLayout77.xml"/><Relationship Id="rId3" Type="http://schemas.openxmlformats.org/officeDocument/2006/relationships/slideLayout" Target="../slideLayouts/slideLayout54.xml"/><Relationship Id="rId21" Type="http://schemas.openxmlformats.org/officeDocument/2006/relationships/slideLayout" Target="../slideLayouts/slideLayout72.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5" Type="http://schemas.openxmlformats.org/officeDocument/2006/relationships/slideLayout" Target="../slideLayouts/slideLayout76.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0" Type="http://schemas.openxmlformats.org/officeDocument/2006/relationships/slideLayout" Target="../slideLayouts/slideLayout71.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24" Type="http://schemas.openxmlformats.org/officeDocument/2006/relationships/slideLayout" Target="../slideLayouts/slideLayout75.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slideLayout" Target="../slideLayouts/slideLayout74.xml"/><Relationship Id="rId10" Type="http://schemas.openxmlformats.org/officeDocument/2006/relationships/slideLayout" Target="../slideLayouts/slideLayout61.xml"/><Relationship Id="rId19" Type="http://schemas.openxmlformats.org/officeDocument/2006/relationships/slideLayout" Target="../slideLayouts/slideLayout70.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slideLayout" Target="../slideLayouts/slideLayout73.xml"/><Relationship Id="rId27"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483827" y="369888"/>
            <a:ext cx="11224347" cy="470898"/>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p:cNvSpPr>
            <a:spLocks noGrp="1"/>
          </p:cNvSpPr>
          <p:nvPr>
            <p:ph type="body" idx="1"/>
          </p:nvPr>
        </p:nvSpPr>
        <p:spPr>
          <a:xfrm>
            <a:off x="483827" y="1411287"/>
            <a:ext cx="11224347" cy="4638675"/>
          </a:xfrm>
          <a:prstGeom prst="rect">
            <a:avLst/>
          </a:prstGeom>
        </p:spPr>
        <p:txBody>
          <a:bodyPr vert="horz" lIns="0" tIns="0" rIns="0" bIns="0" rtlCol="0" anchor="t" anchorCtr="0">
            <a:noAutofit/>
          </a:bodyPr>
          <a:lstStyle/>
          <a:p>
            <a:r>
              <a:rPr lang="en-US" dirty="0"/>
              <a:t>First level text style </a:t>
            </a:r>
            <a:r>
              <a:rPr lang="en-US" dirty="0" err="1"/>
              <a:t>EYInterstate</a:t>
            </a:r>
            <a:r>
              <a:rPr lang="en-US" dirty="0"/>
              <a:t> Light </a:t>
            </a:r>
            <a:r>
              <a:rPr lang="en-US" dirty="0" err="1"/>
              <a:t>20pt</a:t>
            </a:r>
            <a:endParaRPr lang="en-US" dirty="0"/>
          </a:p>
          <a:p>
            <a:pPr lvl="1"/>
            <a:r>
              <a:rPr lang="en-US" dirty="0"/>
              <a:t>Second level text style </a:t>
            </a:r>
            <a:r>
              <a:rPr lang="en-US" dirty="0" err="1"/>
              <a:t>EYInterstate</a:t>
            </a:r>
            <a:r>
              <a:rPr lang="en-US" dirty="0"/>
              <a:t> Light </a:t>
            </a:r>
            <a:r>
              <a:rPr lang="en-US" dirty="0" err="1"/>
              <a:t>20pt</a:t>
            </a:r>
            <a:endParaRPr lang="en-US" dirty="0"/>
          </a:p>
          <a:p>
            <a:pPr lvl="2"/>
            <a:r>
              <a:rPr lang="en-US" dirty="0"/>
              <a:t>Third level text style </a:t>
            </a:r>
            <a:r>
              <a:rPr lang="en-US" dirty="0" err="1"/>
              <a:t>EYInterstate</a:t>
            </a:r>
            <a:r>
              <a:rPr lang="en-US" dirty="0"/>
              <a:t> Light </a:t>
            </a:r>
            <a:r>
              <a:rPr lang="en-US" dirty="0" err="1"/>
              <a:t>18pt</a:t>
            </a:r>
            <a:endParaRPr lang="en-US" dirty="0"/>
          </a:p>
          <a:p>
            <a:pPr lvl="3"/>
            <a:r>
              <a:rPr lang="en-US" dirty="0"/>
              <a:t>Fourth level text style </a:t>
            </a:r>
            <a:r>
              <a:rPr lang="en-US" dirty="0" err="1"/>
              <a:t>EYInterstate</a:t>
            </a:r>
            <a:r>
              <a:rPr lang="en-US" dirty="0"/>
              <a:t> Light </a:t>
            </a:r>
            <a:r>
              <a:rPr lang="en-US" dirty="0" err="1"/>
              <a:t>16pt</a:t>
            </a:r>
            <a:endParaRPr lang="en-US" dirty="0"/>
          </a:p>
          <a:p>
            <a:pPr lvl="4"/>
            <a:r>
              <a:rPr lang="en-US" dirty="0"/>
              <a:t>Fifth level text style </a:t>
            </a:r>
            <a:r>
              <a:rPr lang="en-US" dirty="0" err="1"/>
              <a:t>EYInterstate</a:t>
            </a:r>
            <a:r>
              <a:rPr lang="en-US" dirty="0"/>
              <a:t> Light </a:t>
            </a:r>
            <a:r>
              <a:rPr lang="en-US" dirty="0" err="1"/>
              <a:t>16pt</a:t>
            </a:r>
            <a:endParaRPr lang="en-US" dirty="0"/>
          </a:p>
          <a:p>
            <a:pPr lvl="5"/>
            <a:r>
              <a:rPr lang="en-US" dirty="0"/>
              <a:t>Sixth level text style </a:t>
            </a:r>
            <a:r>
              <a:rPr lang="en-US" dirty="0" err="1"/>
              <a:t>EYInterstate</a:t>
            </a:r>
            <a:r>
              <a:rPr lang="en-US" dirty="0"/>
              <a:t> Light </a:t>
            </a:r>
            <a:r>
              <a:rPr lang="en-US" dirty="0" err="1"/>
              <a:t>14pt</a:t>
            </a:r>
            <a:endParaRPr lang="en-US" dirty="0"/>
          </a:p>
          <a:p>
            <a:pPr lvl="6"/>
            <a:r>
              <a:rPr lang="en-US" dirty="0"/>
              <a:t>Seventh level text style </a:t>
            </a:r>
            <a:r>
              <a:rPr lang="en-US" dirty="0" err="1"/>
              <a:t>EYInterstate</a:t>
            </a:r>
            <a:r>
              <a:rPr lang="en-US" dirty="0"/>
              <a:t> Light </a:t>
            </a:r>
            <a:r>
              <a:rPr lang="en-US" dirty="0" err="1"/>
              <a:t>14pt</a:t>
            </a:r>
            <a:endParaRPr lang="en-US" dirty="0"/>
          </a:p>
          <a:p>
            <a:pPr lvl="7"/>
            <a:r>
              <a:rPr lang="en-US" dirty="0"/>
              <a:t>Eighth level text style </a:t>
            </a:r>
            <a:r>
              <a:rPr lang="en-US" dirty="0" err="1"/>
              <a:t>EYInterstate</a:t>
            </a:r>
            <a:r>
              <a:rPr lang="en-US" dirty="0"/>
              <a:t> Light </a:t>
            </a:r>
            <a:r>
              <a:rPr lang="en-US" dirty="0" err="1"/>
              <a:t>12pt</a:t>
            </a:r>
            <a:endParaRPr lang="en-US" dirty="0"/>
          </a:p>
          <a:p>
            <a:pPr lvl="8"/>
            <a:r>
              <a:rPr lang="en-US" dirty="0"/>
              <a:t>Nineth level text style </a:t>
            </a:r>
            <a:r>
              <a:rPr lang="en-US" dirty="0" err="1"/>
              <a:t>EYInterstate</a:t>
            </a:r>
            <a:r>
              <a:rPr lang="en-US" dirty="0"/>
              <a:t> Light </a:t>
            </a:r>
            <a:r>
              <a:rPr lang="en-US" dirty="0" err="1"/>
              <a:t>24pt</a:t>
            </a:r>
            <a:r>
              <a:rPr lang="en-US" dirty="0"/>
              <a:t> for key pull out text</a:t>
            </a:r>
          </a:p>
        </p:txBody>
      </p:sp>
      <p:sp>
        <p:nvSpPr>
          <p:cNvPr id="21" name="Slide Number Placeholder">
            <a:extLst>
              <a:ext uri="{FF2B5EF4-FFF2-40B4-BE49-F238E27FC236}">
                <a16:creationId xmlns:a16="http://schemas.microsoft.com/office/drawing/2014/main" id="{3B540F9A-D485-4BD0-B905-41F8A52593F8}"/>
              </a:ext>
            </a:extLst>
          </p:cNvPr>
          <p:cNvSpPr>
            <a:spLocks noGrp="1"/>
          </p:cNvSpPr>
          <p:nvPr>
            <p:ph type="sldNum" sz="quarter" idx="4"/>
          </p:nvPr>
        </p:nvSpPr>
        <p:spPr>
          <a:xfrm>
            <a:off x="485747" y="6437115"/>
            <a:ext cx="509098"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dirty="0"/>
          </a:p>
        </p:txBody>
      </p:sp>
      <p:sp>
        <p:nvSpPr>
          <p:cNvPr id="19" name="Date Placeholder">
            <a:extLst>
              <a:ext uri="{FF2B5EF4-FFF2-40B4-BE49-F238E27FC236}">
                <a16:creationId xmlns:a16="http://schemas.microsoft.com/office/drawing/2014/main" id="{600772EA-C6B0-4F5D-AA59-01C0858EFADB}"/>
              </a:ext>
            </a:extLst>
          </p:cNvPr>
          <p:cNvSpPr>
            <a:spLocks noGrp="1"/>
          </p:cNvSpPr>
          <p:nvPr>
            <p:ph type="dt" sz="half" idx="2"/>
          </p:nvPr>
        </p:nvSpPr>
        <p:spPr>
          <a:xfrm>
            <a:off x="994845" y="6437115"/>
            <a:ext cx="1275686"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40250C1F-BD3B-48A5-B929-1D58369E7B86}" type="datetime3">
              <a:rPr lang="en-US" smtClean="0"/>
              <a:t>11 July 2026</a:t>
            </a:fld>
            <a:endParaRPr lang="en-US" dirty="0"/>
          </a:p>
        </p:txBody>
      </p:sp>
      <p:sp>
        <p:nvSpPr>
          <p:cNvPr id="20" name="Footer Placeholder">
            <a:extLst>
              <a:ext uri="{FF2B5EF4-FFF2-40B4-BE49-F238E27FC236}">
                <a16:creationId xmlns:a16="http://schemas.microsoft.com/office/drawing/2014/main" id="{AC28FA70-87E4-49F4-AFDE-345AA28E0BE7}"/>
              </a:ext>
            </a:extLst>
          </p:cNvPr>
          <p:cNvSpPr>
            <a:spLocks noGrp="1"/>
          </p:cNvSpPr>
          <p:nvPr>
            <p:ph type="ftr" sz="quarter" idx="3"/>
          </p:nvPr>
        </p:nvSpPr>
        <p:spPr>
          <a:xfrm>
            <a:off x="2270531" y="6437115"/>
            <a:ext cx="3825470" cy="123111"/>
          </a:xfrm>
          <a:prstGeom prst="rect">
            <a:avLst/>
          </a:prstGeom>
        </p:spPr>
        <p:txBody>
          <a:bodyPr vert="horz" lIns="0" tIns="0" rIns="0" bIns="0" rtlCol="0" anchor="t">
            <a:no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Insert footer text here</a:t>
            </a:r>
          </a:p>
        </p:txBody>
      </p:sp>
      <p:grpSp>
        <p:nvGrpSpPr>
          <p:cNvPr id="6" name="Logo">
            <a:extLst>
              <a:ext uri="{FF2B5EF4-FFF2-40B4-BE49-F238E27FC236}">
                <a16:creationId xmlns:a16="http://schemas.microsoft.com/office/drawing/2014/main" id="{84D8E7BF-2CB9-F661-3559-99D90AE0A4E5}"/>
              </a:ext>
            </a:extLst>
          </p:cNvPr>
          <p:cNvGrpSpPr>
            <a:grpSpLocks noGrp="1" noUngrp="1" noRot="1" noChangeAspect="1" noMove="1" noResize="1"/>
          </p:cNvGrpSpPr>
          <p:nvPr userDrawn="1"/>
        </p:nvGrpSpPr>
        <p:grpSpPr bwMode="black">
          <a:xfrm>
            <a:off x="11623900" y="6276977"/>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noGrp="1" noRot="1" noMove="1" noResize="1" noEditPoints="1" noAdjustHandles="1" noChangeArrowheads="1" noChangeShapeType="1"/>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sp>
          <p:nvSpPr>
            <p:cNvPr id="8" name="Freeform 6">
              <a:extLst>
                <a:ext uri="{FF2B5EF4-FFF2-40B4-BE49-F238E27FC236}">
                  <a16:creationId xmlns:a16="http://schemas.microsoft.com/office/drawing/2014/main" id="{9F5D8B0B-D61C-3D77-A3C6-C71B65E66459}"/>
                </a:ext>
              </a:extLst>
            </p:cNvPr>
            <p:cNvSpPr>
              <a:spLocks noGrp="1" noRot="1" noMove="1" noResize="1" noEditPoints="1" noAdjustHandles="1" noChangeArrowheads="1" noChangeShapeType="1"/>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sp>
          <p:nvSpPr>
            <p:cNvPr id="13" name="Freeform 7">
              <a:extLst>
                <a:ext uri="{FF2B5EF4-FFF2-40B4-BE49-F238E27FC236}">
                  <a16:creationId xmlns:a16="http://schemas.microsoft.com/office/drawing/2014/main" id="{66939EE2-541D-2E43-8858-BD44D3A0144C}"/>
                </a:ext>
              </a:extLst>
            </p:cNvPr>
            <p:cNvSpPr>
              <a:spLocks noGrp="1" noRot="1" noMove="1" noResize="1" noEditPoints="1" noAdjustHandles="1" noChangeArrowheads="1" noChangeShapeType="1"/>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grpSp>
    </p:spTree>
    <p:extLst>
      <p:ext uri="{BB962C8B-B14F-4D97-AF65-F5344CB8AC3E}">
        <p14:creationId xmlns:p14="http://schemas.microsoft.com/office/powerpoint/2010/main" val="3547212497"/>
      </p:ext>
    </p:extLst>
  </p:cSld>
  <p:clrMap bg1="lt1" tx1="dk1" bg2="lt2" tx2="dk2" accent1="accent1" accent2="accent2" accent3="accent3" accent4="accent4" accent5="accent5" accent6="accent6" hlink="hlink" folHlink="folHlink"/>
  <p:sldLayoutIdLst>
    <p:sldLayoutId id="2147484144" r:id="rId1"/>
    <p:sldLayoutId id="2147484145" r:id="rId2"/>
    <p:sldLayoutId id="2147484146" r:id="rId3"/>
    <p:sldLayoutId id="2147484147" r:id="rId4"/>
    <p:sldLayoutId id="2147484148" r:id="rId5"/>
    <p:sldLayoutId id="2147484149" r:id="rId6"/>
    <p:sldLayoutId id="2147484150" r:id="rId7"/>
    <p:sldLayoutId id="2147484151" r:id="rId8"/>
    <p:sldLayoutId id="2147484166" r:id="rId9"/>
    <p:sldLayoutId id="2147484152" r:id="rId10"/>
  </p:sldLayoutIdLst>
  <p:hf hdr="0"/>
  <p:txStyles>
    <p:titleStyle>
      <a:lvl1pPr algn="l" defTabSz="914400" rtl="0" eaLnBrk="1" latinLnBrk="0" hangingPunct="1">
        <a:lnSpc>
          <a:spcPct val="85000"/>
        </a:lnSpc>
        <a:spcBef>
          <a:spcPct val="0"/>
        </a:spcBef>
        <a:buNone/>
        <a:defRPr sz="3600" b="1" i="0" kern="1200">
          <a:solidFill>
            <a:schemeClr val="bg1"/>
          </a:solidFill>
          <a:latin typeface="EYInterstate" panose="02000503020000020004" pitchFamily="2" charset="0"/>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8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66" orient="horz" pos="550" userDrawn="1">
          <p15:clr>
            <a:srgbClr val="F26B43"/>
          </p15:clr>
        </p15:guide>
        <p15:guide id="67" orient="horz" pos="232" userDrawn="1">
          <p15:clr>
            <a:srgbClr val="F26B43"/>
          </p15:clr>
        </p15:guide>
        <p15:guide id="68" orient="horz" pos="3816" userDrawn="1">
          <p15:clr>
            <a:srgbClr val="F26B43"/>
          </p15:clr>
        </p15:guide>
        <p15:guide id="69" orient="horz" pos="89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485523" y="382588"/>
            <a:ext cx="11224347" cy="638175"/>
          </a:xfrm>
          <a:prstGeom prst="rect">
            <a:avLst/>
          </a:prstGeom>
        </p:spPr>
        <p:txBody>
          <a:bodyPr vert="horz" lIns="0" tIns="0" rIns="0" bIns="0" rtlCol="0" anchor="t" anchorCtr="0">
            <a:noAutofit/>
          </a:bodyPr>
          <a:lstStyle/>
          <a:p>
            <a:r>
              <a:rPr lang="en-GB" dirty="0"/>
              <a:t>Click to edit Master title style</a:t>
            </a:r>
          </a:p>
        </p:txBody>
      </p:sp>
      <p:sp>
        <p:nvSpPr>
          <p:cNvPr id="3" name="Text Placeholder"/>
          <p:cNvSpPr>
            <a:spLocks noGrp="1"/>
          </p:cNvSpPr>
          <p:nvPr>
            <p:ph type="body" idx="1"/>
          </p:nvPr>
        </p:nvSpPr>
        <p:spPr>
          <a:xfrm>
            <a:off x="485523" y="1411287"/>
            <a:ext cx="11224347" cy="4638675"/>
          </a:xfrm>
          <a:prstGeom prst="rect">
            <a:avLst/>
          </a:prstGeom>
        </p:spPr>
        <p:txBody>
          <a:bodyPr vert="horz" lIns="0" tIns="0" rIns="0" bIns="0" rtlCol="0" anchor="t" anchorCtr="0">
            <a:noAutofit/>
          </a:bodyPr>
          <a:lstStyle/>
          <a:p>
            <a:r>
              <a:rPr lang="en-US" dirty="0"/>
              <a:t>First level text style </a:t>
            </a:r>
            <a:r>
              <a:rPr lang="en-US" dirty="0" err="1"/>
              <a:t>EYInterstate</a:t>
            </a:r>
            <a:r>
              <a:rPr lang="en-US" dirty="0"/>
              <a:t> Light 16pt</a:t>
            </a:r>
          </a:p>
          <a:p>
            <a:pPr lvl="1"/>
            <a:r>
              <a:rPr lang="en-US" dirty="0"/>
              <a:t>Second level text style </a:t>
            </a:r>
            <a:r>
              <a:rPr lang="en-US" dirty="0" err="1"/>
              <a:t>EYInterstate</a:t>
            </a:r>
            <a:r>
              <a:rPr lang="en-US" dirty="0"/>
              <a:t> Light 16pt</a:t>
            </a:r>
          </a:p>
          <a:p>
            <a:pPr lvl="2"/>
            <a:r>
              <a:rPr lang="en-US" dirty="0"/>
              <a:t>Third level text style </a:t>
            </a:r>
            <a:r>
              <a:rPr lang="en-US" dirty="0" err="1"/>
              <a:t>EYInterstate</a:t>
            </a:r>
            <a:r>
              <a:rPr lang="en-US" dirty="0"/>
              <a:t> Light 14pt</a:t>
            </a:r>
          </a:p>
          <a:p>
            <a:pPr lvl="3"/>
            <a:r>
              <a:rPr lang="en-US" dirty="0"/>
              <a:t>Fourth level text style </a:t>
            </a:r>
            <a:r>
              <a:rPr lang="en-US" dirty="0" err="1"/>
              <a:t>EYInterstate</a:t>
            </a:r>
            <a:r>
              <a:rPr lang="en-US" dirty="0"/>
              <a:t> Light 14pt</a:t>
            </a:r>
          </a:p>
          <a:p>
            <a:pPr lvl="4"/>
            <a:r>
              <a:rPr lang="en-US" dirty="0"/>
              <a:t>Fifth level text style </a:t>
            </a:r>
            <a:r>
              <a:rPr lang="en-US" dirty="0" err="1"/>
              <a:t>EYInterstate</a:t>
            </a:r>
            <a:r>
              <a:rPr lang="en-US" dirty="0"/>
              <a:t> Light 12pt</a:t>
            </a:r>
          </a:p>
          <a:p>
            <a:pPr lvl="5"/>
            <a:r>
              <a:rPr lang="en-US" dirty="0"/>
              <a:t>Sixth level text style </a:t>
            </a:r>
            <a:r>
              <a:rPr lang="en-US" dirty="0" err="1"/>
              <a:t>EYInterstate</a:t>
            </a:r>
            <a:r>
              <a:rPr lang="en-US" dirty="0"/>
              <a:t> Light 12pt</a:t>
            </a:r>
          </a:p>
          <a:p>
            <a:pPr lvl="6"/>
            <a:r>
              <a:rPr lang="en-US" dirty="0"/>
              <a:t>Seventh level text style </a:t>
            </a:r>
            <a:r>
              <a:rPr lang="en-US" dirty="0" err="1"/>
              <a:t>EYInterstate</a:t>
            </a:r>
            <a:r>
              <a:rPr lang="en-US" dirty="0"/>
              <a:t> Light 11pt</a:t>
            </a:r>
          </a:p>
          <a:p>
            <a:pPr lvl="7"/>
            <a:r>
              <a:rPr lang="en-US" dirty="0"/>
              <a:t>Eighth level text style </a:t>
            </a:r>
            <a:r>
              <a:rPr lang="en-US" dirty="0" err="1"/>
              <a:t>EYInterstate</a:t>
            </a:r>
            <a:r>
              <a:rPr lang="en-US" dirty="0"/>
              <a:t> Light 10pt</a:t>
            </a:r>
          </a:p>
          <a:p>
            <a:pPr lvl="8"/>
            <a:r>
              <a:rPr lang="en-US" dirty="0"/>
              <a:t>Nineth level text style </a:t>
            </a:r>
            <a:r>
              <a:rPr lang="en-US" dirty="0" err="1"/>
              <a:t>EYInterstate</a:t>
            </a:r>
            <a:r>
              <a:rPr lang="en-US" dirty="0"/>
              <a:t> Light 20pt for key pull out text</a:t>
            </a:r>
          </a:p>
        </p:txBody>
      </p:sp>
      <p:sp>
        <p:nvSpPr>
          <p:cNvPr id="21" name="Slide Number Placeholder">
            <a:extLst>
              <a:ext uri="{FF2B5EF4-FFF2-40B4-BE49-F238E27FC236}">
                <a16:creationId xmlns:a16="http://schemas.microsoft.com/office/drawing/2014/main" id="{3B540F9A-D485-4BD0-B905-41F8A52593F8}"/>
              </a:ext>
            </a:extLst>
          </p:cNvPr>
          <p:cNvSpPr>
            <a:spLocks noGrp="1"/>
          </p:cNvSpPr>
          <p:nvPr>
            <p:ph type="sldNum" sz="quarter" idx="4"/>
          </p:nvPr>
        </p:nvSpPr>
        <p:spPr>
          <a:xfrm>
            <a:off x="485747" y="6437115"/>
            <a:ext cx="509098"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dirty="0"/>
          </a:p>
        </p:txBody>
      </p:sp>
      <p:sp>
        <p:nvSpPr>
          <p:cNvPr id="19" name="Date Placeholder">
            <a:extLst>
              <a:ext uri="{FF2B5EF4-FFF2-40B4-BE49-F238E27FC236}">
                <a16:creationId xmlns:a16="http://schemas.microsoft.com/office/drawing/2014/main" id="{600772EA-C6B0-4F5D-AA59-01C0858EFADB}"/>
              </a:ext>
            </a:extLst>
          </p:cNvPr>
          <p:cNvSpPr>
            <a:spLocks noGrp="1"/>
          </p:cNvSpPr>
          <p:nvPr>
            <p:ph type="dt" sz="half" idx="2"/>
          </p:nvPr>
        </p:nvSpPr>
        <p:spPr>
          <a:xfrm>
            <a:off x="994845" y="6437115"/>
            <a:ext cx="1275686"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F7515EF9-41B7-440A-A874-011C64F2FBA5}" type="datetime3">
              <a:rPr lang="en-US" smtClean="0"/>
              <a:t>11 July 2026</a:t>
            </a:fld>
            <a:endParaRPr lang="en-US" dirty="0"/>
          </a:p>
        </p:txBody>
      </p:sp>
      <p:sp>
        <p:nvSpPr>
          <p:cNvPr id="20" name="Footer Placeholder">
            <a:extLst>
              <a:ext uri="{FF2B5EF4-FFF2-40B4-BE49-F238E27FC236}">
                <a16:creationId xmlns:a16="http://schemas.microsoft.com/office/drawing/2014/main" id="{AC28FA70-87E4-49F4-AFDE-345AA28E0BE7}"/>
              </a:ext>
            </a:extLst>
          </p:cNvPr>
          <p:cNvSpPr>
            <a:spLocks noGrp="1"/>
          </p:cNvSpPr>
          <p:nvPr>
            <p:ph type="ftr" sz="quarter" idx="3"/>
          </p:nvPr>
        </p:nvSpPr>
        <p:spPr>
          <a:xfrm>
            <a:off x="2270531" y="6437115"/>
            <a:ext cx="3825470" cy="123111"/>
          </a:xfrm>
          <a:prstGeom prst="rect">
            <a:avLst/>
          </a:prstGeom>
        </p:spPr>
        <p:txBody>
          <a:bodyPr vert="horz" lIns="0" tIns="0" rIns="0" bIns="0" rtlCol="0" anchor="t">
            <a:no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Insert footer text here</a:t>
            </a:r>
          </a:p>
        </p:txBody>
      </p:sp>
      <p:grpSp>
        <p:nvGrpSpPr>
          <p:cNvPr id="6" name="Logo">
            <a:extLst>
              <a:ext uri="{FF2B5EF4-FFF2-40B4-BE49-F238E27FC236}">
                <a16:creationId xmlns:a16="http://schemas.microsoft.com/office/drawing/2014/main" id="{84D8E7BF-2CB9-F661-3559-99D90AE0A4E5}"/>
              </a:ext>
            </a:extLst>
          </p:cNvPr>
          <p:cNvGrpSpPr>
            <a:grpSpLocks noGrp="1" noUngrp="1" noRot="1" noChangeAspect="1" noMove="1" noResize="1"/>
          </p:cNvGrpSpPr>
          <p:nvPr userDrawn="1"/>
        </p:nvGrpSpPr>
        <p:grpSpPr bwMode="black">
          <a:xfrm>
            <a:off x="11623900" y="6276977"/>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noGrp="1" noRot="1" noMove="1" noResize="1" noEditPoints="1" noAdjustHandles="1" noChangeArrowheads="1" noChangeShapeType="1"/>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sp>
          <p:nvSpPr>
            <p:cNvPr id="8" name="Freeform 6">
              <a:extLst>
                <a:ext uri="{FF2B5EF4-FFF2-40B4-BE49-F238E27FC236}">
                  <a16:creationId xmlns:a16="http://schemas.microsoft.com/office/drawing/2014/main" id="{9F5D8B0B-D61C-3D77-A3C6-C71B65E66459}"/>
                </a:ext>
              </a:extLst>
            </p:cNvPr>
            <p:cNvSpPr>
              <a:spLocks noGrp="1" noRot="1" noMove="1" noResize="1" noEditPoints="1" noAdjustHandles="1" noChangeArrowheads="1" noChangeShapeType="1"/>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sp>
          <p:nvSpPr>
            <p:cNvPr id="13" name="Freeform 7">
              <a:extLst>
                <a:ext uri="{FF2B5EF4-FFF2-40B4-BE49-F238E27FC236}">
                  <a16:creationId xmlns:a16="http://schemas.microsoft.com/office/drawing/2014/main" id="{66939EE2-541D-2E43-8858-BD44D3A0144C}"/>
                </a:ext>
              </a:extLst>
            </p:cNvPr>
            <p:cNvSpPr>
              <a:spLocks noGrp="1" noRot="1" noMove="1" noResize="1" noEditPoints="1" noAdjustHandles="1" noChangeArrowheads="1" noChangeShapeType="1"/>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grpSp>
    </p:spTree>
    <p:extLst>
      <p:ext uri="{BB962C8B-B14F-4D97-AF65-F5344CB8AC3E}">
        <p14:creationId xmlns:p14="http://schemas.microsoft.com/office/powerpoint/2010/main" val="2260442145"/>
      </p:ext>
    </p:extLst>
  </p:cSld>
  <p:clrMap bg1="lt1" tx1="dk1" bg2="lt2" tx2="dk2" accent1="accent1" accent2="accent2" accent3="accent3" accent4="accent4" accent5="accent5" accent6="accent6" hlink="hlink" folHlink="folHlink"/>
  <p:sldLayoutIdLst>
    <p:sldLayoutId id="2147484130" r:id="rId1"/>
    <p:sldLayoutId id="2147484131" r:id="rId2"/>
    <p:sldLayoutId id="2147484132" r:id="rId3"/>
    <p:sldLayoutId id="2147484133" r:id="rId4"/>
    <p:sldLayoutId id="2147484134" r:id="rId5"/>
    <p:sldLayoutId id="2147484135" r:id="rId6"/>
    <p:sldLayoutId id="2147484136" r:id="rId7"/>
    <p:sldLayoutId id="2147484137" r:id="rId8"/>
    <p:sldLayoutId id="2147484138" r:id="rId9"/>
    <p:sldLayoutId id="2147484139" r:id="rId10"/>
    <p:sldLayoutId id="2147484140" r:id="rId11"/>
    <p:sldLayoutId id="2147484141" r:id="rId12"/>
    <p:sldLayoutId id="2147484207" r:id="rId13"/>
    <p:sldLayoutId id="2147484142" r:id="rId14"/>
  </p:sldLayoutIdLst>
  <p:hf hdr="0"/>
  <p:txStyles>
    <p:titleStyle>
      <a:lvl1pPr algn="l" defTabSz="914400" rtl="0" eaLnBrk="1" latinLnBrk="0" hangingPunct="1">
        <a:lnSpc>
          <a:spcPct val="85000"/>
        </a:lnSpc>
        <a:spcBef>
          <a:spcPct val="0"/>
        </a:spcBef>
        <a:buNone/>
        <a:defRPr sz="2400" b="1" i="0" kern="1200">
          <a:solidFill>
            <a:schemeClr val="bg1"/>
          </a:solidFill>
          <a:latin typeface="EYInterstate" panose="02000503020000020004" pitchFamily="2" charset="0"/>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378" userDrawn="1">
          <p15:clr>
            <a:srgbClr val="F26B43"/>
          </p15:clr>
        </p15:guide>
        <p15:guide id="4" pos="302" userDrawn="1">
          <p15:clr>
            <a:srgbClr val="F26B43"/>
          </p15:clr>
        </p15:guide>
        <p15:guide id="50" orient="horz" pos="232" userDrawn="1">
          <p15:clr>
            <a:srgbClr val="F26B43"/>
          </p15:clr>
        </p15:guide>
        <p15:guide id="51" orient="horz" pos="640" userDrawn="1">
          <p15:clr>
            <a:srgbClr val="F26B43"/>
          </p15:clr>
        </p15:guide>
        <p15:guide id="80" orient="horz" pos="3816" userDrawn="1">
          <p15:clr>
            <a:srgbClr val="F26B43"/>
          </p15:clr>
        </p15:guide>
        <p15:guide id="81" orient="horz" pos="89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5523" y="369888"/>
            <a:ext cx="11224347" cy="470898"/>
          </a:xfrm>
          <a:prstGeom prst="rect">
            <a:avLst/>
          </a:prstGeom>
        </p:spPr>
        <p:txBody>
          <a:bodyPr vert="horz" lIns="0" tIns="0" rIns="0" bIns="0" rtlCol="0" anchor="t" anchorCtr="0">
            <a:noAutofit/>
          </a:bodyPr>
          <a:lstStyle/>
          <a:p>
            <a:r>
              <a:rPr lang="en-GB" dirty="0"/>
              <a:t>Click to edit Master title style</a:t>
            </a:r>
          </a:p>
        </p:txBody>
      </p:sp>
      <p:sp>
        <p:nvSpPr>
          <p:cNvPr id="3" name="Text Placeholder 2"/>
          <p:cNvSpPr>
            <a:spLocks noGrp="1"/>
          </p:cNvSpPr>
          <p:nvPr>
            <p:ph type="body" idx="1"/>
          </p:nvPr>
        </p:nvSpPr>
        <p:spPr>
          <a:xfrm>
            <a:off x="485523" y="1411287"/>
            <a:ext cx="11224347" cy="4638675"/>
          </a:xfrm>
          <a:prstGeom prst="rect">
            <a:avLst/>
          </a:prstGeom>
        </p:spPr>
        <p:txBody>
          <a:bodyPr vert="horz" lIns="0" tIns="0" rIns="0" bIns="0" rtlCol="0" anchor="t" anchorCtr="0">
            <a:noAutofit/>
          </a:bodyPr>
          <a:lstStyle/>
          <a:p>
            <a:r>
              <a:rPr lang="en-US" dirty="0"/>
              <a:t>First level text style </a:t>
            </a:r>
            <a:r>
              <a:rPr lang="en-US" dirty="0" err="1"/>
              <a:t>EYInterstate</a:t>
            </a:r>
            <a:r>
              <a:rPr lang="en-US" dirty="0"/>
              <a:t> Light </a:t>
            </a:r>
            <a:r>
              <a:rPr lang="en-US" dirty="0" err="1"/>
              <a:t>20pt</a:t>
            </a:r>
            <a:endParaRPr lang="en-US" dirty="0"/>
          </a:p>
          <a:p>
            <a:pPr lvl="1"/>
            <a:r>
              <a:rPr lang="en-US" dirty="0"/>
              <a:t>Second level text style </a:t>
            </a:r>
            <a:r>
              <a:rPr lang="en-US" dirty="0" err="1"/>
              <a:t>EYInterstate</a:t>
            </a:r>
            <a:r>
              <a:rPr lang="en-US" dirty="0"/>
              <a:t> Light </a:t>
            </a:r>
            <a:r>
              <a:rPr lang="en-US" dirty="0" err="1"/>
              <a:t>20pt</a:t>
            </a:r>
            <a:endParaRPr lang="en-US" dirty="0"/>
          </a:p>
          <a:p>
            <a:pPr lvl="2"/>
            <a:r>
              <a:rPr lang="en-US" dirty="0"/>
              <a:t>Third level text style </a:t>
            </a:r>
            <a:r>
              <a:rPr lang="en-US" dirty="0" err="1"/>
              <a:t>EYInterstate</a:t>
            </a:r>
            <a:r>
              <a:rPr lang="en-US" dirty="0"/>
              <a:t> Light </a:t>
            </a:r>
            <a:r>
              <a:rPr lang="en-US" dirty="0" err="1"/>
              <a:t>18pt</a:t>
            </a:r>
            <a:endParaRPr lang="en-US" dirty="0"/>
          </a:p>
          <a:p>
            <a:pPr lvl="3"/>
            <a:r>
              <a:rPr lang="en-US" dirty="0"/>
              <a:t>Fourth level text style </a:t>
            </a:r>
            <a:r>
              <a:rPr lang="en-US" dirty="0" err="1"/>
              <a:t>EYInterstate</a:t>
            </a:r>
            <a:r>
              <a:rPr lang="en-US" dirty="0"/>
              <a:t> Light </a:t>
            </a:r>
            <a:r>
              <a:rPr lang="en-US" dirty="0" err="1"/>
              <a:t>16pt</a:t>
            </a:r>
            <a:endParaRPr lang="en-US" dirty="0"/>
          </a:p>
          <a:p>
            <a:pPr lvl="4"/>
            <a:r>
              <a:rPr lang="en-US" dirty="0"/>
              <a:t>Fifth level text style </a:t>
            </a:r>
            <a:r>
              <a:rPr lang="en-US" dirty="0" err="1"/>
              <a:t>EYInterstate</a:t>
            </a:r>
            <a:r>
              <a:rPr lang="en-US" dirty="0"/>
              <a:t> Light </a:t>
            </a:r>
            <a:r>
              <a:rPr lang="en-US" dirty="0" err="1"/>
              <a:t>16pt</a:t>
            </a:r>
            <a:endParaRPr lang="en-US" dirty="0"/>
          </a:p>
          <a:p>
            <a:pPr lvl="5"/>
            <a:r>
              <a:rPr lang="en-US" dirty="0"/>
              <a:t>Sixth level text style </a:t>
            </a:r>
            <a:r>
              <a:rPr lang="en-US" dirty="0" err="1"/>
              <a:t>EYInterstate</a:t>
            </a:r>
            <a:r>
              <a:rPr lang="en-US" dirty="0"/>
              <a:t> Light </a:t>
            </a:r>
            <a:r>
              <a:rPr lang="en-US" dirty="0" err="1"/>
              <a:t>14pt</a:t>
            </a:r>
            <a:endParaRPr lang="en-US" dirty="0"/>
          </a:p>
          <a:p>
            <a:pPr lvl="6"/>
            <a:r>
              <a:rPr lang="en-US" dirty="0"/>
              <a:t>Seventh level text style </a:t>
            </a:r>
            <a:r>
              <a:rPr lang="en-US" dirty="0" err="1"/>
              <a:t>EYInterstate</a:t>
            </a:r>
            <a:r>
              <a:rPr lang="en-US" dirty="0"/>
              <a:t> Light </a:t>
            </a:r>
            <a:r>
              <a:rPr lang="en-US" dirty="0" err="1"/>
              <a:t>14pt</a:t>
            </a:r>
            <a:endParaRPr lang="en-US" dirty="0"/>
          </a:p>
          <a:p>
            <a:pPr lvl="7"/>
            <a:r>
              <a:rPr lang="en-US" dirty="0"/>
              <a:t>Eighth level text style </a:t>
            </a:r>
            <a:r>
              <a:rPr lang="en-US" dirty="0" err="1"/>
              <a:t>EYInterstate</a:t>
            </a:r>
            <a:r>
              <a:rPr lang="en-US" dirty="0"/>
              <a:t> Light </a:t>
            </a:r>
            <a:r>
              <a:rPr lang="en-US" dirty="0" err="1"/>
              <a:t>12pt</a:t>
            </a:r>
            <a:endParaRPr lang="en-US" dirty="0"/>
          </a:p>
          <a:p>
            <a:pPr lvl="8"/>
            <a:r>
              <a:rPr lang="en-US" dirty="0"/>
              <a:t>Nineth level text style </a:t>
            </a:r>
            <a:r>
              <a:rPr lang="en-US" dirty="0" err="1"/>
              <a:t>EYInterstate</a:t>
            </a:r>
            <a:r>
              <a:rPr lang="en-US" dirty="0"/>
              <a:t> Light </a:t>
            </a:r>
            <a:r>
              <a:rPr lang="en-US" dirty="0" err="1"/>
              <a:t>12pt</a:t>
            </a:r>
            <a:endParaRPr lang="en-US" dirty="0"/>
          </a:p>
        </p:txBody>
      </p:sp>
      <p:grpSp>
        <p:nvGrpSpPr>
          <p:cNvPr id="6" name="Group 4">
            <a:extLst>
              <a:ext uri="{FF2B5EF4-FFF2-40B4-BE49-F238E27FC236}">
                <a16:creationId xmlns:a16="http://schemas.microsoft.com/office/drawing/2014/main" id="{84D8E7BF-2CB9-F661-3559-99D90AE0A4E5}"/>
              </a:ext>
            </a:extLst>
          </p:cNvPr>
          <p:cNvGrpSpPr>
            <a:grpSpLocks noChangeAspect="1"/>
          </p:cNvGrpSpPr>
          <p:nvPr userDrawn="1"/>
        </p:nvGrpSpPr>
        <p:grpSpPr bwMode="black">
          <a:xfrm>
            <a:off x="11623900" y="6276977"/>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bg1"/>
                </a:solidFill>
                <a:latin typeface="+mn-lt"/>
              </a:endParaRPr>
            </a:p>
          </p:txBody>
        </p:sp>
        <p:sp>
          <p:nvSpPr>
            <p:cNvPr id="8" name="Freeform 6">
              <a:extLst>
                <a:ext uri="{FF2B5EF4-FFF2-40B4-BE49-F238E27FC236}">
                  <a16:creationId xmlns:a16="http://schemas.microsoft.com/office/drawing/2014/main" id="{9F5D8B0B-D61C-3D77-A3C6-C71B65E66459}"/>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bg1"/>
                </a:solidFill>
                <a:latin typeface="+mn-lt"/>
              </a:endParaRPr>
            </a:p>
          </p:txBody>
        </p:sp>
        <p:sp>
          <p:nvSpPr>
            <p:cNvPr id="13" name="Freeform 7">
              <a:extLst>
                <a:ext uri="{FF2B5EF4-FFF2-40B4-BE49-F238E27FC236}">
                  <a16:creationId xmlns:a16="http://schemas.microsoft.com/office/drawing/2014/main" id="{66939EE2-541D-2E43-8858-BD44D3A0144C}"/>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bg1"/>
                </a:solidFill>
                <a:latin typeface="+mn-lt"/>
              </a:endParaRPr>
            </a:p>
          </p:txBody>
        </p:sp>
      </p:grpSp>
      <p:sp>
        <p:nvSpPr>
          <p:cNvPr id="12" name="Slide Number Placeholder">
            <a:extLst>
              <a:ext uri="{FF2B5EF4-FFF2-40B4-BE49-F238E27FC236}">
                <a16:creationId xmlns:a16="http://schemas.microsoft.com/office/drawing/2014/main" id="{ED74E7B3-73BA-6CBF-F361-5C4836CC1A2A}"/>
              </a:ext>
            </a:extLst>
          </p:cNvPr>
          <p:cNvSpPr>
            <a:spLocks noGrp="1"/>
          </p:cNvSpPr>
          <p:nvPr>
            <p:ph type="sldNum" sz="quarter" idx="4"/>
          </p:nvPr>
        </p:nvSpPr>
        <p:spPr>
          <a:xfrm>
            <a:off x="485747" y="6437115"/>
            <a:ext cx="509098" cy="123111"/>
          </a:xfrm>
          <a:prstGeom prst="rect">
            <a:avLst/>
          </a:prstGeom>
        </p:spPr>
        <p:txBody>
          <a:bodyPr vert="horz" lIns="0" tIns="0" rIns="0" bIns="0" rtlCol="0" anchor="t">
            <a:sp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dirty="0"/>
          </a:p>
        </p:txBody>
      </p:sp>
      <p:sp>
        <p:nvSpPr>
          <p:cNvPr id="14" name="Date Placeholder">
            <a:extLst>
              <a:ext uri="{FF2B5EF4-FFF2-40B4-BE49-F238E27FC236}">
                <a16:creationId xmlns:a16="http://schemas.microsoft.com/office/drawing/2014/main" id="{F72B6F9D-B29D-E927-36D7-47D672109207}"/>
              </a:ext>
            </a:extLst>
          </p:cNvPr>
          <p:cNvSpPr>
            <a:spLocks noGrp="1"/>
          </p:cNvSpPr>
          <p:nvPr>
            <p:ph type="dt" sz="half" idx="2"/>
          </p:nvPr>
        </p:nvSpPr>
        <p:spPr>
          <a:xfrm>
            <a:off x="994845" y="6437115"/>
            <a:ext cx="1275686" cy="123111"/>
          </a:xfrm>
          <a:prstGeom prst="rect">
            <a:avLst/>
          </a:prstGeom>
        </p:spPr>
        <p:txBody>
          <a:bodyPr vert="horz" lIns="0" tIns="0" rIns="0" bIns="0" rtlCol="0" anchor="t">
            <a:spAutoFit/>
          </a:bodyPr>
          <a:lstStyle>
            <a:lvl1pPr marL="0" algn="l" defTabSz="914400" rtl="0" eaLnBrk="1" latinLnBrk="0" hangingPunct="1">
              <a:defRPr lang="en-IN" sz="800" kern="1200" smtClean="0">
                <a:solidFill>
                  <a:schemeClr val="bg1"/>
                </a:solidFill>
                <a:latin typeface="+mn-lt"/>
                <a:ea typeface="+mn-ea"/>
                <a:cs typeface="+mn-cs"/>
              </a:defRPr>
            </a:lvl1pPr>
          </a:lstStyle>
          <a:p>
            <a:fld id="{3505209A-9CC7-459A-A7CE-13339705E87D}" type="datetime3">
              <a:rPr lang="en-US" smtClean="0"/>
              <a:t>11 July 2026</a:t>
            </a:fld>
            <a:endParaRPr lang="en-US" dirty="0"/>
          </a:p>
        </p:txBody>
      </p:sp>
      <p:sp>
        <p:nvSpPr>
          <p:cNvPr id="15" name="Footer Placeholder">
            <a:extLst>
              <a:ext uri="{FF2B5EF4-FFF2-40B4-BE49-F238E27FC236}">
                <a16:creationId xmlns:a16="http://schemas.microsoft.com/office/drawing/2014/main" id="{F3C10C79-9BC5-0699-5C8C-F8347F46437D}"/>
              </a:ext>
            </a:extLst>
          </p:cNvPr>
          <p:cNvSpPr>
            <a:spLocks noGrp="1"/>
          </p:cNvSpPr>
          <p:nvPr>
            <p:ph type="ftr" sz="quarter" idx="3"/>
          </p:nvPr>
        </p:nvSpPr>
        <p:spPr>
          <a:xfrm>
            <a:off x="2270531" y="6437115"/>
            <a:ext cx="3825470" cy="123111"/>
          </a:xfrm>
          <a:prstGeom prst="rect">
            <a:avLst/>
          </a:prstGeom>
        </p:spPr>
        <p:txBody>
          <a:bodyPr vert="horz" lIns="0" tIns="0" rIns="0" bIns="0" rtlCol="0" anchor="t">
            <a:sp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Insert footer text here</a:t>
            </a:r>
          </a:p>
        </p:txBody>
      </p:sp>
    </p:spTree>
    <p:extLst>
      <p:ext uri="{BB962C8B-B14F-4D97-AF65-F5344CB8AC3E}">
        <p14:creationId xmlns:p14="http://schemas.microsoft.com/office/powerpoint/2010/main" val="3990626545"/>
      </p:ext>
    </p:extLst>
  </p:cSld>
  <p:clrMap bg1="lt1" tx1="dk1" bg2="lt2" tx2="dk2" accent1="accent1" accent2="accent2" accent3="accent3" accent4="accent4" accent5="accent5" accent6="accent6" hlink="hlink" folHlink="folHlink"/>
  <p:sldLayoutIdLst>
    <p:sldLayoutId id="2147484075" r:id="rId1"/>
    <p:sldLayoutId id="2147484076" r:id="rId2"/>
    <p:sldLayoutId id="2147484078" r:id="rId3"/>
    <p:sldLayoutId id="2147484153" r:id="rId4"/>
    <p:sldLayoutId id="2147484154" r:id="rId5"/>
    <p:sldLayoutId id="2147484116" r:id="rId6"/>
    <p:sldLayoutId id="2147484117" r:id="rId7"/>
    <p:sldLayoutId id="2147484118" r:id="rId8"/>
    <p:sldLayoutId id="2147484111" r:id="rId9"/>
    <p:sldLayoutId id="2147484112" r:id="rId10"/>
    <p:sldLayoutId id="2147484113" r:id="rId11"/>
    <p:sldLayoutId id="2147484114" r:id="rId12"/>
    <p:sldLayoutId id="2147484079" r:id="rId13"/>
    <p:sldLayoutId id="2147484080" r:id="rId14"/>
    <p:sldLayoutId id="2147484082" r:id="rId15"/>
    <p:sldLayoutId id="2147484083" r:id="rId16"/>
    <p:sldLayoutId id="2147484081" r:id="rId17"/>
    <p:sldLayoutId id="2147484155" r:id="rId18"/>
    <p:sldLayoutId id="2147484004" r:id="rId19"/>
    <p:sldLayoutId id="2147483984" r:id="rId20"/>
    <p:sldLayoutId id="2147484041" r:id="rId21"/>
    <p:sldLayoutId id="2147484084" r:id="rId22"/>
    <p:sldLayoutId id="2147484028" r:id="rId23"/>
    <p:sldLayoutId id="2147484014" r:id="rId24"/>
    <p:sldLayoutId id="2147484019" r:id="rId25"/>
    <p:sldLayoutId id="2147484208" r:id="rId26"/>
    <p:sldLayoutId id="2147484236" r:id="rId27"/>
  </p:sldLayoutIdLst>
  <p:hf hdr="0"/>
  <p:txStyles>
    <p:titleStyle>
      <a:lvl1pPr algn="l" defTabSz="914400" rtl="0" eaLnBrk="1" latinLnBrk="0" hangingPunct="1">
        <a:lnSpc>
          <a:spcPct val="85000"/>
        </a:lnSpc>
        <a:spcBef>
          <a:spcPct val="0"/>
        </a:spcBef>
        <a:buNone/>
        <a:defRPr sz="3600" b="1" i="0" kern="1200">
          <a:solidFill>
            <a:schemeClr val="bg1"/>
          </a:solidFill>
          <a:latin typeface="EYInterstate" panose="02000503020000020004" pitchFamily="2" charset="0"/>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8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8pPr>
      <a:lvl9pPr marL="2268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48" orient="horz" pos="527" userDrawn="1">
          <p15:clr>
            <a:srgbClr val="F26B43"/>
          </p15:clr>
        </p15:guide>
        <p15:guide id="57" orient="horz" pos="890" userDrawn="1">
          <p15:clr>
            <a:srgbClr val="F26B43"/>
          </p15:clr>
        </p15:guide>
        <p15:guide id="78" orient="horz" pos="3816" userDrawn="1">
          <p15:clr>
            <a:srgbClr val="F26B43"/>
          </p15:clr>
        </p15:guide>
        <p15:guide id="79" orient="horz" pos="232"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5523" y="369888"/>
            <a:ext cx="11224347" cy="470898"/>
          </a:xfrm>
          <a:prstGeom prst="rect">
            <a:avLst/>
          </a:prstGeom>
        </p:spPr>
        <p:txBody>
          <a:bodyPr vert="horz" lIns="0" tIns="0" rIns="0" bIns="0" rtlCol="0" anchor="t" anchorCtr="0">
            <a:noAutofit/>
          </a:bodyPr>
          <a:lstStyle/>
          <a:p>
            <a:r>
              <a:rPr lang="en-GB" dirty="0"/>
              <a:t>Click to edit Master title style</a:t>
            </a:r>
          </a:p>
        </p:txBody>
      </p:sp>
      <p:sp>
        <p:nvSpPr>
          <p:cNvPr id="3" name="Text Placeholder 2"/>
          <p:cNvSpPr>
            <a:spLocks noGrp="1"/>
          </p:cNvSpPr>
          <p:nvPr>
            <p:ph type="body" idx="1"/>
          </p:nvPr>
        </p:nvSpPr>
        <p:spPr>
          <a:xfrm>
            <a:off x="485523" y="1411287"/>
            <a:ext cx="11224347" cy="4638675"/>
          </a:xfrm>
          <a:prstGeom prst="rect">
            <a:avLst/>
          </a:prstGeom>
        </p:spPr>
        <p:txBody>
          <a:bodyPr vert="horz" lIns="0" tIns="0" rIns="0" bIns="0" rtlCol="0" anchor="t" anchorCtr="0">
            <a:noAutofit/>
          </a:bodyPr>
          <a:lstStyle/>
          <a:p>
            <a:r>
              <a:rPr lang="en-US" dirty="0"/>
              <a:t>First level text style </a:t>
            </a:r>
            <a:r>
              <a:rPr lang="en-US" dirty="0" err="1"/>
              <a:t>EYInterstate</a:t>
            </a:r>
            <a:r>
              <a:rPr lang="en-US" dirty="0"/>
              <a:t> Light </a:t>
            </a:r>
            <a:r>
              <a:rPr lang="en-US" dirty="0" err="1"/>
              <a:t>20pt</a:t>
            </a:r>
            <a:endParaRPr lang="en-US" dirty="0"/>
          </a:p>
          <a:p>
            <a:pPr lvl="1"/>
            <a:r>
              <a:rPr lang="en-US" dirty="0"/>
              <a:t>Second level text style </a:t>
            </a:r>
            <a:r>
              <a:rPr lang="en-US" dirty="0" err="1"/>
              <a:t>EYInterstate</a:t>
            </a:r>
            <a:r>
              <a:rPr lang="en-US" dirty="0"/>
              <a:t> Light </a:t>
            </a:r>
            <a:r>
              <a:rPr lang="en-US" dirty="0" err="1"/>
              <a:t>20pt</a:t>
            </a:r>
            <a:endParaRPr lang="en-US" dirty="0"/>
          </a:p>
          <a:p>
            <a:pPr lvl="2"/>
            <a:r>
              <a:rPr lang="en-US" dirty="0"/>
              <a:t>Third level text style </a:t>
            </a:r>
            <a:r>
              <a:rPr lang="en-US" dirty="0" err="1"/>
              <a:t>EYInterstate</a:t>
            </a:r>
            <a:r>
              <a:rPr lang="en-US" dirty="0"/>
              <a:t> Light </a:t>
            </a:r>
            <a:r>
              <a:rPr lang="en-US" dirty="0" err="1"/>
              <a:t>18pt</a:t>
            </a:r>
            <a:endParaRPr lang="en-US" dirty="0"/>
          </a:p>
          <a:p>
            <a:pPr lvl="3"/>
            <a:r>
              <a:rPr lang="en-US" dirty="0"/>
              <a:t>Fourth level text style </a:t>
            </a:r>
            <a:r>
              <a:rPr lang="en-US" dirty="0" err="1"/>
              <a:t>EYInterstate</a:t>
            </a:r>
            <a:r>
              <a:rPr lang="en-US" dirty="0"/>
              <a:t> Light </a:t>
            </a:r>
            <a:r>
              <a:rPr lang="en-US" dirty="0" err="1"/>
              <a:t>16pt</a:t>
            </a:r>
            <a:endParaRPr lang="en-US" dirty="0"/>
          </a:p>
          <a:p>
            <a:pPr lvl="4"/>
            <a:r>
              <a:rPr lang="en-US" dirty="0"/>
              <a:t>Fifth level text style </a:t>
            </a:r>
            <a:r>
              <a:rPr lang="en-US" dirty="0" err="1"/>
              <a:t>EYInterstate</a:t>
            </a:r>
            <a:r>
              <a:rPr lang="en-US" dirty="0"/>
              <a:t> Light </a:t>
            </a:r>
            <a:r>
              <a:rPr lang="en-US" dirty="0" err="1"/>
              <a:t>16pt</a:t>
            </a:r>
            <a:endParaRPr lang="en-US" dirty="0"/>
          </a:p>
          <a:p>
            <a:pPr lvl="5"/>
            <a:r>
              <a:rPr lang="en-US" dirty="0"/>
              <a:t>Sixth level text style </a:t>
            </a:r>
            <a:r>
              <a:rPr lang="en-US" dirty="0" err="1"/>
              <a:t>EYInterstate</a:t>
            </a:r>
            <a:r>
              <a:rPr lang="en-US" dirty="0"/>
              <a:t> Light </a:t>
            </a:r>
            <a:r>
              <a:rPr lang="en-US" dirty="0" err="1"/>
              <a:t>14pt</a:t>
            </a:r>
            <a:endParaRPr lang="en-US" dirty="0"/>
          </a:p>
          <a:p>
            <a:pPr lvl="6"/>
            <a:r>
              <a:rPr lang="en-US" dirty="0"/>
              <a:t>Seventh level text style </a:t>
            </a:r>
            <a:r>
              <a:rPr lang="en-US" dirty="0" err="1"/>
              <a:t>EYInterstate</a:t>
            </a:r>
            <a:r>
              <a:rPr lang="en-US" dirty="0"/>
              <a:t> Light </a:t>
            </a:r>
            <a:r>
              <a:rPr lang="en-US" dirty="0" err="1"/>
              <a:t>14pt</a:t>
            </a:r>
            <a:endParaRPr lang="en-US" dirty="0"/>
          </a:p>
          <a:p>
            <a:pPr lvl="7"/>
            <a:r>
              <a:rPr lang="en-US" dirty="0"/>
              <a:t>Eighth level text style </a:t>
            </a:r>
            <a:r>
              <a:rPr lang="en-US" dirty="0" err="1"/>
              <a:t>EYInterstate</a:t>
            </a:r>
            <a:r>
              <a:rPr lang="en-US" dirty="0"/>
              <a:t> Light </a:t>
            </a:r>
            <a:r>
              <a:rPr lang="en-US" dirty="0" err="1"/>
              <a:t>12pt</a:t>
            </a:r>
            <a:endParaRPr lang="en-US" dirty="0"/>
          </a:p>
          <a:p>
            <a:pPr lvl="8"/>
            <a:r>
              <a:rPr lang="en-US" dirty="0"/>
              <a:t>Nineth level text style </a:t>
            </a:r>
            <a:r>
              <a:rPr lang="en-US" dirty="0" err="1"/>
              <a:t>EYInterstate</a:t>
            </a:r>
            <a:r>
              <a:rPr lang="en-US" dirty="0"/>
              <a:t> Light </a:t>
            </a:r>
            <a:r>
              <a:rPr lang="en-US" dirty="0" err="1"/>
              <a:t>12pt</a:t>
            </a:r>
            <a:endParaRPr lang="en-US" dirty="0"/>
          </a:p>
        </p:txBody>
      </p:sp>
      <p:grpSp>
        <p:nvGrpSpPr>
          <p:cNvPr id="6" name="Group 4">
            <a:extLst>
              <a:ext uri="{FF2B5EF4-FFF2-40B4-BE49-F238E27FC236}">
                <a16:creationId xmlns:a16="http://schemas.microsoft.com/office/drawing/2014/main" id="{84D8E7BF-2CB9-F661-3559-99D90AE0A4E5}"/>
              </a:ext>
            </a:extLst>
          </p:cNvPr>
          <p:cNvGrpSpPr>
            <a:grpSpLocks noChangeAspect="1"/>
          </p:cNvGrpSpPr>
          <p:nvPr userDrawn="1"/>
        </p:nvGrpSpPr>
        <p:grpSpPr bwMode="black">
          <a:xfrm>
            <a:off x="11623900" y="6276977"/>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8" name="Freeform 6">
              <a:extLst>
                <a:ext uri="{FF2B5EF4-FFF2-40B4-BE49-F238E27FC236}">
                  <a16:creationId xmlns:a16="http://schemas.microsoft.com/office/drawing/2014/main" id="{9F5D8B0B-D61C-3D77-A3C6-C71B65E66459}"/>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3" name="Freeform 7">
              <a:extLst>
                <a:ext uri="{FF2B5EF4-FFF2-40B4-BE49-F238E27FC236}">
                  <a16:creationId xmlns:a16="http://schemas.microsoft.com/office/drawing/2014/main" id="{66939EE2-541D-2E43-8858-BD44D3A0144C}"/>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
        <p:nvSpPr>
          <p:cNvPr id="12" name="Slide Number Placeholder">
            <a:extLst>
              <a:ext uri="{FF2B5EF4-FFF2-40B4-BE49-F238E27FC236}">
                <a16:creationId xmlns:a16="http://schemas.microsoft.com/office/drawing/2014/main" id="{ED74E7B3-73BA-6CBF-F361-5C4836CC1A2A}"/>
              </a:ext>
            </a:extLst>
          </p:cNvPr>
          <p:cNvSpPr>
            <a:spLocks noGrp="1"/>
          </p:cNvSpPr>
          <p:nvPr>
            <p:ph type="sldNum" sz="quarter" idx="4"/>
          </p:nvPr>
        </p:nvSpPr>
        <p:spPr>
          <a:xfrm>
            <a:off x="485747" y="6437115"/>
            <a:ext cx="509098" cy="123111"/>
          </a:xfrm>
          <a:prstGeom prst="rect">
            <a:avLst/>
          </a:prstGeom>
        </p:spPr>
        <p:txBody>
          <a:bodyPr vert="horz" lIns="0" tIns="0" rIns="0" bIns="0" rtlCol="0" anchor="t">
            <a:sp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dirty="0"/>
          </a:p>
        </p:txBody>
      </p:sp>
      <p:sp>
        <p:nvSpPr>
          <p:cNvPr id="14" name="Date Placeholder">
            <a:extLst>
              <a:ext uri="{FF2B5EF4-FFF2-40B4-BE49-F238E27FC236}">
                <a16:creationId xmlns:a16="http://schemas.microsoft.com/office/drawing/2014/main" id="{F72B6F9D-B29D-E927-36D7-47D672109207}"/>
              </a:ext>
            </a:extLst>
          </p:cNvPr>
          <p:cNvSpPr>
            <a:spLocks noGrp="1"/>
          </p:cNvSpPr>
          <p:nvPr>
            <p:ph type="dt" sz="half" idx="2"/>
          </p:nvPr>
        </p:nvSpPr>
        <p:spPr>
          <a:xfrm>
            <a:off x="994845" y="6437115"/>
            <a:ext cx="1275686" cy="123111"/>
          </a:xfrm>
          <a:prstGeom prst="rect">
            <a:avLst/>
          </a:prstGeom>
        </p:spPr>
        <p:txBody>
          <a:bodyPr vert="horz" lIns="0" tIns="0" rIns="0" bIns="0" rtlCol="0" anchor="t">
            <a:spAutoFit/>
          </a:bodyPr>
          <a:lstStyle>
            <a:lvl1pPr marL="0" algn="l" defTabSz="914400" rtl="0" eaLnBrk="1" latinLnBrk="0" hangingPunct="1">
              <a:defRPr lang="en-IN" sz="800" kern="1200" smtClean="0">
                <a:solidFill>
                  <a:schemeClr val="bg1"/>
                </a:solidFill>
                <a:latin typeface="+mn-lt"/>
                <a:ea typeface="+mn-ea"/>
                <a:cs typeface="+mn-cs"/>
              </a:defRPr>
            </a:lvl1pPr>
          </a:lstStyle>
          <a:p>
            <a:fld id="{56237C16-C15A-4902-A3D7-A5F24B02ABAA}" type="datetime3">
              <a:rPr lang="en-US" smtClean="0"/>
              <a:t>11 July 2026</a:t>
            </a:fld>
            <a:endParaRPr lang="en-US" dirty="0"/>
          </a:p>
        </p:txBody>
      </p:sp>
      <p:sp>
        <p:nvSpPr>
          <p:cNvPr id="15" name="Footer Placeholder">
            <a:extLst>
              <a:ext uri="{FF2B5EF4-FFF2-40B4-BE49-F238E27FC236}">
                <a16:creationId xmlns:a16="http://schemas.microsoft.com/office/drawing/2014/main" id="{F3C10C79-9BC5-0699-5C8C-F8347F46437D}"/>
              </a:ext>
            </a:extLst>
          </p:cNvPr>
          <p:cNvSpPr>
            <a:spLocks noGrp="1"/>
          </p:cNvSpPr>
          <p:nvPr>
            <p:ph type="ftr" sz="quarter" idx="3"/>
          </p:nvPr>
        </p:nvSpPr>
        <p:spPr>
          <a:xfrm>
            <a:off x="2270531" y="6437115"/>
            <a:ext cx="3825470" cy="123111"/>
          </a:xfrm>
          <a:prstGeom prst="rect">
            <a:avLst/>
          </a:prstGeom>
        </p:spPr>
        <p:txBody>
          <a:bodyPr vert="horz" lIns="0" tIns="0" rIns="0" bIns="0" rtlCol="0" anchor="t">
            <a:sp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Insert footer text here</a:t>
            </a:r>
          </a:p>
        </p:txBody>
      </p:sp>
    </p:spTree>
    <p:extLst>
      <p:ext uri="{BB962C8B-B14F-4D97-AF65-F5344CB8AC3E}">
        <p14:creationId xmlns:p14="http://schemas.microsoft.com/office/powerpoint/2010/main" val="2569974109"/>
      </p:ext>
    </p:extLst>
  </p:cSld>
  <p:clrMap bg1="lt1" tx1="dk1" bg2="lt2" tx2="dk2" accent1="accent1" accent2="accent2" accent3="accent3" accent4="accent4" accent5="accent5" accent6="accent6" hlink="hlink" folHlink="folHlink"/>
  <p:sldLayoutIdLst>
    <p:sldLayoutId id="2147484210" r:id="rId1"/>
    <p:sldLayoutId id="2147484211" r:id="rId2"/>
    <p:sldLayoutId id="2147484212" r:id="rId3"/>
    <p:sldLayoutId id="2147484213" r:id="rId4"/>
    <p:sldLayoutId id="2147484214" r:id="rId5"/>
    <p:sldLayoutId id="2147484215" r:id="rId6"/>
    <p:sldLayoutId id="2147484216" r:id="rId7"/>
    <p:sldLayoutId id="2147484217" r:id="rId8"/>
    <p:sldLayoutId id="2147484218" r:id="rId9"/>
    <p:sldLayoutId id="2147484219" r:id="rId10"/>
    <p:sldLayoutId id="2147484220" r:id="rId11"/>
    <p:sldLayoutId id="2147484221" r:id="rId12"/>
    <p:sldLayoutId id="2147484222" r:id="rId13"/>
    <p:sldLayoutId id="2147484223" r:id="rId14"/>
    <p:sldLayoutId id="2147484224" r:id="rId15"/>
    <p:sldLayoutId id="2147484225" r:id="rId16"/>
    <p:sldLayoutId id="2147484226" r:id="rId17"/>
    <p:sldLayoutId id="2147484227" r:id="rId18"/>
    <p:sldLayoutId id="2147484228" r:id="rId19"/>
    <p:sldLayoutId id="2147484229" r:id="rId20"/>
    <p:sldLayoutId id="2147484230" r:id="rId21"/>
    <p:sldLayoutId id="2147484231" r:id="rId22"/>
    <p:sldLayoutId id="2147484232" r:id="rId23"/>
    <p:sldLayoutId id="2147484233" r:id="rId24"/>
    <p:sldLayoutId id="2147484234" r:id="rId25"/>
    <p:sldLayoutId id="2147484235" r:id="rId26"/>
  </p:sldLayoutIdLst>
  <p:hf hdr="0"/>
  <p:txStyles>
    <p:titleStyle>
      <a:lvl1pPr algn="l" defTabSz="914400" rtl="0" eaLnBrk="1" latinLnBrk="0" hangingPunct="1">
        <a:lnSpc>
          <a:spcPct val="85000"/>
        </a:lnSpc>
        <a:spcBef>
          <a:spcPct val="0"/>
        </a:spcBef>
        <a:buNone/>
        <a:defRPr sz="3600" b="1" i="0" kern="1200">
          <a:solidFill>
            <a:schemeClr val="tx2"/>
          </a:solidFill>
          <a:latin typeface="EYInterstate" panose="02000503020000020004" pitchFamily="2" charset="0"/>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8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8pPr>
      <a:lvl9pPr marL="2268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9" pos="7378">
          <p15:clr>
            <a:srgbClr val="F26B43"/>
          </p15:clr>
        </p15:guide>
        <p15:guide id="35" pos="302">
          <p15:clr>
            <a:srgbClr val="F26B43"/>
          </p15:clr>
        </p15:guide>
        <p15:guide id="36" orient="horz" pos="210">
          <p15:clr>
            <a:srgbClr val="F26B43"/>
          </p15:clr>
        </p15:guide>
        <p15:guide id="37" orient="horz" pos="527">
          <p15:clr>
            <a:srgbClr val="F26B43"/>
          </p15:clr>
        </p15:guide>
        <p15:guide id="38" orient="horz" pos="890">
          <p15:clr>
            <a:srgbClr val="F26B43"/>
          </p15:clr>
        </p15:guide>
        <p15:guide id="39" orient="horz" pos="383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jpeg"/><Relationship Id="rId12"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49.xml"/><Relationship Id="rId6" Type="http://schemas.openxmlformats.org/officeDocument/2006/relationships/image" Target="../media/image13.jpeg"/><Relationship Id="rId11" Type="http://schemas.openxmlformats.org/officeDocument/2006/relationships/image" Target="../media/image18.jpeg"/><Relationship Id="rId5" Type="http://schemas.openxmlformats.org/officeDocument/2006/relationships/image" Target="../media/image12.jpeg"/><Relationship Id="rId10" Type="http://schemas.openxmlformats.org/officeDocument/2006/relationships/image" Target="../media/image17.jpeg"/><Relationship Id="rId4" Type="http://schemas.openxmlformats.org/officeDocument/2006/relationships/image" Target="../media/image11.jpeg"/><Relationship Id="rId9" Type="http://schemas.openxmlformats.org/officeDocument/2006/relationships/image" Target="../media/image16.jpeg"/></Relationships>
</file>

<file path=ppt/slides/_rels/slide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23.svg"/><Relationship Id="rId11" Type="http://schemas.openxmlformats.org/officeDocument/2006/relationships/hyperlink" Target="mailto:accessibilityrequest@ey.com" TargetMode="External"/><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svg"/><Relationship Id="rId9" Type="http://schemas.openxmlformats.org/officeDocument/2006/relationships/image" Target="../media/image2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5.xml"/></Relationships>
</file>

<file path=ppt/slides/_rels/slide1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6.xml"/></Relationships>
</file>

<file path=ppt/slides/_rels/slide1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7.xml"/></Relationships>
</file>

<file path=ppt/slides/_rels/slide1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9.xml"/></Relationships>
</file>

<file path=ppt/slides/_rels/slide1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0.xml"/></Relationships>
</file>

<file path=ppt/slides/_rels/slide1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1.xml"/></Relationships>
</file>

<file path=ppt/slides/_rels/slide1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2.xml"/></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xml"/><Relationship Id="rId1" Type="http://schemas.openxmlformats.org/officeDocument/2006/relationships/slideLayout" Target="../slideLayouts/slideLayout6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svg"/><Relationship Id="rId7" Type="http://schemas.openxmlformats.org/officeDocument/2006/relationships/image" Target="../media/image34.svg"/><Relationship Id="rId2" Type="http://schemas.openxmlformats.org/officeDocument/2006/relationships/image" Target="../media/image29.svg"/><Relationship Id="rId1" Type="http://schemas.openxmlformats.org/officeDocument/2006/relationships/slideLayout" Target="../slideLayouts/slideLayout10.xml"/><Relationship Id="rId6" Type="http://schemas.openxmlformats.org/officeDocument/2006/relationships/image" Target="../media/image33.svg"/><Relationship Id="rId5" Type="http://schemas.openxmlformats.org/officeDocument/2006/relationships/image" Target="../media/image32.svg"/><Relationship Id="rId10" Type="http://schemas.openxmlformats.org/officeDocument/2006/relationships/image" Target="../media/image37.svg"/><Relationship Id="rId4" Type="http://schemas.openxmlformats.org/officeDocument/2006/relationships/image" Target="../media/image31.svg"/><Relationship Id="rId9" Type="http://schemas.openxmlformats.org/officeDocument/2006/relationships/image" Target="../media/image36.svg"/></Relationships>
</file>

<file path=ppt/slides/_rels/slide6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0.xml"/><Relationship Id="rId4" Type="http://schemas.openxmlformats.org/officeDocument/2006/relationships/chart" Target="../charts/chart5.xml"/></Relationships>
</file>

<file path=ppt/slides/_rels/slide6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29.svg"/><Relationship Id="rId1" Type="http://schemas.openxmlformats.org/officeDocument/2006/relationships/slideLayout" Target="../slideLayouts/slideLayout10.xml"/><Relationship Id="rId5" Type="http://schemas.openxmlformats.org/officeDocument/2006/relationships/image" Target="../media/image37.svg"/><Relationship Id="rId4" Type="http://schemas.openxmlformats.org/officeDocument/2006/relationships/image" Target="../media/image36.svg"/></Relationships>
</file>

<file path=ppt/slides/_rels/slide64.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49.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png"/></Relationships>
</file>

<file path=ppt/slides/_rels/slide6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8D36B-0949-B701-B4D7-6045D4F4B79E}"/>
              </a:ext>
            </a:extLst>
          </p:cNvPr>
          <p:cNvSpPr>
            <a:spLocks noGrp="1"/>
          </p:cNvSpPr>
          <p:nvPr>
            <p:ph type="title"/>
          </p:nvPr>
        </p:nvSpPr>
        <p:spPr/>
        <p:txBody>
          <a:bodyPr/>
          <a:lstStyle/>
          <a:p>
            <a:r>
              <a:rPr lang="en-US" dirty="0"/>
              <a:t>Template guidance</a:t>
            </a:r>
          </a:p>
        </p:txBody>
      </p:sp>
      <p:sp>
        <p:nvSpPr>
          <p:cNvPr id="24" name="Content Placeholder 23">
            <a:extLst>
              <a:ext uri="{FF2B5EF4-FFF2-40B4-BE49-F238E27FC236}">
                <a16:creationId xmlns:a16="http://schemas.microsoft.com/office/drawing/2014/main" id="{B778F29B-A49C-4E6C-D71A-BCDB176EDBA0}"/>
              </a:ext>
            </a:extLst>
          </p:cNvPr>
          <p:cNvSpPr>
            <a:spLocks noGrp="1"/>
          </p:cNvSpPr>
          <p:nvPr>
            <p:ph idx="1"/>
          </p:nvPr>
        </p:nvSpPr>
        <p:spPr/>
        <p:txBody>
          <a:bodyPr/>
          <a:lstStyle/>
          <a:p>
            <a:pPr marL="0" indent="0">
              <a:buNone/>
            </a:pPr>
            <a:r>
              <a:rPr lang="en-US" sz="2400" dirty="0"/>
              <a:t>We are a Yellow brand</a:t>
            </a:r>
          </a:p>
          <a:p>
            <a:r>
              <a:rPr lang="en-US" dirty="0"/>
              <a:t>EY Yellow continues to </a:t>
            </a:r>
            <a:br>
              <a:rPr lang="en-US" dirty="0"/>
            </a:br>
            <a:r>
              <a:rPr lang="en-US" dirty="0"/>
              <a:t>serve as a highly recognizable identifier across all our touchpoints, supported by our range of EY Primary, Spectrum or Advanced colors.</a:t>
            </a:r>
          </a:p>
        </p:txBody>
      </p:sp>
      <p:sp>
        <p:nvSpPr>
          <p:cNvPr id="25" name="Content Placeholder 24">
            <a:extLst>
              <a:ext uri="{FF2B5EF4-FFF2-40B4-BE49-F238E27FC236}">
                <a16:creationId xmlns:a16="http://schemas.microsoft.com/office/drawing/2014/main" id="{476E074D-3295-0B7E-1CEB-1209CE062751}"/>
              </a:ext>
            </a:extLst>
          </p:cNvPr>
          <p:cNvSpPr>
            <a:spLocks noGrp="1"/>
          </p:cNvSpPr>
          <p:nvPr>
            <p:ph idx="13"/>
          </p:nvPr>
        </p:nvSpPr>
        <p:spPr/>
        <p:txBody>
          <a:bodyPr/>
          <a:lstStyle/>
          <a:p>
            <a:pPr marL="0" indent="0">
              <a:buNone/>
            </a:pPr>
            <a:r>
              <a:rPr lang="en-US" sz="2400"/>
              <a:t>Simple and confident</a:t>
            </a:r>
          </a:p>
          <a:p>
            <a:r>
              <a:rPr lang="en-US"/>
              <a:t>We need to project the brand’s gravitas and confidence. Use color judiciously; avoid using too many colors, which may create a busy and distracting effect.</a:t>
            </a:r>
          </a:p>
          <a:p>
            <a:r>
              <a:rPr lang="en-US"/>
              <a:t>Clarity, confidence and sophistication are crucial.</a:t>
            </a:r>
            <a:endParaRPr lang="en-US" dirty="0"/>
          </a:p>
        </p:txBody>
      </p:sp>
      <p:sp>
        <p:nvSpPr>
          <p:cNvPr id="26" name="Content Placeholder 25">
            <a:extLst>
              <a:ext uri="{FF2B5EF4-FFF2-40B4-BE49-F238E27FC236}">
                <a16:creationId xmlns:a16="http://schemas.microsoft.com/office/drawing/2014/main" id="{8E8C31EA-8894-D82F-2166-21D530B3C548}"/>
              </a:ext>
            </a:extLst>
          </p:cNvPr>
          <p:cNvSpPr>
            <a:spLocks noGrp="1"/>
          </p:cNvSpPr>
          <p:nvPr>
            <p:ph idx="14"/>
          </p:nvPr>
        </p:nvSpPr>
        <p:spPr/>
        <p:txBody>
          <a:bodyPr/>
          <a:lstStyle/>
          <a:p>
            <a:pPr marL="0" indent="0">
              <a:buNone/>
            </a:pPr>
            <a:r>
              <a:rPr lang="en-US" sz="2400"/>
              <a:t>Color to be used purposefully</a:t>
            </a:r>
          </a:p>
          <a:p>
            <a:pPr marL="0" indent="0">
              <a:buNone/>
            </a:pPr>
            <a:r>
              <a:rPr lang="en-US"/>
              <a:t>Pacing is critical:</a:t>
            </a:r>
          </a:p>
          <a:p>
            <a:r>
              <a:rPr lang="en-US"/>
              <a:t>Color use is driven by content and desired tonal effect</a:t>
            </a:r>
          </a:p>
          <a:p>
            <a:r>
              <a:rPr lang="en-US"/>
              <a:t>Don’t overuse Spectrum backgrounds. Busy, heavy content slides should </a:t>
            </a:r>
            <a:br>
              <a:rPr lang="en-US"/>
            </a:br>
            <a:r>
              <a:rPr lang="en-US"/>
              <a:t>have a solid fill</a:t>
            </a:r>
          </a:p>
          <a:p>
            <a:r>
              <a:rPr lang="en-US"/>
              <a:t>Ensure a good mix of expressive moments and simpler, less colorful content</a:t>
            </a:r>
            <a:endParaRPr lang="en-US" dirty="0"/>
          </a:p>
        </p:txBody>
      </p:sp>
      <p:sp>
        <p:nvSpPr>
          <p:cNvPr id="6" name="Slide Number Placeholder 5">
            <a:extLst>
              <a:ext uri="{FF2B5EF4-FFF2-40B4-BE49-F238E27FC236}">
                <a16:creationId xmlns:a16="http://schemas.microsoft.com/office/drawing/2014/main" id="{688E492B-7132-2B62-30F7-BB52071F6806}"/>
              </a:ext>
            </a:extLst>
          </p:cNvPr>
          <p:cNvSpPr>
            <a:spLocks noGrp="1"/>
          </p:cNvSpPr>
          <p:nvPr>
            <p:ph type="sldNum" sz="quarter" idx="12"/>
          </p:nvPr>
        </p:nvSpPr>
        <p:spPr/>
        <p:txBody>
          <a:bodyPr/>
          <a:lstStyle/>
          <a:p>
            <a:pPr lvl="0"/>
            <a:fld id="{94FCA0F3-9F3A-694B-99BB-0E592A797735}" type="slidenum">
              <a:rPr lang="en-US" noProof="0" smtClean="0"/>
              <a:pPr lvl="0"/>
              <a:t>1</a:t>
            </a:fld>
            <a:endParaRPr lang="en-US" noProof="0"/>
          </a:p>
        </p:txBody>
      </p:sp>
      <p:sp>
        <p:nvSpPr>
          <p:cNvPr id="3" name="Date Placeholder 2">
            <a:extLst>
              <a:ext uri="{FF2B5EF4-FFF2-40B4-BE49-F238E27FC236}">
                <a16:creationId xmlns:a16="http://schemas.microsoft.com/office/drawing/2014/main" id="{9B1AD58B-D0F3-23FE-12BF-F3345D64553E}"/>
              </a:ext>
            </a:extLst>
          </p:cNvPr>
          <p:cNvSpPr>
            <a:spLocks noGrp="1"/>
          </p:cNvSpPr>
          <p:nvPr>
            <p:ph type="dt" sz="half" idx="10"/>
          </p:nvPr>
        </p:nvSpPr>
        <p:spPr/>
        <p:txBody>
          <a:bodyPr/>
          <a:lstStyle/>
          <a:p>
            <a:pPr lvl="0"/>
            <a:fld id="{46BC015C-19DA-487E-924F-19F4C66FFF16}" type="datetime3">
              <a:rPr lang="en-US" noProof="0" smtClean="0"/>
              <a:t>11 July 2026</a:t>
            </a:fld>
            <a:endParaRPr lang="en-US" noProof="0" dirty="0"/>
          </a:p>
        </p:txBody>
      </p:sp>
      <p:sp>
        <p:nvSpPr>
          <p:cNvPr id="8" name="Footer Placeholder 7">
            <a:extLst>
              <a:ext uri="{FF2B5EF4-FFF2-40B4-BE49-F238E27FC236}">
                <a16:creationId xmlns:a16="http://schemas.microsoft.com/office/drawing/2014/main" id="{548DFEB1-D48D-8B7F-CE2F-1085A129DE55}"/>
              </a:ext>
            </a:extLst>
          </p:cNvPr>
          <p:cNvSpPr>
            <a:spLocks noGrp="1"/>
          </p:cNvSpPr>
          <p:nvPr>
            <p:ph type="ftr" sz="quarter" idx="11"/>
          </p:nvPr>
        </p:nvSpPr>
        <p:spPr/>
        <p:txBody>
          <a:bodyPr/>
          <a:lstStyle/>
          <a:p>
            <a:pPr lvl="0"/>
            <a:r>
              <a:rPr lang="en-US" noProof="0"/>
              <a:t>Insert footer text here</a:t>
            </a:r>
          </a:p>
        </p:txBody>
      </p:sp>
      <p:sp>
        <p:nvSpPr>
          <p:cNvPr id="9" name="SmartArt Placeholder 8">
            <a:extLst>
              <a:ext uri="{FF2B5EF4-FFF2-40B4-BE49-F238E27FC236}">
                <a16:creationId xmlns:a16="http://schemas.microsoft.com/office/drawing/2014/main" id="{A43E0C9B-56A6-54B6-EE9C-326AFB3B31BB}"/>
              </a:ext>
              <a:ext uri="{C183D7F6-B498-43B3-948B-1728B52AA6E4}">
                <adec:decorative xmlns:adec="http://schemas.microsoft.com/office/drawing/2017/decorative" val="1"/>
              </a:ext>
            </a:extLst>
          </p:cNvPr>
          <p:cNvSpPr>
            <a:spLocks noGrp="1"/>
          </p:cNvSpPr>
          <p:nvPr>
            <p:ph type="dgm" sz="quarter" idx="15"/>
          </p:nvPr>
        </p:nvSpPr>
        <p:spPr/>
        <p:txBody>
          <a:bodyPr/>
          <a:lstStyle/>
          <a:p>
            <a:endParaRPr lang="en-US"/>
          </a:p>
        </p:txBody>
      </p:sp>
      <p:sp>
        <p:nvSpPr>
          <p:cNvPr id="4" name="Rectangle 3">
            <a:extLst>
              <a:ext uri="{FF2B5EF4-FFF2-40B4-BE49-F238E27FC236}">
                <a16:creationId xmlns:a16="http://schemas.microsoft.com/office/drawing/2014/main" id="{A2CB3B4F-8C16-6BF9-54D1-16832698A921}"/>
              </a:ext>
            </a:extLst>
          </p:cNvPr>
          <p:cNvSpPr/>
          <p:nvPr/>
        </p:nvSpPr>
        <p:spPr>
          <a:xfrm>
            <a:off x="9984432" y="0"/>
            <a:ext cx="2207568" cy="808038"/>
          </a:xfrm>
          <a:prstGeom prst="rect">
            <a:avLst/>
          </a:prstGeom>
          <a:solidFill>
            <a:srgbClr val="FF00FF"/>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2"/>
                </a:solidFill>
              </a:rPr>
              <a:t>REMOVE THIS SLIDE BEFORE DISTRIBUTING YOUR POWERPOINT.</a:t>
            </a:r>
          </a:p>
        </p:txBody>
      </p:sp>
      <p:sp>
        <p:nvSpPr>
          <p:cNvPr id="5" name="Oval 4">
            <a:extLst>
              <a:ext uri="{FF2B5EF4-FFF2-40B4-BE49-F238E27FC236}">
                <a16:creationId xmlns:a16="http://schemas.microsoft.com/office/drawing/2014/main" id="{CE8D60A9-6357-80E5-6E42-180F314931B9}"/>
              </a:ext>
            </a:extLst>
          </p:cNvPr>
          <p:cNvSpPr/>
          <p:nvPr/>
        </p:nvSpPr>
        <p:spPr>
          <a:xfrm>
            <a:off x="9865622" y="-118810"/>
            <a:ext cx="237620" cy="237620"/>
          </a:xfrm>
          <a:prstGeom prst="ellipse">
            <a:avLst/>
          </a:prstGeom>
          <a:solidFill>
            <a:srgbClr val="FF00FF"/>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199" b="1" dirty="0">
                <a:solidFill>
                  <a:schemeClr val="bg2"/>
                </a:solidFill>
              </a:rPr>
              <a:t>!</a:t>
            </a:r>
          </a:p>
        </p:txBody>
      </p:sp>
    </p:spTree>
    <p:extLst>
      <p:ext uri="{BB962C8B-B14F-4D97-AF65-F5344CB8AC3E}">
        <p14:creationId xmlns:p14="http://schemas.microsoft.com/office/powerpoint/2010/main" val="448783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637DF-9E21-2DF2-5B6D-25B8FB2ECBD8}"/>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FD3FA8B6-3C6E-280D-F833-95A94D76B0CD}"/>
              </a:ext>
            </a:extLst>
          </p:cNvPr>
          <p:cNvSpPr>
            <a:spLocks noGrp="1"/>
          </p:cNvSpPr>
          <p:nvPr>
            <p:ph type="body" sz="quarter" idx="28"/>
          </p:nvPr>
        </p:nvSpPr>
        <p:spPr>
          <a:xfrm>
            <a:off x="3206878" y="1596845"/>
            <a:ext cx="1873220" cy="2031325"/>
          </a:xfrm>
        </p:spPr>
        <p:txBody>
          <a:bodyPr/>
          <a:lstStyle/>
          <a:p>
            <a:r>
              <a:rPr lang="en-US" dirty="0"/>
              <a:t>2</a:t>
            </a:r>
          </a:p>
        </p:txBody>
      </p:sp>
      <p:sp>
        <p:nvSpPr>
          <p:cNvPr id="10" name="Text Placeholder 9">
            <a:extLst>
              <a:ext uri="{FF2B5EF4-FFF2-40B4-BE49-F238E27FC236}">
                <a16:creationId xmlns:a16="http://schemas.microsoft.com/office/drawing/2014/main" id="{470A2B15-1679-13D3-BF20-6C52194DF790}"/>
              </a:ext>
            </a:extLst>
          </p:cNvPr>
          <p:cNvSpPr>
            <a:spLocks noGrp="1"/>
          </p:cNvSpPr>
          <p:nvPr>
            <p:ph type="body" sz="quarter" idx="29"/>
          </p:nvPr>
        </p:nvSpPr>
        <p:spPr>
          <a:xfrm flipH="1">
            <a:off x="3295340" y="3642519"/>
            <a:ext cx="2291380" cy="2407444"/>
          </a:xfrm>
        </p:spPr>
        <p:txBody>
          <a:bodyPr/>
          <a:lstStyle/>
          <a:p>
            <a:pPr marL="0" indent="0" algn="l">
              <a:buNone/>
            </a:pPr>
            <a:r>
              <a:rPr lang="en-US" dirty="0">
                <a:solidFill>
                  <a:schemeClr val="tx2"/>
                </a:solidFill>
              </a:rPr>
              <a:t>Avoid</a:t>
            </a:r>
            <a:r>
              <a:rPr lang="en-US" dirty="0"/>
              <a:t> using colorful backgrounds on slides with heavy use of the Advanced palette</a:t>
            </a:r>
          </a:p>
        </p:txBody>
      </p:sp>
      <p:sp>
        <p:nvSpPr>
          <p:cNvPr id="11" name="Text Placeholder 10">
            <a:extLst>
              <a:ext uri="{FF2B5EF4-FFF2-40B4-BE49-F238E27FC236}">
                <a16:creationId xmlns:a16="http://schemas.microsoft.com/office/drawing/2014/main" id="{CBFF6AED-ACC8-D6DF-7A5C-410C64AD16E0}"/>
              </a:ext>
            </a:extLst>
          </p:cNvPr>
          <p:cNvSpPr>
            <a:spLocks noGrp="1"/>
          </p:cNvSpPr>
          <p:nvPr>
            <p:ph type="body" sz="quarter" idx="30"/>
          </p:nvPr>
        </p:nvSpPr>
        <p:spPr>
          <a:xfrm>
            <a:off x="6037391" y="1596845"/>
            <a:ext cx="1873220" cy="2031325"/>
          </a:xfrm>
        </p:spPr>
        <p:txBody>
          <a:bodyPr/>
          <a:lstStyle/>
          <a:p>
            <a:r>
              <a:rPr lang="en-US" dirty="0"/>
              <a:t>3</a:t>
            </a:r>
          </a:p>
        </p:txBody>
      </p:sp>
      <p:sp>
        <p:nvSpPr>
          <p:cNvPr id="12" name="Text Placeholder 11">
            <a:extLst>
              <a:ext uri="{FF2B5EF4-FFF2-40B4-BE49-F238E27FC236}">
                <a16:creationId xmlns:a16="http://schemas.microsoft.com/office/drawing/2014/main" id="{67D73FED-C330-F9E5-DB14-EA44E581AABB}"/>
              </a:ext>
            </a:extLst>
          </p:cNvPr>
          <p:cNvSpPr>
            <a:spLocks noGrp="1"/>
          </p:cNvSpPr>
          <p:nvPr>
            <p:ph type="body" sz="quarter" idx="31"/>
          </p:nvPr>
        </p:nvSpPr>
        <p:spPr>
          <a:xfrm flipH="1">
            <a:off x="6125854" y="3642519"/>
            <a:ext cx="2197221" cy="2407444"/>
          </a:xfrm>
        </p:spPr>
        <p:txBody>
          <a:bodyPr/>
          <a:lstStyle/>
          <a:p>
            <a:pPr marL="0" indent="0">
              <a:buNone/>
            </a:pPr>
            <a:r>
              <a:rPr lang="en-US" dirty="0"/>
              <a:t>For busy and content heavy slides use a </a:t>
            </a:r>
            <a:r>
              <a:rPr lang="en-US" dirty="0">
                <a:solidFill>
                  <a:schemeClr val="tx2"/>
                </a:solidFill>
              </a:rPr>
              <a:t>solid fill</a:t>
            </a:r>
            <a:r>
              <a:rPr lang="en-US" dirty="0"/>
              <a:t> background</a:t>
            </a:r>
          </a:p>
        </p:txBody>
      </p:sp>
      <p:sp>
        <p:nvSpPr>
          <p:cNvPr id="14" name="Text Placeholder 13">
            <a:extLst>
              <a:ext uri="{FF2B5EF4-FFF2-40B4-BE49-F238E27FC236}">
                <a16:creationId xmlns:a16="http://schemas.microsoft.com/office/drawing/2014/main" id="{55210CA1-7E52-5397-21D6-48E12A2BC8AA}"/>
              </a:ext>
            </a:extLst>
          </p:cNvPr>
          <p:cNvSpPr>
            <a:spLocks noGrp="1"/>
          </p:cNvSpPr>
          <p:nvPr>
            <p:ph type="body" sz="quarter" idx="33"/>
          </p:nvPr>
        </p:nvSpPr>
        <p:spPr>
          <a:xfrm>
            <a:off x="8906837" y="3642519"/>
            <a:ext cx="2000734" cy="2407444"/>
          </a:xfrm>
        </p:spPr>
        <p:txBody>
          <a:bodyPr/>
          <a:lstStyle/>
          <a:p>
            <a:pPr marL="0" indent="0">
              <a:buNone/>
            </a:pPr>
            <a:r>
              <a:rPr lang="en-US" dirty="0">
                <a:solidFill>
                  <a:schemeClr val="tx2"/>
                </a:solidFill>
              </a:rPr>
              <a:t>Do not</a:t>
            </a:r>
            <a:r>
              <a:rPr lang="en-US" dirty="0"/>
              <a:t> apply advanced colors to titles, headlines, sub-headlines, body copy or bullet points</a:t>
            </a:r>
            <a:endParaRPr lang="en-US" dirty="0">
              <a:solidFill>
                <a:schemeClr val="tx2"/>
              </a:solidFill>
            </a:endParaRPr>
          </a:p>
        </p:txBody>
      </p:sp>
      <p:sp>
        <p:nvSpPr>
          <p:cNvPr id="6" name="Title 5">
            <a:extLst>
              <a:ext uri="{FF2B5EF4-FFF2-40B4-BE49-F238E27FC236}">
                <a16:creationId xmlns:a16="http://schemas.microsoft.com/office/drawing/2014/main" id="{40AF6671-7025-A135-7218-F36A1612102B}"/>
              </a:ext>
            </a:extLst>
          </p:cNvPr>
          <p:cNvSpPr>
            <a:spLocks noGrp="1"/>
          </p:cNvSpPr>
          <p:nvPr>
            <p:ph type="title"/>
          </p:nvPr>
        </p:nvSpPr>
        <p:spPr/>
        <p:txBody>
          <a:bodyPr/>
          <a:lstStyle/>
          <a:p>
            <a:r>
              <a:rPr lang="en-US" dirty="0"/>
              <a:t>Key principles for using the template</a:t>
            </a:r>
          </a:p>
        </p:txBody>
      </p:sp>
      <p:sp>
        <p:nvSpPr>
          <p:cNvPr id="7" name="Text Placeholder 6">
            <a:extLst>
              <a:ext uri="{FF2B5EF4-FFF2-40B4-BE49-F238E27FC236}">
                <a16:creationId xmlns:a16="http://schemas.microsoft.com/office/drawing/2014/main" id="{4069C373-764F-0DE2-8A6C-90C51051A57D}"/>
              </a:ext>
            </a:extLst>
          </p:cNvPr>
          <p:cNvSpPr>
            <a:spLocks noGrp="1"/>
          </p:cNvSpPr>
          <p:nvPr>
            <p:ph type="body" sz="quarter" idx="13"/>
          </p:nvPr>
        </p:nvSpPr>
        <p:spPr/>
        <p:txBody>
          <a:bodyPr/>
          <a:lstStyle/>
          <a:p>
            <a:r>
              <a:rPr lang="en-US" dirty="0"/>
              <a:t>1</a:t>
            </a:r>
          </a:p>
        </p:txBody>
      </p:sp>
      <p:sp>
        <p:nvSpPr>
          <p:cNvPr id="8" name="Text Placeholder 7">
            <a:extLst>
              <a:ext uri="{FF2B5EF4-FFF2-40B4-BE49-F238E27FC236}">
                <a16:creationId xmlns:a16="http://schemas.microsoft.com/office/drawing/2014/main" id="{6750A04B-B6D0-6950-C91C-A1885752C3E7}"/>
              </a:ext>
            </a:extLst>
          </p:cNvPr>
          <p:cNvSpPr>
            <a:spLocks noGrp="1"/>
          </p:cNvSpPr>
          <p:nvPr>
            <p:ph type="body" sz="quarter" idx="27"/>
          </p:nvPr>
        </p:nvSpPr>
        <p:spPr>
          <a:xfrm>
            <a:off x="485775" y="3642519"/>
            <a:ext cx="2007054" cy="2407444"/>
          </a:xfrm>
        </p:spPr>
        <p:txBody>
          <a:bodyPr/>
          <a:lstStyle/>
          <a:p>
            <a:pPr marL="0" indent="0">
              <a:buNone/>
            </a:pPr>
            <a:r>
              <a:rPr lang="en-US" dirty="0"/>
              <a:t>Use EY Yellow</a:t>
            </a:r>
            <a:br>
              <a:rPr lang="en-US" dirty="0"/>
            </a:br>
            <a:r>
              <a:rPr lang="en-US" dirty="0"/>
              <a:t>to </a:t>
            </a:r>
            <a:r>
              <a:rPr lang="en-US" dirty="0">
                <a:solidFill>
                  <a:schemeClr val="tx2"/>
                </a:solidFill>
              </a:rPr>
              <a:t>highlight</a:t>
            </a:r>
            <a:r>
              <a:rPr lang="en-US" dirty="0"/>
              <a:t>, not to decorate</a:t>
            </a:r>
          </a:p>
          <a:p>
            <a:pPr marL="0" indent="0">
              <a:buNone/>
            </a:pPr>
            <a:endParaRPr lang="en-US" dirty="0"/>
          </a:p>
        </p:txBody>
      </p:sp>
      <p:sp>
        <p:nvSpPr>
          <p:cNvPr id="13" name="Text Placeholder 12">
            <a:extLst>
              <a:ext uri="{FF2B5EF4-FFF2-40B4-BE49-F238E27FC236}">
                <a16:creationId xmlns:a16="http://schemas.microsoft.com/office/drawing/2014/main" id="{CB4A7852-C74A-0F9B-F1F6-7E670C88A7B8}"/>
              </a:ext>
            </a:extLst>
          </p:cNvPr>
          <p:cNvSpPr>
            <a:spLocks noGrp="1"/>
          </p:cNvSpPr>
          <p:nvPr>
            <p:ph type="body" sz="quarter" idx="32"/>
          </p:nvPr>
        </p:nvSpPr>
        <p:spPr>
          <a:xfrm>
            <a:off x="8818374" y="1596845"/>
            <a:ext cx="1873220" cy="2031325"/>
          </a:xfrm>
        </p:spPr>
        <p:txBody>
          <a:bodyPr/>
          <a:lstStyle/>
          <a:p>
            <a:r>
              <a:rPr lang="en-US" dirty="0"/>
              <a:t>4</a:t>
            </a:r>
          </a:p>
        </p:txBody>
      </p:sp>
      <p:sp>
        <p:nvSpPr>
          <p:cNvPr id="17" name="SmartArt Placeholder 16">
            <a:extLst>
              <a:ext uri="{FF2B5EF4-FFF2-40B4-BE49-F238E27FC236}">
                <a16:creationId xmlns:a16="http://schemas.microsoft.com/office/drawing/2014/main" id="{1F121C00-3AD4-3DB2-4658-2E26C728F774}"/>
              </a:ext>
              <a:ext uri="{C183D7F6-B498-43B3-948B-1728B52AA6E4}">
                <adec:decorative xmlns:adec="http://schemas.microsoft.com/office/drawing/2017/decorative" val="1"/>
              </a:ext>
            </a:extLst>
          </p:cNvPr>
          <p:cNvSpPr>
            <a:spLocks noGrp="1"/>
          </p:cNvSpPr>
          <p:nvPr>
            <p:ph type="dgm" sz="quarter" idx="36"/>
          </p:nvPr>
        </p:nvSpPr>
        <p:spPr>
          <a:xfrm>
            <a:off x="3035300" y="2020781"/>
            <a:ext cx="3600" cy="4030662"/>
          </a:xfrm>
        </p:spPr>
        <p:txBody>
          <a:bodyPr/>
          <a:lstStyle/>
          <a:p>
            <a:r>
              <a:rPr lang="en-US" dirty="0"/>
              <a:t> </a:t>
            </a:r>
          </a:p>
        </p:txBody>
      </p:sp>
      <p:sp>
        <p:nvSpPr>
          <p:cNvPr id="18" name="SmartArt Placeholder 17">
            <a:extLst>
              <a:ext uri="{FF2B5EF4-FFF2-40B4-BE49-F238E27FC236}">
                <a16:creationId xmlns:a16="http://schemas.microsoft.com/office/drawing/2014/main" id="{B32EC8A4-9D65-BC36-7567-BB0CD375E8E4}"/>
              </a:ext>
              <a:ext uri="{C183D7F6-B498-43B3-948B-1728B52AA6E4}">
                <adec:decorative xmlns:adec="http://schemas.microsoft.com/office/drawing/2017/decorative" val="1"/>
              </a:ext>
            </a:extLst>
          </p:cNvPr>
          <p:cNvSpPr>
            <a:spLocks noGrp="1"/>
          </p:cNvSpPr>
          <p:nvPr>
            <p:ph type="dgm" sz="quarter" idx="37"/>
          </p:nvPr>
        </p:nvSpPr>
        <p:spPr>
          <a:xfrm flipH="1">
            <a:off x="5842953" y="2020781"/>
            <a:ext cx="3600" cy="4030662"/>
          </a:xfrm>
        </p:spPr>
        <p:txBody>
          <a:bodyPr/>
          <a:lstStyle/>
          <a:p>
            <a:r>
              <a:rPr lang="en-US" dirty="0"/>
              <a:t> </a:t>
            </a:r>
          </a:p>
        </p:txBody>
      </p:sp>
      <p:sp>
        <p:nvSpPr>
          <p:cNvPr id="19" name="SmartArt Placeholder 18">
            <a:extLst>
              <a:ext uri="{FF2B5EF4-FFF2-40B4-BE49-F238E27FC236}">
                <a16:creationId xmlns:a16="http://schemas.microsoft.com/office/drawing/2014/main" id="{8E7D14BF-8095-1920-D276-3289725754FB}"/>
              </a:ext>
              <a:ext uri="{C183D7F6-B498-43B3-948B-1728B52AA6E4}">
                <adec:decorative xmlns:adec="http://schemas.microsoft.com/office/drawing/2017/decorative" val="1"/>
              </a:ext>
            </a:extLst>
          </p:cNvPr>
          <p:cNvSpPr>
            <a:spLocks noGrp="1"/>
          </p:cNvSpPr>
          <p:nvPr>
            <p:ph type="dgm" sz="quarter" idx="38"/>
          </p:nvPr>
        </p:nvSpPr>
        <p:spPr>
          <a:xfrm>
            <a:off x="8650606" y="2020781"/>
            <a:ext cx="3600" cy="4030662"/>
          </a:xfrm>
        </p:spPr>
        <p:txBody>
          <a:bodyPr/>
          <a:lstStyle/>
          <a:p>
            <a:r>
              <a:rPr lang="en-US" dirty="0"/>
              <a:t> </a:t>
            </a:r>
          </a:p>
        </p:txBody>
      </p:sp>
      <p:sp>
        <p:nvSpPr>
          <p:cNvPr id="3" name="Date Placeholder 2">
            <a:extLst>
              <a:ext uri="{FF2B5EF4-FFF2-40B4-BE49-F238E27FC236}">
                <a16:creationId xmlns:a16="http://schemas.microsoft.com/office/drawing/2014/main" id="{8D5AC439-F915-4FBE-26FB-2948A4A8078A}"/>
              </a:ext>
            </a:extLst>
          </p:cNvPr>
          <p:cNvSpPr>
            <a:spLocks noGrp="1"/>
          </p:cNvSpPr>
          <p:nvPr>
            <p:ph type="dt" sz="half" idx="40"/>
          </p:nvPr>
        </p:nvSpPr>
        <p:spPr/>
        <p:txBody>
          <a:bodyPr/>
          <a:lstStyle/>
          <a:p>
            <a:fld id="{6022F535-E00E-45CE-AEB3-BB931C6ED8D7}" type="datetime3">
              <a:rPr lang="en-US" smtClean="0"/>
              <a:t>11 July 2026</a:t>
            </a:fld>
            <a:endParaRPr lang="en-US" dirty="0"/>
          </a:p>
        </p:txBody>
      </p:sp>
      <p:sp>
        <p:nvSpPr>
          <p:cNvPr id="5" name="Slide Number Placeholder 4">
            <a:extLst>
              <a:ext uri="{FF2B5EF4-FFF2-40B4-BE49-F238E27FC236}">
                <a16:creationId xmlns:a16="http://schemas.microsoft.com/office/drawing/2014/main" id="{140AE315-5E5F-6695-E40A-055103E1900C}"/>
              </a:ext>
            </a:extLst>
          </p:cNvPr>
          <p:cNvSpPr>
            <a:spLocks noGrp="1"/>
          </p:cNvSpPr>
          <p:nvPr>
            <p:ph type="sldNum" sz="quarter" idx="42"/>
          </p:nvPr>
        </p:nvSpPr>
        <p:spPr/>
        <p:txBody>
          <a:bodyPr/>
          <a:lstStyle/>
          <a:p>
            <a:fld id="{F1BC30E3-FFE5-4B91-AA19-87A149EBB9EE}" type="slidenum">
              <a:rPr lang="en-US" smtClean="0"/>
              <a:pPr/>
              <a:t>2</a:t>
            </a:fld>
            <a:endParaRPr lang="en-US" dirty="0"/>
          </a:p>
        </p:txBody>
      </p:sp>
      <p:sp>
        <p:nvSpPr>
          <p:cNvPr id="2" name="Footer Placeholder 1">
            <a:extLst>
              <a:ext uri="{FF2B5EF4-FFF2-40B4-BE49-F238E27FC236}">
                <a16:creationId xmlns:a16="http://schemas.microsoft.com/office/drawing/2014/main" id="{5B403D5E-E59B-5BB2-E166-5A80F5D95CB3}"/>
              </a:ext>
            </a:extLst>
          </p:cNvPr>
          <p:cNvSpPr>
            <a:spLocks noGrp="1"/>
          </p:cNvSpPr>
          <p:nvPr>
            <p:ph type="ftr" sz="quarter" idx="41"/>
          </p:nvPr>
        </p:nvSpPr>
        <p:spPr/>
        <p:txBody>
          <a:bodyPr/>
          <a:lstStyle/>
          <a:p>
            <a:r>
              <a:rPr lang="en-US"/>
              <a:t>Insert footer text here</a:t>
            </a:r>
          </a:p>
        </p:txBody>
      </p:sp>
      <p:sp>
        <p:nvSpPr>
          <p:cNvPr id="4" name="Rectangle 3">
            <a:extLst>
              <a:ext uri="{FF2B5EF4-FFF2-40B4-BE49-F238E27FC236}">
                <a16:creationId xmlns:a16="http://schemas.microsoft.com/office/drawing/2014/main" id="{0D6FE047-CBC6-B37A-ECC2-3F5771606C0A}"/>
              </a:ext>
            </a:extLst>
          </p:cNvPr>
          <p:cNvSpPr/>
          <p:nvPr/>
        </p:nvSpPr>
        <p:spPr>
          <a:xfrm>
            <a:off x="9984432" y="0"/>
            <a:ext cx="2207568" cy="808038"/>
          </a:xfrm>
          <a:prstGeom prst="rect">
            <a:avLst/>
          </a:prstGeom>
          <a:solidFill>
            <a:srgbClr val="FF00FF"/>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2"/>
                </a:solidFill>
              </a:rPr>
              <a:t>REMOVE THIS SLIDE BEFORE DISTRIBUTING YOUR POWERPOINT.</a:t>
            </a:r>
          </a:p>
        </p:txBody>
      </p:sp>
      <p:sp>
        <p:nvSpPr>
          <p:cNvPr id="15" name="Oval 14">
            <a:extLst>
              <a:ext uri="{FF2B5EF4-FFF2-40B4-BE49-F238E27FC236}">
                <a16:creationId xmlns:a16="http://schemas.microsoft.com/office/drawing/2014/main" id="{B9C6719F-A8B0-E1CF-39A3-8A56CDF743A7}"/>
              </a:ext>
            </a:extLst>
          </p:cNvPr>
          <p:cNvSpPr/>
          <p:nvPr/>
        </p:nvSpPr>
        <p:spPr>
          <a:xfrm>
            <a:off x="9865622" y="-118810"/>
            <a:ext cx="237620" cy="237620"/>
          </a:xfrm>
          <a:prstGeom prst="ellipse">
            <a:avLst/>
          </a:prstGeom>
          <a:solidFill>
            <a:srgbClr val="FF00FF"/>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199" b="1" dirty="0">
                <a:solidFill>
                  <a:schemeClr val="bg2"/>
                </a:solidFill>
              </a:rPr>
              <a:t>!</a:t>
            </a:r>
          </a:p>
        </p:txBody>
      </p:sp>
    </p:spTree>
    <p:extLst>
      <p:ext uri="{BB962C8B-B14F-4D97-AF65-F5344CB8AC3E}">
        <p14:creationId xmlns:p14="http://schemas.microsoft.com/office/powerpoint/2010/main" val="2265632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CA591-C105-CFCC-D1DD-B1F0D3147D6F}"/>
            </a:ext>
          </a:extLst>
        </p:cNvPr>
        <p:cNvGrpSpPr/>
        <p:nvPr/>
      </p:nvGrpSpPr>
      <p:grpSpPr>
        <a:xfrm>
          <a:off x="0" y="0"/>
          <a:ext cx="0" cy="0"/>
          <a:chOff x="0" y="0"/>
          <a:chExt cx="0" cy="0"/>
        </a:xfrm>
      </p:grpSpPr>
      <p:sp>
        <p:nvSpPr>
          <p:cNvPr id="5" name="Title 12">
            <a:extLst>
              <a:ext uri="{FF2B5EF4-FFF2-40B4-BE49-F238E27FC236}">
                <a16:creationId xmlns:a16="http://schemas.microsoft.com/office/drawing/2014/main" id="{4D4C0DA0-8B4D-E652-6DEC-2BA2B2D9CE5B}"/>
              </a:ext>
            </a:extLst>
          </p:cNvPr>
          <p:cNvSpPr txBox="1">
            <a:spLocks noGrp="1"/>
          </p:cNvSpPr>
          <p:nvPr>
            <p:ph type="title" idx="4294967295"/>
          </p:nvPr>
        </p:nvSpPr>
        <p:spPr>
          <a:xfrm>
            <a:off x="485523" y="361496"/>
            <a:ext cx="11224347" cy="4708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3600" b="1" i="0" kern="1200">
                <a:solidFill>
                  <a:schemeClr val="tx2"/>
                </a:solidFill>
                <a:latin typeface="+mj-lt"/>
                <a:ea typeface="+mj-ea"/>
                <a:cs typeface="Arial" pitchFamily="34" charset="0"/>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bg1"/>
                </a:solidFill>
                <a:effectLst/>
                <a:uLnTx/>
                <a:uFillTx/>
                <a:latin typeface="EYInterstate" panose="02000503020000020004" pitchFamily="2" charset="0"/>
                <a:ea typeface="+mj-ea"/>
                <a:cs typeface="Arial" pitchFamily="34" charset="0"/>
              </a:rPr>
              <a:t>What good pacing looks like</a:t>
            </a:r>
          </a:p>
        </p:txBody>
      </p:sp>
      <p:pic>
        <p:nvPicPr>
          <p:cNvPr id="16" name="Picture 15">
            <a:extLst>
              <a:ext uri="{FF2B5EF4-FFF2-40B4-BE49-F238E27FC236}">
                <a16:creationId xmlns:a16="http://schemas.microsoft.com/office/drawing/2014/main" id="{9DAC37B9-34CA-BD94-B0BF-778B6B358B1C}"/>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rcRect t="14" b="14"/>
          <a:stretch/>
        </p:blipFill>
        <p:spPr>
          <a:xfrm>
            <a:off x="592693" y="2448750"/>
            <a:ext cx="2122596" cy="1193627"/>
          </a:xfrm>
          <a:prstGeom prst="rect">
            <a:avLst/>
          </a:prstGeom>
          <a:ln w="3175" cap="flat" cmpd="sng" algn="ctr">
            <a:solidFill>
              <a:srgbClr val="747480"/>
            </a:solidFill>
            <a:prstDash val="solid"/>
            <a:round/>
            <a:headEnd type="none" w="med" len="med"/>
            <a:tailEnd type="none" w="med" len="med"/>
          </a:ln>
        </p:spPr>
      </p:pic>
      <p:sp>
        <p:nvSpPr>
          <p:cNvPr id="21" name="TextBox 20">
            <a:extLst>
              <a:ext uri="{FF2B5EF4-FFF2-40B4-BE49-F238E27FC236}">
                <a16:creationId xmlns:a16="http://schemas.microsoft.com/office/drawing/2014/main" id="{7B4FBB96-97CD-70C1-0523-CDE3632613B7}"/>
              </a:ext>
            </a:extLst>
          </p:cNvPr>
          <p:cNvSpPr txBox="1"/>
          <p:nvPr/>
        </p:nvSpPr>
        <p:spPr>
          <a:xfrm>
            <a:off x="8488437" y="1455906"/>
            <a:ext cx="1877694" cy="369332"/>
          </a:xfrm>
          <a:prstGeom prst="rect">
            <a:avLst/>
          </a:prstGeom>
          <a:noFill/>
        </p:spPr>
        <p:txBody>
          <a:bodyPr wrap="square" lIns="0" tIns="36576" rIns="0" bIns="0" rtlCol="0" anchor="t">
            <a:spAutoFit/>
          </a:bodyPr>
          <a:lstStyle/>
          <a:p>
            <a:pPr algn="ctr">
              <a:lnSpc>
                <a:spcPct val="90000"/>
              </a:lnSpc>
              <a:spcBef>
                <a:spcPts val="400"/>
              </a:spcBef>
              <a:spcAft>
                <a:spcPts val="400"/>
              </a:spcAft>
              <a:buClr>
                <a:schemeClr val="tx2"/>
              </a:buClr>
              <a:buSzPct val="100000"/>
            </a:pPr>
            <a:r>
              <a:rPr lang="en-US" sz="1200" dirty="0">
                <a:solidFill>
                  <a:schemeClr val="bg1"/>
                </a:solidFill>
              </a:rPr>
              <a:t>Content heavy slides use solid fill background</a:t>
            </a:r>
          </a:p>
        </p:txBody>
      </p:sp>
      <p:sp>
        <p:nvSpPr>
          <p:cNvPr id="22" name="TextBox 21">
            <a:extLst>
              <a:ext uri="{FF2B5EF4-FFF2-40B4-BE49-F238E27FC236}">
                <a16:creationId xmlns:a16="http://schemas.microsoft.com/office/drawing/2014/main" id="{D705C82D-8DCF-4111-0795-0FA4E19B676E}"/>
              </a:ext>
            </a:extLst>
          </p:cNvPr>
          <p:cNvSpPr txBox="1"/>
          <p:nvPr/>
        </p:nvSpPr>
        <p:spPr>
          <a:xfrm>
            <a:off x="2737935" y="1455906"/>
            <a:ext cx="2273680" cy="369332"/>
          </a:xfrm>
          <a:prstGeom prst="rect">
            <a:avLst/>
          </a:prstGeom>
          <a:noFill/>
        </p:spPr>
        <p:txBody>
          <a:bodyPr wrap="square" lIns="0" tIns="36576" rIns="0" bIns="0" rtlCol="0" anchor="t">
            <a:spAutoFit/>
          </a:bodyPr>
          <a:lstStyle/>
          <a:p>
            <a:pPr algn="ctr">
              <a:lnSpc>
                <a:spcPct val="90000"/>
              </a:lnSpc>
              <a:spcBef>
                <a:spcPts val="400"/>
              </a:spcBef>
              <a:spcAft>
                <a:spcPts val="400"/>
              </a:spcAft>
              <a:buClr>
                <a:schemeClr val="tx2"/>
              </a:buClr>
              <a:buSzPct val="100000"/>
            </a:pPr>
            <a:r>
              <a:rPr lang="en-US" sz="1200" dirty="0">
                <a:solidFill>
                  <a:schemeClr val="bg1"/>
                </a:solidFill>
              </a:rPr>
              <a:t>Spectrum backgrounds are used for purposeful moments</a:t>
            </a:r>
          </a:p>
        </p:txBody>
      </p:sp>
      <p:sp>
        <p:nvSpPr>
          <p:cNvPr id="23" name="TextBox 22">
            <a:extLst>
              <a:ext uri="{FF2B5EF4-FFF2-40B4-BE49-F238E27FC236}">
                <a16:creationId xmlns:a16="http://schemas.microsoft.com/office/drawing/2014/main" id="{B33BEAD1-935C-0B7D-430A-0A5436D99360}"/>
              </a:ext>
            </a:extLst>
          </p:cNvPr>
          <p:cNvSpPr txBox="1"/>
          <p:nvPr/>
        </p:nvSpPr>
        <p:spPr>
          <a:xfrm>
            <a:off x="4908516" y="5394741"/>
            <a:ext cx="2375186" cy="369332"/>
          </a:xfrm>
          <a:prstGeom prst="rect">
            <a:avLst/>
          </a:prstGeom>
          <a:noFill/>
        </p:spPr>
        <p:txBody>
          <a:bodyPr wrap="square" lIns="0" tIns="36576" rIns="0" bIns="0" rtlCol="0" anchor="t">
            <a:spAutoFit/>
          </a:bodyPr>
          <a:lstStyle/>
          <a:p>
            <a:pPr algn="ctr">
              <a:lnSpc>
                <a:spcPct val="90000"/>
              </a:lnSpc>
              <a:spcBef>
                <a:spcPts val="400"/>
              </a:spcBef>
              <a:spcAft>
                <a:spcPts val="400"/>
              </a:spcAft>
              <a:buClr>
                <a:schemeClr val="tx2"/>
              </a:buClr>
              <a:buSzPct val="100000"/>
            </a:pPr>
            <a:r>
              <a:rPr lang="en-US" sz="1200" dirty="0">
                <a:solidFill>
                  <a:schemeClr val="bg1"/>
                </a:solidFill>
              </a:rPr>
              <a:t>EY Advanced color palette used for complex data visualization</a:t>
            </a:r>
          </a:p>
        </p:txBody>
      </p:sp>
      <p:sp>
        <p:nvSpPr>
          <p:cNvPr id="24" name="TextBox 23">
            <a:extLst>
              <a:ext uri="{FF2B5EF4-FFF2-40B4-BE49-F238E27FC236}">
                <a16:creationId xmlns:a16="http://schemas.microsoft.com/office/drawing/2014/main" id="{C64B7E5A-AA8A-DD87-4F15-1D83A110EFE8}"/>
              </a:ext>
            </a:extLst>
          </p:cNvPr>
          <p:cNvSpPr txBox="1"/>
          <p:nvPr/>
        </p:nvSpPr>
        <p:spPr>
          <a:xfrm>
            <a:off x="1645445" y="5394741"/>
            <a:ext cx="2256096" cy="369332"/>
          </a:xfrm>
          <a:prstGeom prst="rect">
            <a:avLst/>
          </a:prstGeom>
          <a:noFill/>
        </p:spPr>
        <p:txBody>
          <a:bodyPr wrap="square" lIns="0" tIns="36576" rIns="0" bIns="0" rtlCol="0" anchor="t">
            <a:spAutoFit/>
          </a:bodyPr>
          <a:lstStyle/>
          <a:p>
            <a:pPr algn="ctr">
              <a:lnSpc>
                <a:spcPct val="90000"/>
              </a:lnSpc>
              <a:spcBef>
                <a:spcPts val="400"/>
              </a:spcBef>
              <a:spcAft>
                <a:spcPts val="400"/>
              </a:spcAft>
              <a:buClr>
                <a:schemeClr val="tx2"/>
              </a:buClr>
              <a:buSzPct val="100000"/>
            </a:pPr>
            <a:r>
              <a:rPr lang="en-US" sz="1200" dirty="0">
                <a:solidFill>
                  <a:schemeClr val="bg1"/>
                </a:solidFill>
              </a:rPr>
              <a:t>EY Primary color palette used for simple data visualization</a:t>
            </a:r>
          </a:p>
        </p:txBody>
      </p:sp>
      <p:pic>
        <p:nvPicPr>
          <p:cNvPr id="25" name="Picture 24" descr="Slide thumbnail showing an agenda slide">
            <a:extLst>
              <a:ext uri="{FF2B5EF4-FFF2-40B4-BE49-F238E27FC236}">
                <a16:creationId xmlns:a16="http://schemas.microsoft.com/office/drawing/2014/main" id="{E8D00CB6-2CA3-D338-8CB0-01A94F88D8C6}"/>
              </a:ext>
            </a:extLst>
          </p:cNvPr>
          <p:cNvPicPr>
            <a:picLocks noChangeAspect="1"/>
          </p:cNvPicPr>
          <p:nvPr/>
        </p:nvPicPr>
        <p:blipFill>
          <a:blip r:embed="rId4" cstate="print">
            <a:extLst>
              <a:ext uri="{28A0092B-C50C-407E-A947-70E740481C1C}">
                <a14:useLocalDpi xmlns:a14="http://schemas.microsoft.com/office/drawing/2010/main" val="0"/>
              </a:ext>
            </a:extLst>
          </a:blip>
          <a:srcRect t="4" b="4"/>
          <a:stretch/>
        </p:blipFill>
        <p:spPr>
          <a:xfrm>
            <a:off x="2813697" y="2448750"/>
            <a:ext cx="2122154" cy="1193627"/>
          </a:xfrm>
          <a:prstGeom prst="rect">
            <a:avLst/>
          </a:prstGeom>
          <a:ln w="3175" cap="flat" cmpd="sng" algn="ctr">
            <a:solidFill>
              <a:srgbClr val="747480"/>
            </a:solidFill>
            <a:prstDash val="solid"/>
            <a:round/>
            <a:headEnd type="none" w="med" len="med"/>
            <a:tailEnd type="none" w="med" len="med"/>
          </a:ln>
        </p:spPr>
      </p:pic>
      <p:pic>
        <p:nvPicPr>
          <p:cNvPr id="26" name="Picture 25" descr="Slide thumbnail showing a section header slide">
            <a:extLst>
              <a:ext uri="{FF2B5EF4-FFF2-40B4-BE49-F238E27FC236}">
                <a16:creationId xmlns:a16="http://schemas.microsoft.com/office/drawing/2014/main" id="{5A89B9F8-C6C9-A6F5-C91A-963C98DF6182}"/>
              </a:ext>
            </a:extLst>
          </p:cNvPr>
          <p:cNvPicPr>
            <a:picLocks noChangeAspect="1"/>
          </p:cNvPicPr>
          <p:nvPr/>
        </p:nvPicPr>
        <p:blipFill>
          <a:blip r:embed="rId5" cstate="print">
            <a:extLst>
              <a:ext uri="{28A0092B-C50C-407E-A947-70E740481C1C}">
                <a14:useLocalDpi xmlns:a14="http://schemas.microsoft.com/office/drawing/2010/main" val="0"/>
              </a:ext>
            </a:extLst>
          </a:blip>
          <a:srcRect l="8" r="8"/>
          <a:stretch/>
        </p:blipFill>
        <p:spPr>
          <a:xfrm>
            <a:off x="5034701" y="2448750"/>
            <a:ext cx="2121662" cy="1193627"/>
          </a:xfrm>
          <a:prstGeom prst="rect">
            <a:avLst/>
          </a:prstGeom>
          <a:ln w="3175" cap="flat" cmpd="sng" algn="ctr">
            <a:solidFill>
              <a:srgbClr val="747480"/>
            </a:solidFill>
            <a:prstDash val="solid"/>
            <a:round/>
            <a:headEnd type="none" w="med" len="med"/>
            <a:tailEnd type="none" w="med" len="med"/>
          </a:ln>
        </p:spPr>
      </p:pic>
      <p:pic>
        <p:nvPicPr>
          <p:cNvPr id="28" name="Picture 27" descr="Slide thumbnail showing a timeline slide">
            <a:extLst>
              <a:ext uri="{FF2B5EF4-FFF2-40B4-BE49-F238E27FC236}">
                <a16:creationId xmlns:a16="http://schemas.microsoft.com/office/drawing/2014/main" id="{433DBA20-14FC-60ED-87A8-6F9C6AD50945}"/>
              </a:ext>
            </a:extLst>
          </p:cNvPr>
          <p:cNvPicPr>
            <a:picLocks noChangeAspect="1"/>
          </p:cNvPicPr>
          <p:nvPr/>
        </p:nvPicPr>
        <p:blipFill>
          <a:blip r:embed="rId6" cstate="print">
            <a:extLst>
              <a:ext uri="{28A0092B-C50C-407E-A947-70E740481C1C}">
                <a14:useLocalDpi xmlns:a14="http://schemas.microsoft.com/office/drawing/2010/main" val="0"/>
              </a:ext>
            </a:extLst>
          </a:blip>
          <a:srcRect l="2" r="2"/>
          <a:stretch/>
        </p:blipFill>
        <p:spPr>
          <a:xfrm>
            <a:off x="2813917" y="3741521"/>
            <a:ext cx="2121933" cy="1193627"/>
          </a:xfrm>
          <a:prstGeom prst="rect">
            <a:avLst/>
          </a:prstGeom>
          <a:ln w="3175" cap="flat" cmpd="sng" algn="ctr">
            <a:solidFill>
              <a:srgbClr val="747480"/>
            </a:solidFill>
            <a:prstDash val="solid"/>
            <a:round/>
            <a:headEnd type="none" w="med" len="med"/>
            <a:tailEnd type="none" w="med" len="med"/>
          </a:ln>
        </p:spPr>
      </p:pic>
      <p:pic>
        <p:nvPicPr>
          <p:cNvPr id="29" name="Picture 28" descr="Slide thumbnail showing a key statement slide">
            <a:extLst>
              <a:ext uri="{FF2B5EF4-FFF2-40B4-BE49-F238E27FC236}">
                <a16:creationId xmlns:a16="http://schemas.microsoft.com/office/drawing/2014/main" id="{932371A8-56B7-1644-CEC1-DAA57E4CB311}"/>
              </a:ext>
            </a:extLst>
          </p:cNvPr>
          <p:cNvPicPr>
            <a:picLocks noChangeAspect="1"/>
          </p:cNvPicPr>
          <p:nvPr/>
        </p:nvPicPr>
        <p:blipFill>
          <a:blip r:embed="rId7" cstate="print">
            <a:extLst>
              <a:ext uri="{28A0092B-C50C-407E-A947-70E740481C1C}">
                <a14:useLocalDpi xmlns:a14="http://schemas.microsoft.com/office/drawing/2010/main" val="0"/>
              </a:ext>
            </a:extLst>
          </a:blip>
          <a:srcRect l="2" r="2"/>
          <a:stretch/>
        </p:blipFill>
        <p:spPr>
          <a:xfrm>
            <a:off x="7255705" y="3741522"/>
            <a:ext cx="2121933" cy="1193627"/>
          </a:xfrm>
          <a:prstGeom prst="rect">
            <a:avLst/>
          </a:prstGeom>
          <a:ln w="3175" cap="flat" cmpd="sng" algn="ctr">
            <a:solidFill>
              <a:srgbClr val="747480"/>
            </a:solidFill>
            <a:prstDash val="solid"/>
            <a:round/>
            <a:headEnd type="none" w="med" len="med"/>
            <a:tailEnd type="none" w="med" len="med"/>
          </a:ln>
        </p:spPr>
      </p:pic>
      <p:pic>
        <p:nvPicPr>
          <p:cNvPr id="30" name="Picture 29" descr="Slide thumbnail showing a slide with two columns of text and a donut chart">
            <a:extLst>
              <a:ext uri="{FF2B5EF4-FFF2-40B4-BE49-F238E27FC236}">
                <a16:creationId xmlns:a16="http://schemas.microsoft.com/office/drawing/2014/main" id="{3AA26640-48F6-29F1-C8AD-AA87A1AB0DDE}"/>
              </a:ext>
            </a:extLst>
          </p:cNvPr>
          <p:cNvPicPr>
            <a:picLocks noChangeAspect="1"/>
          </p:cNvPicPr>
          <p:nvPr/>
        </p:nvPicPr>
        <p:blipFill>
          <a:blip r:embed="rId8" cstate="print">
            <a:extLst>
              <a:ext uri="{28A0092B-C50C-407E-A947-70E740481C1C}">
                <a14:useLocalDpi xmlns:a14="http://schemas.microsoft.com/office/drawing/2010/main" val="0"/>
              </a:ext>
            </a:extLst>
          </a:blip>
          <a:srcRect t="4" b="4"/>
          <a:stretch/>
        </p:blipFill>
        <p:spPr>
          <a:xfrm>
            <a:off x="592914" y="3741522"/>
            <a:ext cx="2122154" cy="1193627"/>
          </a:xfrm>
          <a:prstGeom prst="rect">
            <a:avLst/>
          </a:prstGeom>
          <a:ln w="3175" cap="flat" cmpd="sng" algn="ctr">
            <a:solidFill>
              <a:srgbClr val="747480"/>
            </a:solidFill>
            <a:prstDash val="solid"/>
            <a:round/>
            <a:headEnd type="none" w="med" len="med"/>
            <a:tailEnd type="none" w="med" len="med"/>
          </a:ln>
        </p:spPr>
      </p:pic>
      <p:pic>
        <p:nvPicPr>
          <p:cNvPr id="31" name="Picture 30" descr="Slide thumbnail showing two columns of text and a photograph">
            <a:extLst>
              <a:ext uri="{FF2B5EF4-FFF2-40B4-BE49-F238E27FC236}">
                <a16:creationId xmlns:a16="http://schemas.microsoft.com/office/drawing/2014/main" id="{37364913-EF0C-BE4C-10FF-344EE490AA0A}"/>
              </a:ext>
            </a:extLst>
          </p:cNvPr>
          <p:cNvPicPr>
            <a:picLocks noChangeAspect="1"/>
          </p:cNvPicPr>
          <p:nvPr/>
        </p:nvPicPr>
        <p:blipFill>
          <a:blip r:embed="rId9" cstate="print">
            <a:extLst>
              <a:ext uri="{28A0092B-C50C-407E-A947-70E740481C1C}">
                <a14:useLocalDpi xmlns:a14="http://schemas.microsoft.com/office/drawing/2010/main" val="0"/>
              </a:ext>
            </a:extLst>
          </a:blip>
          <a:srcRect l="2" r="2"/>
          <a:stretch/>
        </p:blipFill>
        <p:spPr>
          <a:xfrm>
            <a:off x="9476931" y="2448750"/>
            <a:ext cx="2121933" cy="1193627"/>
          </a:xfrm>
          <a:prstGeom prst="rect">
            <a:avLst/>
          </a:prstGeom>
          <a:ln w="3175" cap="flat" cmpd="sng" algn="ctr">
            <a:solidFill>
              <a:srgbClr val="747480"/>
            </a:solidFill>
            <a:prstDash val="solid"/>
            <a:round/>
            <a:headEnd type="none" w="med" len="med"/>
            <a:tailEnd type="none" w="med" len="med"/>
          </a:ln>
        </p:spPr>
      </p:pic>
      <p:pic>
        <p:nvPicPr>
          <p:cNvPr id="32" name="Picture 31" descr="Slide thumbnail showing a project timeline">
            <a:extLst>
              <a:ext uri="{FF2B5EF4-FFF2-40B4-BE49-F238E27FC236}">
                <a16:creationId xmlns:a16="http://schemas.microsoft.com/office/drawing/2014/main" id="{4DC983F6-043A-08B1-9D64-18E9BD221FAD}"/>
              </a:ext>
            </a:extLst>
          </p:cNvPr>
          <p:cNvPicPr>
            <a:picLocks noChangeAspect="1"/>
          </p:cNvPicPr>
          <p:nvPr/>
        </p:nvPicPr>
        <p:blipFill>
          <a:blip r:embed="rId10" cstate="print">
            <a:extLst>
              <a:ext uri="{28A0092B-C50C-407E-A947-70E740481C1C}">
                <a14:useLocalDpi xmlns:a14="http://schemas.microsoft.com/office/drawing/2010/main" val="0"/>
              </a:ext>
            </a:extLst>
          </a:blip>
          <a:srcRect t="4" b="4"/>
          <a:stretch/>
        </p:blipFill>
        <p:spPr>
          <a:xfrm>
            <a:off x="5034922" y="3741522"/>
            <a:ext cx="2122154" cy="1193627"/>
          </a:xfrm>
          <a:prstGeom prst="rect">
            <a:avLst/>
          </a:prstGeom>
          <a:ln w="3175" cap="flat" cmpd="sng" algn="ctr">
            <a:solidFill>
              <a:srgbClr val="747480"/>
            </a:solidFill>
            <a:prstDash val="solid"/>
            <a:round/>
            <a:headEnd type="none" w="med" len="med"/>
            <a:tailEnd type="none" w="med" len="med"/>
          </a:ln>
        </p:spPr>
      </p:pic>
      <p:pic>
        <p:nvPicPr>
          <p:cNvPr id="33" name="Picture 32" descr="Slide thumbnail showing a Spectrum Frame">
            <a:extLst>
              <a:ext uri="{FF2B5EF4-FFF2-40B4-BE49-F238E27FC236}">
                <a16:creationId xmlns:a16="http://schemas.microsoft.com/office/drawing/2014/main" id="{0F10805C-4A31-B95B-58A8-2DB5A5A72B82}"/>
              </a:ext>
            </a:extLst>
          </p:cNvPr>
          <p:cNvPicPr>
            <a:picLocks noChangeAspect="1"/>
          </p:cNvPicPr>
          <p:nvPr/>
        </p:nvPicPr>
        <p:blipFill>
          <a:blip r:embed="rId11" cstate="print">
            <a:extLst>
              <a:ext uri="{28A0092B-C50C-407E-A947-70E740481C1C}">
                <a14:useLocalDpi xmlns:a14="http://schemas.microsoft.com/office/drawing/2010/main" val="0"/>
              </a:ext>
            </a:extLst>
          </a:blip>
          <a:srcRect t="4" b="4"/>
          <a:stretch/>
        </p:blipFill>
        <p:spPr>
          <a:xfrm>
            <a:off x="9476710" y="3741522"/>
            <a:ext cx="2122154" cy="1193627"/>
          </a:xfrm>
          <a:prstGeom prst="rect">
            <a:avLst/>
          </a:prstGeom>
          <a:ln w="3175" cap="flat" cmpd="sng" algn="ctr">
            <a:solidFill>
              <a:srgbClr val="747480"/>
            </a:solidFill>
            <a:prstDash val="solid"/>
            <a:round/>
            <a:headEnd type="none" w="med" len="med"/>
            <a:tailEnd type="none" w="med" len="med"/>
          </a:ln>
        </p:spPr>
      </p:pic>
      <p:sp>
        <p:nvSpPr>
          <p:cNvPr id="34" name="Right Brace 33">
            <a:extLst>
              <a:ext uri="{FF2B5EF4-FFF2-40B4-BE49-F238E27FC236}">
                <a16:creationId xmlns:a16="http://schemas.microsoft.com/office/drawing/2014/main" id="{11828BB3-CA55-1046-B715-564F6D3A56AB}"/>
              </a:ext>
              <a:ext uri="{C183D7F6-B498-43B3-948B-1728B52AA6E4}">
                <adec:decorative xmlns:adec="http://schemas.microsoft.com/office/drawing/2017/decorative" val="1"/>
              </a:ext>
            </a:extLst>
          </p:cNvPr>
          <p:cNvSpPr/>
          <p:nvPr/>
        </p:nvSpPr>
        <p:spPr>
          <a:xfrm rot="16200000">
            <a:off x="3738770" y="-1068481"/>
            <a:ext cx="272010" cy="6564164"/>
          </a:xfrm>
          <a:prstGeom prst="rightBrace">
            <a:avLst>
              <a:gd name="adj1" fmla="val 58637"/>
              <a:gd name="adj2" fmla="val 50000"/>
            </a:avLst>
          </a:prstGeom>
          <a:ln w="3175">
            <a:solidFill>
              <a:schemeClr val="bg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Right Brace 34">
            <a:extLst>
              <a:ext uri="{FF2B5EF4-FFF2-40B4-BE49-F238E27FC236}">
                <a16:creationId xmlns:a16="http://schemas.microsoft.com/office/drawing/2014/main" id="{F6B73FD5-F8DC-9797-E182-69BDE61FC83A}"/>
              </a:ext>
              <a:ext uri="{C183D7F6-B498-43B3-948B-1728B52AA6E4}">
                <adec:decorative xmlns:adec="http://schemas.microsoft.com/office/drawing/2017/decorative" val="1"/>
              </a:ext>
            </a:extLst>
          </p:cNvPr>
          <p:cNvSpPr/>
          <p:nvPr/>
        </p:nvSpPr>
        <p:spPr>
          <a:xfrm rot="16200000">
            <a:off x="9291280" y="42020"/>
            <a:ext cx="272009" cy="4343159"/>
          </a:xfrm>
          <a:prstGeom prst="rightBrace">
            <a:avLst>
              <a:gd name="adj1" fmla="val 58637"/>
              <a:gd name="adj2" fmla="val 50000"/>
            </a:avLst>
          </a:prstGeom>
          <a:ln w="3175">
            <a:solidFill>
              <a:schemeClr val="bg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Right Brace 35">
            <a:extLst>
              <a:ext uri="{FF2B5EF4-FFF2-40B4-BE49-F238E27FC236}">
                <a16:creationId xmlns:a16="http://schemas.microsoft.com/office/drawing/2014/main" id="{761C75F3-1BAA-E4B1-89FC-DC9E9824C98D}"/>
              </a:ext>
              <a:ext uri="{C183D7F6-B498-43B3-948B-1728B52AA6E4}">
                <adec:decorative xmlns:adec="http://schemas.microsoft.com/office/drawing/2017/decorative" val="1"/>
              </a:ext>
            </a:extLst>
          </p:cNvPr>
          <p:cNvSpPr/>
          <p:nvPr/>
        </p:nvSpPr>
        <p:spPr>
          <a:xfrm rot="5400000">
            <a:off x="2628377" y="3046672"/>
            <a:ext cx="272012" cy="4342937"/>
          </a:xfrm>
          <a:prstGeom prst="rightBrace">
            <a:avLst>
              <a:gd name="adj1" fmla="val 58637"/>
              <a:gd name="adj2" fmla="val 50000"/>
            </a:avLst>
          </a:prstGeom>
          <a:ln w="3175">
            <a:solidFill>
              <a:schemeClr val="bg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Right Brace 36">
            <a:extLst>
              <a:ext uri="{FF2B5EF4-FFF2-40B4-BE49-F238E27FC236}">
                <a16:creationId xmlns:a16="http://schemas.microsoft.com/office/drawing/2014/main" id="{4EBA1CC9-B882-905C-47F1-593C54A3C9A5}"/>
              </a:ext>
              <a:ext uri="{C183D7F6-B498-43B3-948B-1728B52AA6E4}">
                <adec:decorative xmlns:adec="http://schemas.microsoft.com/office/drawing/2017/decorative" val="1"/>
              </a:ext>
            </a:extLst>
          </p:cNvPr>
          <p:cNvSpPr/>
          <p:nvPr/>
        </p:nvSpPr>
        <p:spPr>
          <a:xfrm rot="5400000">
            <a:off x="5963974" y="4156954"/>
            <a:ext cx="272012" cy="2122375"/>
          </a:xfrm>
          <a:prstGeom prst="rightBrace">
            <a:avLst>
              <a:gd name="adj1" fmla="val 58637"/>
              <a:gd name="adj2" fmla="val 50000"/>
            </a:avLst>
          </a:prstGeom>
          <a:ln w="3175">
            <a:solidFill>
              <a:schemeClr val="bg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8" name="Picture 7" descr="Slide thumbnail showing a slide with text and a table">
            <a:extLst>
              <a:ext uri="{FF2B5EF4-FFF2-40B4-BE49-F238E27FC236}">
                <a16:creationId xmlns:a16="http://schemas.microsoft.com/office/drawing/2014/main" id="{BCC4D32E-B009-64A9-2BB7-CCD87550B09E}"/>
              </a:ext>
            </a:extLst>
          </p:cNvPr>
          <p:cNvPicPr>
            <a:picLocks noChangeAspect="1"/>
          </p:cNvPicPr>
          <p:nvPr/>
        </p:nvPicPr>
        <p:blipFill>
          <a:blip r:embed="rId12" cstate="print">
            <a:extLst>
              <a:ext uri="{28A0092B-C50C-407E-A947-70E740481C1C}">
                <a14:useLocalDpi xmlns:a14="http://schemas.microsoft.com/office/drawing/2010/main" val="0"/>
              </a:ext>
            </a:extLst>
          </a:blip>
          <a:srcRect l="2" r="2"/>
          <a:stretch/>
        </p:blipFill>
        <p:spPr>
          <a:xfrm>
            <a:off x="7255705" y="2448750"/>
            <a:ext cx="2121933" cy="1193627"/>
          </a:xfrm>
          <a:prstGeom prst="rect">
            <a:avLst/>
          </a:prstGeom>
          <a:ln w="3175" cap="flat" cmpd="sng" algn="ctr">
            <a:solidFill>
              <a:srgbClr val="747480"/>
            </a:solidFill>
            <a:prstDash val="solid"/>
            <a:round/>
            <a:headEnd type="none" w="med" len="med"/>
            <a:tailEnd type="none" w="med" len="med"/>
          </a:ln>
        </p:spPr>
      </p:pic>
      <p:sp>
        <p:nvSpPr>
          <p:cNvPr id="2" name="Rectangle 1">
            <a:extLst>
              <a:ext uri="{FF2B5EF4-FFF2-40B4-BE49-F238E27FC236}">
                <a16:creationId xmlns:a16="http://schemas.microsoft.com/office/drawing/2014/main" id="{7EC5BC2D-54F3-CA29-CA22-9B0195B93DEC}"/>
              </a:ext>
            </a:extLst>
          </p:cNvPr>
          <p:cNvSpPr/>
          <p:nvPr/>
        </p:nvSpPr>
        <p:spPr>
          <a:xfrm>
            <a:off x="9984432" y="0"/>
            <a:ext cx="2207568" cy="808038"/>
          </a:xfrm>
          <a:prstGeom prst="rect">
            <a:avLst/>
          </a:prstGeom>
          <a:solidFill>
            <a:srgbClr val="FF00FF"/>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2"/>
                </a:solidFill>
              </a:rPr>
              <a:t>REMOVE THIS SLIDE BEFORE DISTRIBUTING YOUR POWERPOINT.</a:t>
            </a:r>
          </a:p>
        </p:txBody>
      </p:sp>
      <p:sp>
        <p:nvSpPr>
          <p:cNvPr id="3" name="Oval 2">
            <a:extLst>
              <a:ext uri="{FF2B5EF4-FFF2-40B4-BE49-F238E27FC236}">
                <a16:creationId xmlns:a16="http://schemas.microsoft.com/office/drawing/2014/main" id="{460559C3-74A7-896D-F8F9-1D98A3686B58}"/>
              </a:ext>
            </a:extLst>
          </p:cNvPr>
          <p:cNvSpPr/>
          <p:nvPr/>
        </p:nvSpPr>
        <p:spPr>
          <a:xfrm>
            <a:off x="9865622" y="-118810"/>
            <a:ext cx="237620" cy="237620"/>
          </a:xfrm>
          <a:prstGeom prst="ellipse">
            <a:avLst/>
          </a:prstGeom>
          <a:solidFill>
            <a:srgbClr val="FF00FF"/>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199" b="1" dirty="0">
                <a:solidFill>
                  <a:schemeClr val="bg2"/>
                </a:solidFill>
              </a:rPr>
              <a:t>!</a:t>
            </a:r>
          </a:p>
        </p:txBody>
      </p:sp>
    </p:spTree>
    <p:extLst>
      <p:ext uri="{BB962C8B-B14F-4D97-AF65-F5344CB8AC3E}">
        <p14:creationId xmlns:p14="http://schemas.microsoft.com/office/powerpoint/2010/main" val="2539894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F7CD912-FFB2-1F31-042D-87561236053D}"/>
              </a:ext>
            </a:extLst>
          </p:cNvPr>
          <p:cNvSpPr>
            <a:spLocks noGrp="1"/>
          </p:cNvSpPr>
          <p:nvPr>
            <p:ph type="title"/>
          </p:nvPr>
        </p:nvSpPr>
        <p:spPr/>
        <p:txBody>
          <a:bodyPr/>
          <a:lstStyle/>
          <a:p>
            <a:r>
              <a:rPr lang="en-US" sz="3600" dirty="0"/>
              <a:t>Accessibility tips</a:t>
            </a:r>
          </a:p>
        </p:txBody>
      </p:sp>
      <p:sp>
        <p:nvSpPr>
          <p:cNvPr id="29" name="SmartArt Placeholder 28">
            <a:extLst>
              <a:ext uri="{FF2B5EF4-FFF2-40B4-BE49-F238E27FC236}">
                <a16:creationId xmlns:a16="http://schemas.microsoft.com/office/drawing/2014/main" id="{40BDF760-C1CB-C6EE-1678-8EBC5FCB44A5}"/>
              </a:ext>
            </a:extLst>
          </p:cNvPr>
          <p:cNvSpPr>
            <a:spLocks noGrp="1"/>
          </p:cNvSpPr>
          <p:nvPr>
            <p:ph type="dgm" sz="quarter" idx="15"/>
          </p:nvPr>
        </p:nvSpPr>
        <p:spPr/>
        <p:txBody>
          <a:bodyPr/>
          <a:lstStyle/>
          <a:p>
            <a:endParaRPr lang="en-US"/>
          </a:p>
        </p:txBody>
      </p:sp>
      <p:sp>
        <p:nvSpPr>
          <p:cNvPr id="11" name="Content Placeholder 5">
            <a:extLst>
              <a:ext uri="{FF2B5EF4-FFF2-40B4-BE49-F238E27FC236}">
                <a16:creationId xmlns:a16="http://schemas.microsoft.com/office/drawing/2014/main" id="{BBBC42DD-5167-C070-6F64-E99E0F243075}"/>
              </a:ext>
            </a:extLst>
          </p:cNvPr>
          <p:cNvSpPr txBox="1">
            <a:spLocks/>
          </p:cNvSpPr>
          <p:nvPr/>
        </p:nvSpPr>
        <p:spPr>
          <a:xfrm>
            <a:off x="580104" y="1513076"/>
            <a:ext cx="4039671" cy="1962397"/>
          </a:xfrm>
          <a:prstGeom prst="rect">
            <a:avLst/>
          </a:prstGeom>
        </p:spPr>
        <p:txBody>
          <a:bodyPr vert="horz" lIns="0" tIns="0" rIns="0" bIns="0" rtlCol="0" anchor="t" anchorCtr="0">
            <a:noAutofit/>
          </a:bodyPr>
          <a:lstStyle>
            <a:lvl1pPr marL="356438" indent="-356438" algn="l" defTabSz="913943" rtl="0" eaLnBrk="1" latinLnBrk="0" hangingPunct="1">
              <a:spcBef>
                <a:spcPct val="20000"/>
              </a:spcBef>
              <a:buClr>
                <a:schemeClr val="accent2"/>
              </a:buClr>
              <a:buSzPct val="70000"/>
              <a:buFont typeface="Arial" pitchFamily="34" charset="0"/>
              <a:buChar char="►"/>
              <a:defRPr sz="2399" kern="1200">
                <a:solidFill>
                  <a:schemeClr val="bg1"/>
                </a:solidFill>
                <a:latin typeface="+mn-lt"/>
                <a:ea typeface="+mn-ea"/>
                <a:cs typeface="+mn-cs"/>
              </a:defRPr>
            </a:lvl1pPr>
            <a:lvl2pPr marL="712875" indent="-356438" algn="l" defTabSz="913943" rtl="0" eaLnBrk="1" latinLnBrk="0" hangingPunct="1">
              <a:spcBef>
                <a:spcPct val="20000"/>
              </a:spcBef>
              <a:buClr>
                <a:schemeClr val="accent2"/>
              </a:buClr>
              <a:buSzPct val="70000"/>
              <a:buFont typeface="Arial" pitchFamily="34" charset="0"/>
              <a:buChar char="►"/>
              <a:defRPr sz="1999" kern="1200">
                <a:solidFill>
                  <a:schemeClr val="bg1"/>
                </a:solidFill>
                <a:latin typeface="+mn-lt"/>
                <a:ea typeface="+mn-ea"/>
                <a:cs typeface="+mn-cs"/>
              </a:defRPr>
            </a:lvl2pPr>
            <a:lvl3pPr marL="1069313" indent="-356438" algn="l" defTabSz="913943" rtl="0" eaLnBrk="1" latinLnBrk="0" hangingPunct="1">
              <a:spcBef>
                <a:spcPct val="20000"/>
              </a:spcBef>
              <a:buClr>
                <a:schemeClr val="accent2"/>
              </a:buClr>
              <a:buSzPct val="70000"/>
              <a:buFont typeface="Arial" pitchFamily="34" charset="0"/>
              <a:buChar char="►"/>
              <a:defRPr sz="1799" kern="1200">
                <a:solidFill>
                  <a:schemeClr val="bg1"/>
                </a:solidFill>
                <a:latin typeface="+mn-lt"/>
                <a:ea typeface="+mn-ea"/>
                <a:cs typeface="+mn-cs"/>
              </a:defRPr>
            </a:lvl3pPr>
            <a:lvl4pPr marL="1425751" indent="-356438" algn="l" defTabSz="913943" rtl="0" eaLnBrk="1" latinLnBrk="0" hangingPunct="1">
              <a:spcBef>
                <a:spcPct val="20000"/>
              </a:spcBef>
              <a:buClr>
                <a:schemeClr val="accent2"/>
              </a:buClr>
              <a:buSzPct val="70000"/>
              <a:buFont typeface="Arial" pitchFamily="34" charset="0"/>
              <a:buChar char="►"/>
              <a:defRPr sz="1599" kern="1200">
                <a:solidFill>
                  <a:schemeClr val="bg1"/>
                </a:solidFill>
                <a:latin typeface="+mn-lt"/>
                <a:ea typeface="+mn-ea"/>
                <a:cs typeface="+mn-cs"/>
              </a:defRPr>
            </a:lvl4pPr>
            <a:lvl5pPr marL="1782188" indent="-356438" algn="l" defTabSz="913943" rtl="0" eaLnBrk="1" latinLnBrk="0" hangingPunct="1">
              <a:spcBef>
                <a:spcPct val="20000"/>
              </a:spcBef>
              <a:buClr>
                <a:schemeClr val="accent2"/>
              </a:buClr>
              <a:buSzPct val="70000"/>
              <a:buFont typeface="Arial" pitchFamily="34" charset="0"/>
              <a:buChar char="►"/>
              <a:defRPr sz="1599" kern="1200">
                <a:solidFill>
                  <a:schemeClr val="bg1"/>
                </a:solidFill>
                <a:latin typeface="+mn-lt"/>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a:lstStyle>
          <a:p>
            <a:pPr>
              <a:buClr>
                <a:schemeClr val="bg2"/>
              </a:buClr>
              <a:buSzPct val="100000"/>
              <a:buFont typeface="+mj-lt"/>
              <a:buAutoNum type="arabicPeriod"/>
            </a:pPr>
            <a:r>
              <a:rPr lang="en-US" sz="1799" dirty="0"/>
              <a:t>Use high contrast between text and background</a:t>
            </a:r>
          </a:p>
        </p:txBody>
      </p:sp>
      <p:pic>
        <p:nvPicPr>
          <p:cNvPr id="15" name="Picture 14" descr="screenshot of slide with low contrast">
            <a:extLst>
              <a:ext uri="{FF2B5EF4-FFF2-40B4-BE49-F238E27FC236}">
                <a16:creationId xmlns:a16="http://schemas.microsoft.com/office/drawing/2014/main" id="{87810B09-9DE8-CCC3-6A19-3243FCCB78AF}"/>
              </a:ext>
            </a:extLst>
          </p:cNvPr>
          <p:cNvPicPr>
            <a:picLocks noChangeAspect="1"/>
          </p:cNvPicPr>
          <p:nvPr/>
        </p:nvPicPr>
        <p:blipFill>
          <a:blip r:embed="rId3"/>
          <a:stretch>
            <a:fillRect/>
          </a:stretch>
        </p:blipFill>
        <p:spPr>
          <a:xfrm>
            <a:off x="615929" y="2246837"/>
            <a:ext cx="2108995" cy="1186309"/>
          </a:xfrm>
          <a:prstGeom prst="rect">
            <a:avLst/>
          </a:prstGeom>
          <a:ln>
            <a:solidFill>
              <a:schemeClr val="bg1"/>
            </a:solidFill>
          </a:ln>
        </p:spPr>
      </p:pic>
      <p:pic>
        <p:nvPicPr>
          <p:cNvPr id="27" name="Graphic 26">
            <a:extLst>
              <a:ext uri="{FF2B5EF4-FFF2-40B4-BE49-F238E27FC236}">
                <a16:creationId xmlns:a16="http://schemas.microsoft.com/office/drawing/2014/main" id="{E9BA837E-58C2-045F-A4C0-EBE351357021}"/>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V="1">
            <a:off x="512120" y="2081666"/>
            <a:ext cx="479810" cy="479810"/>
          </a:xfrm>
          <a:prstGeom prst="rect">
            <a:avLst/>
          </a:prstGeom>
        </p:spPr>
      </p:pic>
      <p:pic>
        <p:nvPicPr>
          <p:cNvPr id="16" name="Picture 15" descr="screenshot of slide with high contrast">
            <a:extLst>
              <a:ext uri="{FF2B5EF4-FFF2-40B4-BE49-F238E27FC236}">
                <a16:creationId xmlns:a16="http://schemas.microsoft.com/office/drawing/2014/main" id="{33CB417C-137A-4AA2-FEE7-D19F9C1F344F}"/>
              </a:ext>
            </a:extLst>
          </p:cNvPr>
          <p:cNvPicPr>
            <a:picLocks noChangeAspect="1"/>
          </p:cNvPicPr>
          <p:nvPr/>
        </p:nvPicPr>
        <p:blipFill>
          <a:blip r:embed="rId5"/>
          <a:stretch>
            <a:fillRect/>
          </a:stretch>
        </p:blipFill>
        <p:spPr>
          <a:xfrm>
            <a:off x="2498925" y="2234144"/>
            <a:ext cx="2108995" cy="1186309"/>
          </a:xfrm>
          <a:prstGeom prst="rect">
            <a:avLst/>
          </a:prstGeom>
          <a:ln>
            <a:solidFill>
              <a:schemeClr val="bg1"/>
            </a:solidFill>
          </a:ln>
        </p:spPr>
      </p:pic>
      <p:pic>
        <p:nvPicPr>
          <p:cNvPr id="28" name="Graphic 27">
            <a:extLst>
              <a:ext uri="{FF2B5EF4-FFF2-40B4-BE49-F238E27FC236}">
                <a16:creationId xmlns:a16="http://schemas.microsoft.com/office/drawing/2014/main" id="{D89D11A4-DEB5-BB1A-D89B-A7C5DB7F8FCB}"/>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42101" y="2029771"/>
            <a:ext cx="583600" cy="583600"/>
          </a:xfrm>
          <a:prstGeom prst="rect">
            <a:avLst/>
          </a:prstGeom>
        </p:spPr>
      </p:pic>
      <p:sp>
        <p:nvSpPr>
          <p:cNvPr id="12" name="Content Placeholder 5">
            <a:extLst>
              <a:ext uri="{FF2B5EF4-FFF2-40B4-BE49-F238E27FC236}">
                <a16:creationId xmlns:a16="http://schemas.microsoft.com/office/drawing/2014/main" id="{558240B9-2059-D845-3597-00630ABF2139}"/>
              </a:ext>
            </a:extLst>
          </p:cNvPr>
          <p:cNvSpPr txBox="1">
            <a:spLocks/>
          </p:cNvSpPr>
          <p:nvPr/>
        </p:nvSpPr>
        <p:spPr>
          <a:xfrm>
            <a:off x="5009707" y="1496964"/>
            <a:ext cx="5460688" cy="1962397"/>
          </a:xfrm>
          <a:prstGeom prst="rect">
            <a:avLst/>
          </a:prstGeom>
        </p:spPr>
        <p:txBody>
          <a:bodyPr vert="horz" lIns="0" tIns="0" rIns="0" bIns="0" rtlCol="0" anchor="t" anchorCtr="0">
            <a:noAutofit/>
          </a:bodyPr>
          <a:lstStyle>
            <a:lvl1pPr marL="356438" indent="-356438" algn="l" defTabSz="913943" rtl="0" eaLnBrk="1" latinLnBrk="0" hangingPunct="1">
              <a:spcBef>
                <a:spcPct val="20000"/>
              </a:spcBef>
              <a:buClr>
                <a:schemeClr val="accent2"/>
              </a:buClr>
              <a:buSzPct val="70000"/>
              <a:buFont typeface="Arial" pitchFamily="34" charset="0"/>
              <a:buChar char="►"/>
              <a:defRPr sz="2399" kern="1200">
                <a:solidFill>
                  <a:schemeClr val="bg1"/>
                </a:solidFill>
                <a:latin typeface="+mn-lt"/>
                <a:ea typeface="+mn-ea"/>
                <a:cs typeface="+mn-cs"/>
              </a:defRPr>
            </a:lvl1pPr>
            <a:lvl2pPr marL="712875" indent="-356438" algn="l" defTabSz="913943" rtl="0" eaLnBrk="1" latinLnBrk="0" hangingPunct="1">
              <a:spcBef>
                <a:spcPct val="20000"/>
              </a:spcBef>
              <a:buClr>
                <a:schemeClr val="accent2"/>
              </a:buClr>
              <a:buSzPct val="70000"/>
              <a:buFont typeface="Arial" pitchFamily="34" charset="0"/>
              <a:buChar char="►"/>
              <a:defRPr sz="1999" kern="1200">
                <a:solidFill>
                  <a:schemeClr val="bg1"/>
                </a:solidFill>
                <a:latin typeface="+mn-lt"/>
                <a:ea typeface="+mn-ea"/>
                <a:cs typeface="+mn-cs"/>
              </a:defRPr>
            </a:lvl2pPr>
            <a:lvl3pPr marL="1069313" indent="-356438" algn="l" defTabSz="913943" rtl="0" eaLnBrk="1" latinLnBrk="0" hangingPunct="1">
              <a:spcBef>
                <a:spcPct val="20000"/>
              </a:spcBef>
              <a:buClr>
                <a:schemeClr val="accent2"/>
              </a:buClr>
              <a:buSzPct val="70000"/>
              <a:buFont typeface="Arial" pitchFamily="34" charset="0"/>
              <a:buChar char="►"/>
              <a:defRPr sz="1799" kern="1200">
                <a:solidFill>
                  <a:schemeClr val="bg1"/>
                </a:solidFill>
                <a:latin typeface="+mn-lt"/>
                <a:ea typeface="+mn-ea"/>
                <a:cs typeface="+mn-cs"/>
              </a:defRPr>
            </a:lvl3pPr>
            <a:lvl4pPr marL="1425751" indent="-356438" algn="l" defTabSz="913943" rtl="0" eaLnBrk="1" latinLnBrk="0" hangingPunct="1">
              <a:spcBef>
                <a:spcPct val="20000"/>
              </a:spcBef>
              <a:buClr>
                <a:schemeClr val="accent2"/>
              </a:buClr>
              <a:buSzPct val="70000"/>
              <a:buFont typeface="Arial" pitchFamily="34" charset="0"/>
              <a:buChar char="►"/>
              <a:defRPr sz="1599" kern="1200">
                <a:solidFill>
                  <a:schemeClr val="bg1"/>
                </a:solidFill>
                <a:latin typeface="+mn-lt"/>
                <a:ea typeface="+mn-ea"/>
                <a:cs typeface="+mn-cs"/>
              </a:defRPr>
            </a:lvl4pPr>
            <a:lvl5pPr marL="1782188" indent="-356438" algn="l" defTabSz="913943" rtl="0" eaLnBrk="1" latinLnBrk="0" hangingPunct="1">
              <a:spcBef>
                <a:spcPct val="20000"/>
              </a:spcBef>
              <a:buClr>
                <a:schemeClr val="accent2"/>
              </a:buClr>
              <a:buSzPct val="70000"/>
              <a:buFont typeface="Arial" pitchFamily="34" charset="0"/>
              <a:buChar char="►"/>
              <a:defRPr sz="1599" kern="1200">
                <a:solidFill>
                  <a:schemeClr val="bg1"/>
                </a:solidFill>
                <a:latin typeface="+mn-lt"/>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a:lstStyle>
          <a:p>
            <a:pPr marL="456971" indent="-456971">
              <a:buClr>
                <a:schemeClr val="bg2"/>
              </a:buClr>
              <a:buSzPct val="100000"/>
              <a:buFont typeface="+mj-lt"/>
              <a:buAutoNum type="arabicPeriod" startAt="2"/>
            </a:pPr>
            <a:r>
              <a:rPr lang="en-US" sz="1799" dirty="0"/>
              <a:t>Draft content using</a:t>
            </a:r>
          </a:p>
          <a:p>
            <a:pPr marL="813230" lvl="1" indent="-456971">
              <a:buClr>
                <a:schemeClr val="bg2"/>
              </a:buClr>
              <a:buSzPct val="100000"/>
              <a:buFont typeface="+mj-lt"/>
              <a:buAutoNum type="arabicPeriod"/>
            </a:pPr>
            <a:r>
              <a:rPr lang="en-US" sz="1199" dirty="0"/>
              <a:t>Large font, </a:t>
            </a:r>
          </a:p>
          <a:p>
            <a:pPr marL="813230" lvl="1" indent="-456971">
              <a:buClr>
                <a:schemeClr val="bg2"/>
              </a:buClr>
              <a:buSzPct val="100000"/>
              <a:buFont typeface="+mj-lt"/>
              <a:buAutoNum type="arabicPeriod"/>
            </a:pPr>
            <a:r>
              <a:rPr lang="en-US" sz="1199" dirty="0"/>
              <a:t>Small words, </a:t>
            </a:r>
          </a:p>
          <a:p>
            <a:pPr marL="813230" lvl="1" indent="-456971">
              <a:buClr>
                <a:schemeClr val="bg2"/>
              </a:buClr>
              <a:buSzPct val="100000"/>
              <a:buFont typeface="+mj-lt"/>
              <a:buAutoNum type="arabicPeriod"/>
            </a:pPr>
            <a:r>
              <a:rPr lang="en-US" sz="1199" dirty="0"/>
              <a:t>Short lines,</a:t>
            </a:r>
          </a:p>
          <a:p>
            <a:pPr marL="813230" lvl="1" indent="-456971">
              <a:buClr>
                <a:schemeClr val="bg2"/>
              </a:buClr>
              <a:buSzPct val="100000"/>
              <a:buFont typeface="+mj-lt"/>
              <a:buAutoNum type="arabicPeriod"/>
            </a:pPr>
            <a:r>
              <a:rPr lang="en-US" sz="1199" dirty="0"/>
              <a:t>Ample white space</a:t>
            </a:r>
            <a:endParaRPr lang="en-US" sz="1399" dirty="0"/>
          </a:p>
        </p:txBody>
      </p:sp>
      <p:pic>
        <p:nvPicPr>
          <p:cNvPr id="17" name="Picture 16" descr="screenshot of slide with high content density, small fonts and long lines">
            <a:extLst>
              <a:ext uri="{FF2B5EF4-FFF2-40B4-BE49-F238E27FC236}">
                <a16:creationId xmlns:a16="http://schemas.microsoft.com/office/drawing/2014/main" id="{5BD6710C-4F40-1C5F-AE04-ECB251C1BAC5}"/>
              </a:ext>
            </a:extLst>
          </p:cNvPr>
          <p:cNvPicPr>
            <a:picLocks noChangeAspect="1"/>
          </p:cNvPicPr>
          <p:nvPr/>
        </p:nvPicPr>
        <p:blipFill>
          <a:blip r:embed="rId7"/>
          <a:stretch>
            <a:fillRect/>
          </a:stretch>
        </p:blipFill>
        <p:spPr>
          <a:xfrm>
            <a:off x="7860380" y="1679451"/>
            <a:ext cx="2532641" cy="1424610"/>
          </a:xfrm>
          <a:prstGeom prst="rect">
            <a:avLst/>
          </a:prstGeom>
          <a:ln>
            <a:solidFill>
              <a:schemeClr val="bg1"/>
            </a:solidFill>
          </a:ln>
        </p:spPr>
      </p:pic>
      <p:pic>
        <p:nvPicPr>
          <p:cNvPr id="25" name="Graphic 24">
            <a:extLst>
              <a:ext uri="{FF2B5EF4-FFF2-40B4-BE49-F238E27FC236}">
                <a16:creationId xmlns:a16="http://schemas.microsoft.com/office/drawing/2014/main" id="{A30AAE1B-A223-0B1A-3F09-1977A175B79A}"/>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V="1">
            <a:off x="7716600" y="1477726"/>
            <a:ext cx="479810" cy="479810"/>
          </a:xfrm>
          <a:prstGeom prst="rect">
            <a:avLst/>
          </a:prstGeom>
        </p:spPr>
      </p:pic>
      <p:pic>
        <p:nvPicPr>
          <p:cNvPr id="18" name="Picture 17" descr="screenshot of slide with large fonts, light content density, short lines and detailed notes section">
            <a:extLst>
              <a:ext uri="{FF2B5EF4-FFF2-40B4-BE49-F238E27FC236}">
                <a16:creationId xmlns:a16="http://schemas.microsoft.com/office/drawing/2014/main" id="{8AC07071-78D4-7271-CED7-B2824A38FF59}"/>
              </a:ext>
            </a:extLst>
          </p:cNvPr>
          <p:cNvPicPr>
            <a:picLocks noChangeAspect="1"/>
          </p:cNvPicPr>
          <p:nvPr/>
        </p:nvPicPr>
        <p:blipFill>
          <a:blip r:embed="rId8"/>
          <a:stretch>
            <a:fillRect/>
          </a:stretch>
        </p:blipFill>
        <p:spPr>
          <a:xfrm>
            <a:off x="9402176" y="1590121"/>
            <a:ext cx="2084936" cy="1795913"/>
          </a:xfrm>
          <a:prstGeom prst="rect">
            <a:avLst/>
          </a:prstGeom>
        </p:spPr>
      </p:pic>
      <p:pic>
        <p:nvPicPr>
          <p:cNvPr id="26" name="Graphic 25">
            <a:extLst>
              <a:ext uri="{FF2B5EF4-FFF2-40B4-BE49-F238E27FC236}">
                <a16:creationId xmlns:a16="http://schemas.microsoft.com/office/drawing/2014/main" id="{87BE611E-16AB-36A2-C1E5-AC2D9DCB2C6B}"/>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09062" y="1474163"/>
            <a:ext cx="583600" cy="583600"/>
          </a:xfrm>
          <a:prstGeom prst="rect">
            <a:avLst/>
          </a:prstGeom>
        </p:spPr>
      </p:pic>
      <p:sp>
        <p:nvSpPr>
          <p:cNvPr id="13" name="Content Placeholder 5">
            <a:extLst>
              <a:ext uri="{FF2B5EF4-FFF2-40B4-BE49-F238E27FC236}">
                <a16:creationId xmlns:a16="http://schemas.microsoft.com/office/drawing/2014/main" id="{70D4A7BD-535B-7771-F5EF-94A319F4CBDE}"/>
              </a:ext>
            </a:extLst>
          </p:cNvPr>
          <p:cNvSpPr txBox="1">
            <a:spLocks/>
          </p:cNvSpPr>
          <p:nvPr/>
        </p:nvSpPr>
        <p:spPr>
          <a:xfrm>
            <a:off x="596442" y="3734573"/>
            <a:ext cx="5460688" cy="1962397"/>
          </a:xfrm>
          <a:prstGeom prst="rect">
            <a:avLst/>
          </a:prstGeom>
        </p:spPr>
        <p:txBody>
          <a:bodyPr vert="horz" lIns="0" tIns="0" rIns="0" bIns="0" rtlCol="0" anchor="t" anchorCtr="0">
            <a:noAutofit/>
          </a:bodyPr>
          <a:lstStyle>
            <a:lvl1pPr marL="356438" indent="-356438" algn="l" defTabSz="913943" rtl="0" eaLnBrk="1" latinLnBrk="0" hangingPunct="1">
              <a:spcBef>
                <a:spcPct val="20000"/>
              </a:spcBef>
              <a:buClr>
                <a:schemeClr val="accent2"/>
              </a:buClr>
              <a:buSzPct val="70000"/>
              <a:buFont typeface="Arial" pitchFamily="34" charset="0"/>
              <a:buChar char="►"/>
              <a:defRPr sz="2399" kern="1200">
                <a:solidFill>
                  <a:schemeClr val="bg1"/>
                </a:solidFill>
                <a:latin typeface="+mn-lt"/>
                <a:ea typeface="+mn-ea"/>
                <a:cs typeface="+mn-cs"/>
              </a:defRPr>
            </a:lvl1pPr>
            <a:lvl2pPr marL="712875" indent="-356438" algn="l" defTabSz="913943" rtl="0" eaLnBrk="1" latinLnBrk="0" hangingPunct="1">
              <a:spcBef>
                <a:spcPct val="20000"/>
              </a:spcBef>
              <a:buClr>
                <a:schemeClr val="accent2"/>
              </a:buClr>
              <a:buSzPct val="70000"/>
              <a:buFont typeface="Arial" pitchFamily="34" charset="0"/>
              <a:buChar char="►"/>
              <a:defRPr sz="1999" kern="1200">
                <a:solidFill>
                  <a:schemeClr val="bg1"/>
                </a:solidFill>
                <a:latin typeface="+mn-lt"/>
                <a:ea typeface="+mn-ea"/>
                <a:cs typeface="+mn-cs"/>
              </a:defRPr>
            </a:lvl2pPr>
            <a:lvl3pPr marL="1069313" indent="-356438" algn="l" defTabSz="913943" rtl="0" eaLnBrk="1" latinLnBrk="0" hangingPunct="1">
              <a:spcBef>
                <a:spcPct val="20000"/>
              </a:spcBef>
              <a:buClr>
                <a:schemeClr val="accent2"/>
              </a:buClr>
              <a:buSzPct val="70000"/>
              <a:buFont typeface="Arial" pitchFamily="34" charset="0"/>
              <a:buChar char="►"/>
              <a:defRPr sz="1799" kern="1200">
                <a:solidFill>
                  <a:schemeClr val="bg1"/>
                </a:solidFill>
                <a:latin typeface="+mn-lt"/>
                <a:ea typeface="+mn-ea"/>
                <a:cs typeface="+mn-cs"/>
              </a:defRPr>
            </a:lvl3pPr>
            <a:lvl4pPr marL="1425751" indent="-356438" algn="l" defTabSz="913943" rtl="0" eaLnBrk="1" latinLnBrk="0" hangingPunct="1">
              <a:spcBef>
                <a:spcPct val="20000"/>
              </a:spcBef>
              <a:buClr>
                <a:schemeClr val="accent2"/>
              </a:buClr>
              <a:buSzPct val="70000"/>
              <a:buFont typeface="Arial" pitchFamily="34" charset="0"/>
              <a:buChar char="►"/>
              <a:defRPr sz="1599" kern="1200">
                <a:solidFill>
                  <a:schemeClr val="bg1"/>
                </a:solidFill>
                <a:latin typeface="+mn-lt"/>
                <a:ea typeface="+mn-ea"/>
                <a:cs typeface="+mn-cs"/>
              </a:defRPr>
            </a:lvl4pPr>
            <a:lvl5pPr marL="1782188" indent="-356438" algn="l" defTabSz="913943" rtl="0" eaLnBrk="1" latinLnBrk="0" hangingPunct="1">
              <a:spcBef>
                <a:spcPct val="20000"/>
              </a:spcBef>
              <a:buClr>
                <a:schemeClr val="accent2"/>
              </a:buClr>
              <a:buSzPct val="70000"/>
              <a:buFont typeface="Arial" pitchFamily="34" charset="0"/>
              <a:buChar char="►"/>
              <a:defRPr sz="1599" kern="1200">
                <a:solidFill>
                  <a:schemeClr val="bg1"/>
                </a:solidFill>
                <a:latin typeface="+mn-lt"/>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a:lstStyle>
          <a:p>
            <a:pPr marL="456971" indent="-456971">
              <a:buClr>
                <a:schemeClr val="bg2"/>
              </a:buClr>
              <a:buSzPct val="100000"/>
              <a:buFont typeface="+mj-lt"/>
              <a:buAutoNum type="arabicPeriod" startAt="3"/>
            </a:pPr>
            <a:r>
              <a:rPr lang="en-US" sz="1799" dirty="0"/>
              <a:t>Title every slide</a:t>
            </a:r>
          </a:p>
          <a:p>
            <a:pPr marL="456971" indent="-456971">
              <a:buSzPct val="100000"/>
              <a:buFont typeface="+mj-lt"/>
              <a:buAutoNum type="arabicPeriod" startAt="3"/>
            </a:pPr>
            <a:endParaRPr lang="en-US" sz="1799" dirty="0"/>
          </a:p>
        </p:txBody>
      </p:sp>
      <p:pic>
        <p:nvPicPr>
          <p:cNvPr id="19" name="Picture 18" descr="screenshot of powerpoint application showing slide titles for all slides">
            <a:extLst>
              <a:ext uri="{FF2B5EF4-FFF2-40B4-BE49-F238E27FC236}">
                <a16:creationId xmlns:a16="http://schemas.microsoft.com/office/drawing/2014/main" id="{C8606197-3A01-42F1-EED8-6AB8D3DD78E6}"/>
              </a:ext>
            </a:extLst>
          </p:cNvPr>
          <p:cNvPicPr>
            <a:picLocks noChangeAspect="1"/>
          </p:cNvPicPr>
          <p:nvPr/>
        </p:nvPicPr>
        <p:blipFill rotWithShape="1">
          <a:blip r:embed="rId9"/>
          <a:srcRect t="674"/>
          <a:stretch/>
        </p:blipFill>
        <p:spPr>
          <a:xfrm>
            <a:off x="618236" y="4209533"/>
            <a:ext cx="3457007" cy="2051472"/>
          </a:xfrm>
          <a:prstGeom prst="rect">
            <a:avLst/>
          </a:prstGeom>
        </p:spPr>
      </p:pic>
      <p:sp>
        <p:nvSpPr>
          <p:cNvPr id="20" name="Rectangle 19" descr="screenshot of powerpoint appliction">
            <a:extLst>
              <a:ext uri="{FF2B5EF4-FFF2-40B4-BE49-F238E27FC236}">
                <a16:creationId xmlns:a16="http://schemas.microsoft.com/office/drawing/2014/main" id="{37DD286E-7DF8-62DD-501C-F68E2795AC3A}"/>
              </a:ext>
            </a:extLst>
          </p:cNvPr>
          <p:cNvSpPr/>
          <p:nvPr/>
        </p:nvSpPr>
        <p:spPr>
          <a:xfrm>
            <a:off x="618238" y="4537058"/>
            <a:ext cx="748365" cy="1634873"/>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199" dirty="0">
              <a:solidFill>
                <a:schemeClr val="tx1"/>
              </a:solidFill>
              <a:latin typeface="EYInterstate Light" panose="02000506000000020004" pitchFamily="2" charset="0"/>
            </a:endParaRPr>
          </a:p>
        </p:txBody>
      </p:sp>
      <p:pic>
        <p:nvPicPr>
          <p:cNvPr id="21" name="Graphic 20" descr="Checkmark">
            <a:extLst>
              <a:ext uri="{FF2B5EF4-FFF2-40B4-BE49-F238E27FC236}">
                <a16:creationId xmlns:a16="http://schemas.microsoft.com/office/drawing/2014/main" id="{54F75AAD-0EF3-BF0B-1657-0BF08064A7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74852" y="4142149"/>
            <a:ext cx="653708" cy="653708"/>
          </a:xfrm>
          <a:prstGeom prst="rect">
            <a:avLst/>
          </a:prstGeom>
        </p:spPr>
      </p:pic>
      <p:sp>
        <p:nvSpPr>
          <p:cNvPr id="14" name="Content Placeholder 5">
            <a:extLst>
              <a:ext uri="{FF2B5EF4-FFF2-40B4-BE49-F238E27FC236}">
                <a16:creationId xmlns:a16="http://schemas.microsoft.com/office/drawing/2014/main" id="{EF9E2394-2B99-7B20-C3DA-C8A99CC8EB4F}"/>
              </a:ext>
            </a:extLst>
          </p:cNvPr>
          <p:cNvSpPr txBox="1">
            <a:spLocks/>
          </p:cNvSpPr>
          <p:nvPr/>
        </p:nvSpPr>
        <p:spPr>
          <a:xfrm>
            <a:off x="5053433" y="3751196"/>
            <a:ext cx="5460688" cy="1962397"/>
          </a:xfrm>
          <a:prstGeom prst="rect">
            <a:avLst/>
          </a:prstGeom>
        </p:spPr>
        <p:txBody>
          <a:bodyPr vert="horz" lIns="0" tIns="0" rIns="0" bIns="0" rtlCol="0" anchor="t" anchorCtr="0">
            <a:noAutofit/>
          </a:bodyPr>
          <a:lstStyle>
            <a:lvl1pPr marL="356438" indent="-356438" algn="l" defTabSz="913943" rtl="0" eaLnBrk="1" latinLnBrk="0" hangingPunct="1">
              <a:spcBef>
                <a:spcPct val="20000"/>
              </a:spcBef>
              <a:buClr>
                <a:schemeClr val="accent2"/>
              </a:buClr>
              <a:buSzPct val="70000"/>
              <a:buFont typeface="Arial" pitchFamily="34" charset="0"/>
              <a:buChar char="►"/>
              <a:defRPr sz="2399" kern="1200">
                <a:solidFill>
                  <a:schemeClr val="bg1"/>
                </a:solidFill>
                <a:latin typeface="+mn-lt"/>
                <a:ea typeface="+mn-ea"/>
                <a:cs typeface="+mn-cs"/>
              </a:defRPr>
            </a:lvl1pPr>
            <a:lvl2pPr marL="712875" indent="-356438" algn="l" defTabSz="913943" rtl="0" eaLnBrk="1" latinLnBrk="0" hangingPunct="1">
              <a:spcBef>
                <a:spcPct val="20000"/>
              </a:spcBef>
              <a:buClr>
                <a:schemeClr val="accent2"/>
              </a:buClr>
              <a:buSzPct val="70000"/>
              <a:buFont typeface="Arial" pitchFamily="34" charset="0"/>
              <a:buChar char="►"/>
              <a:defRPr sz="1999" kern="1200">
                <a:solidFill>
                  <a:schemeClr val="bg1"/>
                </a:solidFill>
                <a:latin typeface="+mn-lt"/>
                <a:ea typeface="+mn-ea"/>
                <a:cs typeface="+mn-cs"/>
              </a:defRPr>
            </a:lvl2pPr>
            <a:lvl3pPr marL="1069313" indent="-356438" algn="l" defTabSz="913943" rtl="0" eaLnBrk="1" latinLnBrk="0" hangingPunct="1">
              <a:spcBef>
                <a:spcPct val="20000"/>
              </a:spcBef>
              <a:buClr>
                <a:schemeClr val="accent2"/>
              </a:buClr>
              <a:buSzPct val="70000"/>
              <a:buFont typeface="Arial" pitchFamily="34" charset="0"/>
              <a:buChar char="►"/>
              <a:defRPr sz="1799" kern="1200">
                <a:solidFill>
                  <a:schemeClr val="bg1"/>
                </a:solidFill>
                <a:latin typeface="+mn-lt"/>
                <a:ea typeface="+mn-ea"/>
                <a:cs typeface="+mn-cs"/>
              </a:defRPr>
            </a:lvl3pPr>
            <a:lvl4pPr marL="1425751" indent="-356438" algn="l" defTabSz="913943" rtl="0" eaLnBrk="1" latinLnBrk="0" hangingPunct="1">
              <a:spcBef>
                <a:spcPct val="20000"/>
              </a:spcBef>
              <a:buClr>
                <a:schemeClr val="accent2"/>
              </a:buClr>
              <a:buSzPct val="70000"/>
              <a:buFont typeface="Arial" pitchFamily="34" charset="0"/>
              <a:buChar char="►"/>
              <a:defRPr sz="1599" kern="1200">
                <a:solidFill>
                  <a:schemeClr val="bg1"/>
                </a:solidFill>
                <a:latin typeface="+mn-lt"/>
                <a:ea typeface="+mn-ea"/>
                <a:cs typeface="+mn-cs"/>
              </a:defRPr>
            </a:lvl4pPr>
            <a:lvl5pPr marL="1782188" indent="-356438" algn="l" defTabSz="913943" rtl="0" eaLnBrk="1" latinLnBrk="0" hangingPunct="1">
              <a:spcBef>
                <a:spcPct val="20000"/>
              </a:spcBef>
              <a:buClr>
                <a:schemeClr val="accent2"/>
              </a:buClr>
              <a:buSzPct val="70000"/>
              <a:buFont typeface="Arial" pitchFamily="34" charset="0"/>
              <a:buChar char="►"/>
              <a:defRPr sz="1599" kern="1200">
                <a:solidFill>
                  <a:schemeClr val="bg1"/>
                </a:solidFill>
                <a:latin typeface="+mn-lt"/>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a:lstStyle>
          <a:p>
            <a:pPr marL="456971" indent="-456971">
              <a:buClr>
                <a:schemeClr val="bg2"/>
              </a:buClr>
              <a:buSzPct val="100000"/>
              <a:buFont typeface="+mj-lt"/>
              <a:buAutoNum type="arabicPeriod" startAt="4"/>
            </a:pPr>
            <a:r>
              <a:rPr lang="en-US" sz="1799" dirty="0"/>
              <a:t>Add alternative text to key visuals</a:t>
            </a:r>
          </a:p>
          <a:p>
            <a:pPr marL="456971" indent="-456971">
              <a:buFont typeface="+mj-lt"/>
              <a:buAutoNum type="arabicPeriod" startAt="4"/>
            </a:pPr>
            <a:endParaRPr lang="en-US" sz="1799" dirty="0"/>
          </a:p>
        </p:txBody>
      </p:sp>
      <p:pic>
        <p:nvPicPr>
          <p:cNvPr id="22" name="Picture 21" descr="screenshot of powerpoint application showing the Alt Text fields for an image">
            <a:extLst>
              <a:ext uri="{FF2B5EF4-FFF2-40B4-BE49-F238E27FC236}">
                <a16:creationId xmlns:a16="http://schemas.microsoft.com/office/drawing/2014/main" id="{FB2C4364-57D2-082A-A85C-4D3CE9E0B69B}"/>
              </a:ext>
            </a:extLst>
          </p:cNvPr>
          <p:cNvPicPr>
            <a:picLocks noChangeAspect="1"/>
          </p:cNvPicPr>
          <p:nvPr/>
        </p:nvPicPr>
        <p:blipFill>
          <a:blip r:embed="rId10"/>
          <a:stretch>
            <a:fillRect/>
          </a:stretch>
        </p:blipFill>
        <p:spPr>
          <a:xfrm>
            <a:off x="5122910" y="4209533"/>
            <a:ext cx="2880937" cy="1578118"/>
          </a:xfrm>
          <a:prstGeom prst="rect">
            <a:avLst/>
          </a:prstGeom>
        </p:spPr>
      </p:pic>
      <p:sp>
        <p:nvSpPr>
          <p:cNvPr id="24" name="Rectangle 23">
            <a:extLst>
              <a:ext uri="{FF2B5EF4-FFF2-40B4-BE49-F238E27FC236}">
                <a16:creationId xmlns:a16="http://schemas.microsoft.com/office/drawing/2014/main" id="{A47A50FD-213C-7E2A-A805-1E2EC8F3C14A}"/>
              </a:ext>
              <a:ext uri="{C183D7F6-B498-43B3-948B-1728B52AA6E4}">
                <adec:decorative xmlns:adec="http://schemas.microsoft.com/office/drawing/2017/decorative" val="1"/>
              </a:ext>
            </a:extLst>
          </p:cNvPr>
          <p:cNvSpPr/>
          <p:nvPr/>
        </p:nvSpPr>
        <p:spPr>
          <a:xfrm>
            <a:off x="7250142" y="4811709"/>
            <a:ext cx="753705" cy="483698"/>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199" dirty="0">
              <a:solidFill>
                <a:schemeClr val="tx1"/>
              </a:solidFill>
              <a:latin typeface="EYInterstate Light" panose="02000506000000020004" pitchFamily="2" charset="0"/>
            </a:endParaRPr>
          </a:p>
        </p:txBody>
      </p:sp>
      <p:pic>
        <p:nvPicPr>
          <p:cNvPr id="23" name="Graphic 22">
            <a:extLst>
              <a:ext uri="{FF2B5EF4-FFF2-40B4-BE49-F238E27FC236}">
                <a16:creationId xmlns:a16="http://schemas.microsoft.com/office/drawing/2014/main" id="{C3C3773F-DC61-6040-7A41-79820F317DB7}"/>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712047" y="4228109"/>
            <a:ext cx="583600" cy="583600"/>
          </a:xfrm>
          <a:prstGeom prst="rect">
            <a:avLst/>
          </a:prstGeom>
        </p:spPr>
      </p:pic>
      <p:sp>
        <p:nvSpPr>
          <p:cNvPr id="5" name="Rectangle 4">
            <a:extLst>
              <a:ext uri="{FF2B5EF4-FFF2-40B4-BE49-F238E27FC236}">
                <a16:creationId xmlns:a16="http://schemas.microsoft.com/office/drawing/2014/main" id="{1A4581A9-8777-0316-DC18-78F7A8DD49AE}"/>
              </a:ext>
              <a:ext uri="{C183D7F6-B498-43B3-948B-1728B52AA6E4}">
                <adec:decorative xmlns:adec="http://schemas.microsoft.com/office/drawing/2017/decorative" val="1"/>
              </a:ext>
            </a:extLst>
          </p:cNvPr>
          <p:cNvSpPr/>
          <p:nvPr/>
        </p:nvSpPr>
        <p:spPr>
          <a:xfrm>
            <a:off x="-3238315" y="1785"/>
            <a:ext cx="3099840" cy="68544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1963" tIns="71963" rIns="71963" bIns="71963" rtlCol="0" anchor="t" anchorCtr="0"/>
          <a:lstStyle/>
          <a:p>
            <a:pPr>
              <a:spcAft>
                <a:spcPts val="200"/>
              </a:spcAft>
            </a:pPr>
            <a:r>
              <a:rPr lang="en-GB" sz="1199" b="1" dirty="0">
                <a:solidFill>
                  <a:schemeClr val="bg2"/>
                </a:solidFill>
              </a:rPr>
              <a:t>Accessibility tips:</a:t>
            </a:r>
          </a:p>
          <a:p>
            <a:endParaRPr lang="en-GB" sz="1199" b="1" dirty="0">
              <a:solidFill>
                <a:schemeClr val="bg2"/>
              </a:solidFill>
            </a:endParaRPr>
          </a:p>
          <a:p>
            <a:pPr marL="171364" indent="-171364">
              <a:spcAft>
                <a:spcPts val="200"/>
              </a:spcAft>
              <a:buFont typeface="EYInterstate Light" panose="02000506000000020004" pitchFamily="2" charset="0"/>
              <a:buChar char="•"/>
            </a:pPr>
            <a:r>
              <a:rPr lang="en-US" sz="1199" dirty="0">
                <a:solidFill>
                  <a:schemeClr val="bg2"/>
                </a:solidFill>
              </a:rPr>
              <a:t>These steps do not guarantee accessibility, but they are an important first step toward making content more usable for everyone. </a:t>
            </a:r>
          </a:p>
          <a:p>
            <a:pPr marL="171364" indent="-171364">
              <a:spcAft>
                <a:spcPts val="200"/>
              </a:spcAft>
              <a:buFont typeface="EYInterstate Light" panose="02000506000000020004" pitchFamily="2" charset="0"/>
              <a:buChar char="•"/>
            </a:pPr>
            <a:r>
              <a:rPr lang="en-US" sz="1199" dirty="0">
                <a:solidFill>
                  <a:schemeClr val="bg2"/>
                </a:solidFill>
              </a:rPr>
              <a:t>Talent-specific presentations, including any that are connected to disability topics or intended for clients/audiences requiring accessibility, should be referred to </a:t>
            </a:r>
            <a:r>
              <a:rPr lang="en-US" sz="1199" dirty="0">
                <a:solidFill>
                  <a:schemeClr val="bg2"/>
                </a:solidFill>
                <a:hlinkClick r:id="rId11"/>
              </a:rPr>
              <a:t>accessibilityrequest@ey.com</a:t>
            </a:r>
            <a:r>
              <a:rPr lang="en-US" sz="1199" dirty="0">
                <a:solidFill>
                  <a:schemeClr val="bg2"/>
                </a:solidFill>
              </a:rPr>
              <a:t>.</a:t>
            </a:r>
          </a:p>
          <a:p>
            <a:pPr marL="171364" indent="-171364">
              <a:spcAft>
                <a:spcPts val="200"/>
              </a:spcAft>
              <a:buFont typeface="EYInterstate Light" panose="02000506000000020004" pitchFamily="2" charset="0"/>
              <a:buChar char="•"/>
            </a:pPr>
            <a:r>
              <a:rPr lang="en-US" sz="1199" dirty="0">
                <a:solidFill>
                  <a:schemeClr val="bg2"/>
                </a:solidFill>
              </a:rPr>
              <a:t>Use large size font, short lines, small words and ample negative space. </a:t>
            </a:r>
          </a:p>
          <a:p>
            <a:pPr marL="171364" indent="-171364">
              <a:spcAft>
                <a:spcPts val="200"/>
              </a:spcAft>
              <a:buFont typeface="EYInterstate Light" panose="02000506000000020004" pitchFamily="2" charset="0"/>
              <a:buChar char="•"/>
            </a:pPr>
            <a:r>
              <a:rPr lang="en-US" sz="1199" dirty="0">
                <a:solidFill>
                  <a:schemeClr val="bg2"/>
                </a:solidFill>
              </a:rPr>
              <a:t>Give every slide a unique title.</a:t>
            </a:r>
          </a:p>
          <a:p>
            <a:pPr marL="171364" indent="-171364">
              <a:spcAft>
                <a:spcPts val="200"/>
              </a:spcAft>
              <a:buFont typeface="EYInterstate Light" panose="02000506000000020004" pitchFamily="2" charset="0"/>
              <a:buChar char="•"/>
            </a:pPr>
            <a:r>
              <a:rPr lang="en-US" sz="1199" dirty="0">
                <a:solidFill>
                  <a:schemeClr val="bg2"/>
                </a:solidFill>
              </a:rPr>
              <a:t>Optimize contrast between text and background. Text appearing over photos should be in a solid color box or a blank area of the picture.</a:t>
            </a:r>
          </a:p>
          <a:p>
            <a:pPr marL="171364" indent="-171364">
              <a:spcAft>
                <a:spcPts val="200"/>
              </a:spcAft>
              <a:buFont typeface="EYInterstate Light" panose="02000506000000020004" pitchFamily="2" charset="0"/>
              <a:buChar char="•"/>
            </a:pPr>
            <a:r>
              <a:rPr lang="en-US" sz="1199" dirty="0">
                <a:solidFill>
                  <a:schemeClr val="bg2"/>
                </a:solidFill>
              </a:rPr>
              <a:t>Ensure color isn’t the only means of conveying information. Use underlines, crosshatching, shading, and/or label colors by name.</a:t>
            </a:r>
          </a:p>
          <a:p>
            <a:pPr marL="171364" indent="-171364">
              <a:spcAft>
                <a:spcPts val="200"/>
              </a:spcAft>
              <a:buFont typeface="EYInterstate Light" panose="02000506000000020004" pitchFamily="2" charset="0"/>
              <a:buChar char="•"/>
            </a:pPr>
            <a:r>
              <a:rPr lang="en-US" sz="1199" dirty="0">
                <a:solidFill>
                  <a:schemeClr val="bg2"/>
                </a:solidFill>
              </a:rPr>
              <a:t>Name hyperlinks with the title of the destination page so screen reader users know where the link points to.</a:t>
            </a:r>
          </a:p>
          <a:p>
            <a:pPr marL="171364" indent="-171364">
              <a:spcAft>
                <a:spcPts val="200"/>
              </a:spcAft>
              <a:buFont typeface="EYInterstate Light" panose="02000506000000020004" pitchFamily="2" charset="0"/>
              <a:buChar char="•"/>
            </a:pPr>
            <a:r>
              <a:rPr lang="en-US" sz="1199" dirty="0">
                <a:solidFill>
                  <a:schemeClr val="bg2"/>
                </a:solidFill>
              </a:rPr>
              <a:t>Describe meaningful visuals like charts, timelines, or graphs with alt text so screen reader users can understand key information.</a:t>
            </a:r>
          </a:p>
          <a:p>
            <a:pPr marL="171364" indent="-171364">
              <a:spcAft>
                <a:spcPts val="200"/>
              </a:spcAft>
              <a:buFont typeface="EYInterstate Light" panose="02000506000000020004" pitchFamily="2" charset="0"/>
              <a:buChar char="•"/>
            </a:pPr>
            <a:r>
              <a:rPr lang="en-US" sz="1199" dirty="0">
                <a:solidFill>
                  <a:schemeClr val="bg2"/>
                </a:solidFill>
              </a:rPr>
              <a:t>Run the Microsoft Accessibility Checker (on the Review tab) to quickly create alt text, check overall accessibility, and auto correct any issues. </a:t>
            </a:r>
            <a:endParaRPr lang="en-GB" sz="1199" dirty="0">
              <a:solidFill>
                <a:schemeClr val="bg2"/>
              </a:solidFill>
            </a:endParaRPr>
          </a:p>
        </p:txBody>
      </p:sp>
      <p:sp>
        <p:nvSpPr>
          <p:cNvPr id="2" name="Rectangle 1">
            <a:extLst>
              <a:ext uri="{FF2B5EF4-FFF2-40B4-BE49-F238E27FC236}">
                <a16:creationId xmlns:a16="http://schemas.microsoft.com/office/drawing/2014/main" id="{E6F787D5-AC87-322F-D515-1905DEAB0666}"/>
              </a:ext>
            </a:extLst>
          </p:cNvPr>
          <p:cNvSpPr/>
          <p:nvPr/>
        </p:nvSpPr>
        <p:spPr>
          <a:xfrm>
            <a:off x="9984432" y="0"/>
            <a:ext cx="2207568" cy="808038"/>
          </a:xfrm>
          <a:prstGeom prst="rect">
            <a:avLst/>
          </a:prstGeom>
          <a:solidFill>
            <a:srgbClr val="FF00FF"/>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2"/>
                </a:solidFill>
              </a:rPr>
              <a:t>REMOVE THIS SLIDE BEFORE DISTRIBUTING YOUR POWERPOINT.</a:t>
            </a:r>
          </a:p>
        </p:txBody>
      </p:sp>
      <p:sp>
        <p:nvSpPr>
          <p:cNvPr id="6" name="Oval 5">
            <a:extLst>
              <a:ext uri="{FF2B5EF4-FFF2-40B4-BE49-F238E27FC236}">
                <a16:creationId xmlns:a16="http://schemas.microsoft.com/office/drawing/2014/main" id="{B63DA492-88B2-3BE4-9B50-6737B78448AA}"/>
              </a:ext>
            </a:extLst>
          </p:cNvPr>
          <p:cNvSpPr/>
          <p:nvPr/>
        </p:nvSpPr>
        <p:spPr>
          <a:xfrm>
            <a:off x="9865622" y="-118810"/>
            <a:ext cx="237620" cy="237620"/>
          </a:xfrm>
          <a:prstGeom prst="ellipse">
            <a:avLst/>
          </a:prstGeom>
          <a:solidFill>
            <a:srgbClr val="FF00FF"/>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199" b="1" dirty="0">
                <a:solidFill>
                  <a:schemeClr val="bg2"/>
                </a:solidFill>
              </a:rPr>
              <a:t>!</a:t>
            </a:r>
          </a:p>
        </p:txBody>
      </p:sp>
    </p:spTree>
    <p:extLst>
      <p:ext uri="{BB962C8B-B14F-4D97-AF65-F5344CB8AC3E}">
        <p14:creationId xmlns:p14="http://schemas.microsoft.com/office/powerpoint/2010/main" val="4247321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85000"/>
          </a:schemeClr>
        </a:solidFill>
        <a:effectLst/>
      </p:bgPr>
    </p:bg>
    <p:spTree>
      <p:nvGrpSpPr>
        <p:cNvPr id="1" name="">
          <a:extLst>
            <a:ext uri="{FF2B5EF4-FFF2-40B4-BE49-F238E27FC236}">
              <a16:creationId xmlns:a16="http://schemas.microsoft.com/office/drawing/2014/main" id="{03AB250C-2FBF-7B7B-EA16-0CE4200CE5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528FF9-CACD-A69D-ECC7-5338B16F88BF}"/>
              </a:ext>
            </a:extLst>
          </p:cNvPr>
          <p:cNvSpPr txBox="1">
            <a:spLocks noGrp="1"/>
          </p:cNvSpPr>
          <p:nvPr>
            <p:ph type="title" idx="4294967295"/>
          </p:nvPr>
        </p:nvSpPr>
        <p:spPr>
          <a:xfrm>
            <a:off x="1490133" y="2407694"/>
            <a:ext cx="9211734" cy="2042610"/>
          </a:xfrm>
          <a:prstGeom prst="rect">
            <a:avLst/>
          </a:prstGeom>
          <a:noFill/>
          <a:ln>
            <a:noFill/>
            <a:prstDash/>
          </a:ln>
          <a:effectLst/>
        </p:spPr>
        <p:txBody>
          <a:bodyPr rot="0" spcFirstLastPara="0" vertOverflow="overflow" horzOverflow="overflow" vert="horz" wrap="square" lIns="0" tIns="36576"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90000"/>
              </a:lnSpc>
              <a:spcBef>
                <a:spcPts val="400"/>
              </a:spcBef>
              <a:spcAft>
                <a:spcPts val="400"/>
              </a:spcAft>
              <a:buClr>
                <a:schemeClr val="tx2"/>
              </a:buClr>
              <a:buSzPct val="100000"/>
              <a:buFontTx/>
              <a:buNone/>
              <a:tabLst/>
              <a:defRPr/>
            </a:pPr>
            <a:r>
              <a:rPr kumimoji="0" lang="en-US" sz="6600" b="0" i="0" u="none" strike="noStrike" kern="1200" cap="none" spc="0" normalizeH="0" baseline="0" noProof="0" dirty="0">
                <a:ln>
                  <a:noFill/>
                </a:ln>
                <a:solidFill>
                  <a:schemeClr val="bg1"/>
                </a:solidFill>
                <a:effectLst/>
                <a:uLnTx/>
                <a:uFillTx/>
                <a:latin typeface="+mn-lt"/>
                <a:ea typeface="+mn-ea"/>
                <a:cs typeface="+mn-cs"/>
              </a:rPr>
              <a:t>Core template layouts</a:t>
            </a:r>
          </a:p>
          <a:p>
            <a:pPr marL="0" marR="0" lvl="0" indent="0" algn="ctr" defTabSz="914400" rtl="0" eaLnBrk="1" fontAlgn="auto" latinLnBrk="0" hangingPunct="1">
              <a:lnSpc>
                <a:spcPct val="90000"/>
              </a:lnSpc>
              <a:spcBef>
                <a:spcPts val="400"/>
              </a:spcBef>
              <a:spcAft>
                <a:spcPts val="400"/>
              </a:spcAft>
              <a:buClr>
                <a:schemeClr val="tx2"/>
              </a:buClr>
              <a:buSzPct val="100000"/>
              <a:buFontTx/>
              <a:buNone/>
              <a:tabLst/>
              <a:defRPr/>
            </a:pPr>
            <a:endParaRPr kumimoji="0" lang="en-US" sz="3200" b="0" i="0" u="none" strike="noStrike" kern="1200" cap="none" spc="0" normalizeH="0" baseline="0" noProof="0" dirty="0">
              <a:ln>
                <a:noFill/>
              </a:ln>
              <a:solidFill>
                <a:schemeClr val="bg1"/>
              </a:solidFill>
              <a:effectLst/>
              <a:uLnTx/>
              <a:uFillTx/>
              <a:latin typeface="+mn-lt"/>
              <a:ea typeface="+mn-ea"/>
              <a:cs typeface="+mn-cs"/>
            </a:endParaRPr>
          </a:p>
          <a:p>
            <a:pPr marL="0" marR="0" lvl="0" indent="0" algn="ctr" defTabSz="914400" rtl="0" eaLnBrk="1" fontAlgn="auto" latinLnBrk="0" hangingPunct="1">
              <a:lnSpc>
                <a:spcPct val="90000"/>
              </a:lnSpc>
              <a:spcBef>
                <a:spcPts val="400"/>
              </a:spcBef>
              <a:spcAft>
                <a:spcPts val="400"/>
              </a:spcAft>
              <a:buClr>
                <a:schemeClr val="tx2"/>
              </a:buClr>
              <a:buSzPct val="100000"/>
              <a:buFontTx/>
              <a:buNone/>
              <a:tabLst/>
              <a:defRPr/>
            </a:pPr>
            <a:r>
              <a:rPr kumimoji="0" lang="en-US" sz="3200" b="0" i="0" u="none" strike="noStrike" kern="1200" cap="none" spc="0" normalizeH="0" baseline="0" noProof="0" dirty="0">
                <a:ln>
                  <a:noFill/>
                </a:ln>
                <a:solidFill>
                  <a:schemeClr val="bg1"/>
                </a:solidFill>
                <a:effectLst/>
                <a:uLnTx/>
                <a:uFillTx/>
                <a:latin typeface="+mn-lt"/>
                <a:ea typeface="+mn-ea"/>
                <a:cs typeface="+mn-cs"/>
              </a:rPr>
              <a:t>25 slide layouts to </a:t>
            </a:r>
            <a:r>
              <a:rPr lang="en-US" sz="3200" b="0" dirty="0">
                <a:latin typeface="+mn-lt"/>
                <a:ea typeface="+mn-ea"/>
                <a:cs typeface="+mn-cs"/>
              </a:rPr>
              <a:t>use</a:t>
            </a:r>
            <a:endParaRPr kumimoji="0" lang="en-US" sz="3200" b="0" i="0" u="none" strike="noStrike" kern="1200" cap="none" spc="0" normalizeH="0" baseline="0" noProof="0" dirty="0">
              <a:ln>
                <a:noFill/>
              </a:ln>
              <a:solidFill>
                <a:schemeClr val="bg1"/>
              </a:solidFill>
              <a:effectLst/>
              <a:uLnTx/>
              <a:uFillTx/>
              <a:latin typeface="+mn-lt"/>
              <a:ea typeface="+mn-ea"/>
              <a:cs typeface="+mn-cs"/>
            </a:endParaRPr>
          </a:p>
        </p:txBody>
      </p:sp>
      <p:sp>
        <p:nvSpPr>
          <p:cNvPr id="3" name="Rectangle 2">
            <a:extLst>
              <a:ext uri="{FF2B5EF4-FFF2-40B4-BE49-F238E27FC236}">
                <a16:creationId xmlns:a16="http://schemas.microsoft.com/office/drawing/2014/main" id="{E1852FDE-CAA6-971C-9EA2-1AB3752BB29C}"/>
              </a:ext>
            </a:extLst>
          </p:cNvPr>
          <p:cNvSpPr/>
          <p:nvPr/>
        </p:nvSpPr>
        <p:spPr>
          <a:xfrm>
            <a:off x="9984432" y="0"/>
            <a:ext cx="2207568" cy="808038"/>
          </a:xfrm>
          <a:prstGeom prst="rect">
            <a:avLst/>
          </a:prstGeom>
          <a:solidFill>
            <a:srgbClr val="FF00FF"/>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2"/>
                </a:solidFill>
              </a:rPr>
              <a:t>REMOVE THIS SLIDE BEFORE DISTRIBUTING YOUR POWERPOINT.</a:t>
            </a:r>
          </a:p>
        </p:txBody>
      </p:sp>
      <p:sp>
        <p:nvSpPr>
          <p:cNvPr id="4" name="Oval 3">
            <a:extLst>
              <a:ext uri="{FF2B5EF4-FFF2-40B4-BE49-F238E27FC236}">
                <a16:creationId xmlns:a16="http://schemas.microsoft.com/office/drawing/2014/main" id="{548D2156-A2CB-F1BF-3E6A-C7E8AD784CB6}"/>
              </a:ext>
            </a:extLst>
          </p:cNvPr>
          <p:cNvSpPr/>
          <p:nvPr/>
        </p:nvSpPr>
        <p:spPr>
          <a:xfrm>
            <a:off x="9865622" y="-118810"/>
            <a:ext cx="237620" cy="237620"/>
          </a:xfrm>
          <a:prstGeom prst="ellipse">
            <a:avLst/>
          </a:prstGeom>
          <a:solidFill>
            <a:srgbClr val="FF00FF"/>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199" b="1" dirty="0">
                <a:solidFill>
                  <a:schemeClr val="bg2"/>
                </a:solidFill>
              </a:rPr>
              <a:t>!</a:t>
            </a:r>
          </a:p>
        </p:txBody>
      </p:sp>
    </p:spTree>
    <p:extLst>
      <p:ext uri="{BB962C8B-B14F-4D97-AF65-F5344CB8AC3E}">
        <p14:creationId xmlns:p14="http://schemas.microsoft.com/office/powerpoint/2010/main" val="1020892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A24EC9AE-4193-8096-0CD0-C65B7D14DAA3}"/>
              </a:ext>
            </a:extLst>
          </p:cNvPr>
          <p:cNvSpPr>
            <a:spLocks noGrp="1"/>
          </p:cNvSpPr>
          <p:nvPr>
            <p:ph type="subTitle" idx="1"/>
          </p:nvPr>
        </p:nvSpPr>
        <p:spPr/>
        <p:txBody>
          <a:bodyPr/>
          <a:lstStyle/>
          <a:p>
            <a:endParaRPr lang="en-US"/>
          </a:p>
        </p:txBody>
      </p:sp>
      <p:sp>
        <p:nvSpPr>
          <p:cNvPr id="10" name="Title 9">
            <a:extLst>
              <a:ext uri="{FF2B5EF4-FFF2-40B4-BE49-F238E27FC236}">
                <a16:creationId xmlns:a16="http://schemas.microsoft.com/office/drawing/2014/main" id="{0D369242-9032-FA49-40E3-3539D4DAF7E0}"/>
              </a:ext>
            </a:extLst>
          </p:cNvPr>
          <p:cNvSpPr>
            <a:spLocks noGrp="1"/>
          </p:cNvSpPr>
          <p:nvPr>
            <p:ph type="title"/>
          </p:nvPr>
        </p:nvSpPr>
        <p:spPr>
          <a:xfrm>
            <a:off x="889762" y="2698751"/>
            <a:ext cx="4906009" cy="1654043"/>
          </a:xfrm>
        </p:spPr>
        <p:txBody>
          <a:bodyPr/>
          <a:lstStyle/>
          <a:p>
            <a:r>
              <a:rPr lang="en-US" dirty="0"/>
              <a:t>Spectrum 1</a:t>
            </a:r>
          </a:p>
        </p:txBody>
      </p:sp>
      <p:sp>
        <p:nvSpPr>
          <p:cNvPr id="6" name="Text Placeholder 5">
            <a:extLst>
              <a:ext uri="{FF2B5EF4-FFF2-40B4-BE49-F238E27FC236}">
                <a16:creationId xmlns:a16="http://schemas.microsoft.com/office/drawing/2014/main" id="{E22B6E94-7EFF-F4AF-6DEE-D59791BE0BC5}"/>
              </a:ext>
            </a:extLst>
          </p:cNvPr>
          <p:cNvSpPr>
            <a:spLocks noGrp="1"/>
          </p:cNvSpPr>
          <p:nvPr>
            <p:ph type="body" sz="quarter" idx="10"/>
          </p:nvPr>
        </p:nvSpPr>
        <p:spPr/>
        <p:txBody>
          <a:bodyPr/>
          <a:lstStyle/>
          <a:p>
            <a:endParaRPr lang="en-US"/>
          </a:p>
        </p:txBody>
      </p:sp>
      <p:sp>
        <p:nvSpPr>
          <p:cNvPr id="2" name="TextBox 1">
            <a:extLst>
              <a:ext uri="{FF2B5EF4-FFF2-40B4-BE49-F238E27FC236}">
                <a16:creationId xmlns:a16="http://schemas.microsoft.com/office/drawing/2014/main" id="{042E9441-48A9-CA2C-1B1A-B138E44A6225}"/>
              </a:ext>
            </a:extLst>
          </p:cNvPr>
          <p:cNvSpPr txBox="1"/>
          <p:nvPr/>
        </p:nvSpPr>
        <p:spPr>
          <a:xfrm>
            <a:off x="-4081806" y="0"/>
            <a:ext cx="3955347" cy="6881472"/>
          </a:xfrm>
          <a:prstGeom prst="rect">
            <a:avLst/>
          </a:prstGeom>
          <a:solidFill>
            <a:srgbClr val="C4C4CD"/>
          </a:solidFill>
        </p:spPr>
        <p:txBody>
          <a:bodyPr wrap="square" lIns="108000" tIns="108000" rIns="108000" bIns="108000" rtlCol="0" anchor="t">
            <a:spAutoFit/>
          </a:bodyPr>
          <a:lstStyle/>
          <a:p>
            <a:pPr marL="252000" indent="-252000">
              <a:spcAft>
                <a:spcPts val="600"/>
              </a:spcAft>
              <a:buClr>
                <a:schemeClr val="tx2"/>
              </a:buClr>
              <a:buSzPct val="100000"/>
              <a:buFont typeface="Wingdings" pitchFamily="2" charset="2"/>
              <a:buChar char="§"/>
            </a:pPr>
            <a:r>
              <a:rPr lang="en-US" sz="1050" dirty="0">
                <a:solidFill>
                  <a:schemeClr val="bg1"/>
                </a:solidFill>
              </a:rPr>
              <a:t>Copying legacy content from older PowerPoint files into the new templates may produce mixed results, as the latest EY global PowerPoint presentations were redesigned in 2019.</a:t>
            </a:r>
          </a:p>
          <a:p>
            <a:pPr marL="252000" indent="-252000">
              <a:spcAft>
                <a:spcPts val="600"/>
              </a:spcAft>
              <a:buClr>
                <a:schemeClr val="tx2"/>
              </a:buClr>
              <a:buSzPct val="100000"/>
              <a:buFont typeface="Wingdings" pitchFamily="2" charset="2"/>
              <a:buChar char="§"/>
            </a:pPr>
            <a:endParaRPr lang="en-US" sz="1050" dirty="0">
              <a:solidFill>
                <a:schemeClr val="bg1"/>
              </a:solidFill>
            </a:endParaRPr>
          </a:p>
          <a:p>
            <a:pPr marL="252000" indent="-252000">
              <a:spcAft>
                <a:spcPts val="600"/>
              </a:spcAft>
              <a:buClr>
                <a:schemeClr val="tx2"/>
              </a:buClr>
              <a:buSzPct val="100000"/>
              <a:buFont typeface="Wingdings" pitchFamily="2" charset="2"/>
              <a:buChar char="§"/>
            </a:pPr>
            <a:r>
              <a:rPr lang="en-US" sz="1050" dirty="0">
                <a:solidFill>
                  <a:schemeClr val="bg1"/>
                </a:solidFill>
              </a:rPr>
              <a:t>Remember — you can work with designers in your local creative services team or in GDS to assist you in updating legacy content.</a:t>
            </a:r>
          </a:p>
          <a:p>
            <a:pPr marL="252000" indent="-252000">
              <a:spcAft>
                <a:spcPts val="600"/>
              </a:spcAft>
              <a:buClr>
                <a:schemeClr val="tx2"/>
              </a:buClr>
              <a:buSzPct val="100000"/>
              <a:buFont typeface="Wingdings" pitchFamily="2" charset="2"/>
              <a:buChar char="§"/>
            </a:pPr>
            <a:endParaRPr lang="en-US" sz="1050" dirty="0">
              <a:solidFill>
                <a:schemeClr val="bg1"/>
              </a:solidFill>
            </a:endParaRPr>
          </a:p>
          <a:p>
            <a:pPr marL="252000" indent="-252000">
              <a:spcAft>
                <a:spcPts val="600"/>
              </a:spcAft>
              <a:buClr>
                <a:schemeClr val="tx2"/>
              </a:buClr>
              <a:buSzPct val="100000"/>
              <a:buFont typeface="Wingdings" pitchFamily="2" charset="2"/>
              <a:buChar char="§"/>
            </a:pPr>
            <a:r>
              <a:rPr lang="en-US" sz="1050" dirty="0">
                <a:solidFill>
                  <a:schemeClr val="bg1"/>
                </a:solidFill>
              </a:rPr>
              <a:t>If you’re converting older content yourself, you’ll have a few options in PowerPoint to assist you.</a:t>
            </a:r>
          </a:p>
          <a:p>
            <a:pPr marL="252000" indent="-252000">
              <a:spcAft>
                <a:spcPts val="600"/>
              </a:spcAft>
              <a:buClr>
                <a:schemeClr val="tx2"/>
              </a:buClr>
              <a:buSzPct val="100000"/>
              <a:buFont typeface="Wingdings" pitchFamily="2" charset="2"/>
              <a:buChar char="§"/>
            </a:pPr>
            <a:endParaRPr lang="en-US" sz="1050" dirty="0">
              <a:solidFill>
                <a:schemeClr val="bg1"/>
              </a:solidFill>
            </a:endParaRPr>
          </a:p>
          <a:p>
            <a:pPr marL="252000" indent="-252000">
              <a:spcAft>
                <a:spcPts val="600"/>
              </a:spcAft>
              <a:buClr>
                <a:schemeClr val="tx2"/>
              </a:buClr>
              <a:buSzPct val="100000"/>
              <a:buFont typeface="Wingdings" pitchFamily="2" charset="2"/>
              <a:buChar char="§"/>
            </a:pPr>
            <a:r>
              <a:rPr lang="en-US" sz="1050" dirty="0">
                <a:solidFill>
                  <a:schemeClr val="bg1"/>
                </a:solidFill>
              </a:rPr>
              <a:t>Instead of copying entire slides, consider opening each slide in your source file in Normal view, then click “</a:t>
            </a:r>
            <a:r>
              <a:rPr lang="en-US" sz="1050" dirty="0" err="1">
                <a:solidFill>
                  <a:schemeClr val="bg1"/>
                </a:solidFill>
              </a:rPr>
              <a:t>Ctrl+A</a:t>
            </a:r>
            <a:r>
              <a:rPr lang="en-US" sz="1050" dirty="0">
                <a:solidFill>
                  <a:schemeClr val="bg1"/>
                </a:solidFill>
              </a:rPr>
              <a:t>” to select all the elements on the slide. This will not select any of the elements in the slide’s master layout, but it may select footers, logos and titles. Then, paste the slide contents into the new destination template.</a:t>
            </a:r>
          </a:p>
          <a:p>
            <a:pPr marL="252000" indent="-252000">
              <a:spcAft>
                <a:spcPts val="600"/>
              </a:spcAft>
              <a:buClr>
                <a:schemeClr val="tx2"/>
              </a:buClr>
              <a:buSzPct val="100000"/>
              <a:buFont typeface="Wingdings" pitchFamily="2" charset="2"/>
              <a:buChar char="§"/>
            </a:pPr>
            <a:endParaRPr lang="en-US" sz="1050" dirty="0">
              <a:solidFill>
                <a:schemeClr val="bg1"/>
              </a:solidFill>
            </a:endParaRPr>
          </a:p>
          <a:p>
            <a:pPr marL="252000" indent="-252000">
              <a:spcAft>
                <a:spcPts val="600"/>
              </a:spcAft>
              <a:buClr>
                <a:schemeClr val="tx2"/>
              </a:buClr>
              <a:buSzPct val="100000"/>
              <a:buFont typeface="Wingdings" pitchFamily="2" charset="2"/>
              <a:buChar char="§"/>
            </a:pPr>
            <a:r>
              <a:rPr lang="en-US" sz="1050" dirty="0">
                <a:solidFill>
                  <a:schemeClr val="bg1"/>
                </a:solidFill>
              </a:rPr>
              <a:t>Immediately after you paste content from older files into these new templates, you have the option to "Keep Source Formatting" in your "Paste Options" or to simply accept the applied formatting from the destination template and allow the design themes and formatting of the destination template attempt to apply to the content you’ve pasted in.</a:t>
            </a:r>
          </a:p>
          <a:p>
            <a:pPr marL="252000" indent="-252000">
              <a:spcAft>
                <a:spcPts val="600"/>
              </a:spcAft>
              <a:buClr>
                <a:schemeClr val="tx2"/>
              </a:buClr>
              <a:buSzPct val="100000"/>
              <a:buFont typeface="Wingdings" pitchFamily="2" charset="2"/>
              <a:buChar char="§"/>
            </a:pPr>
            <a:endParaRPr lang="en-US" sz="1050" dirty="0">
              <a:solidFill>
                <a:schemeClr val="bg1"/>
              </a:solidFill>
            </a:endParaRPr>
          </a:p>
          <a:p>
            <a:pPr marL="252000" indent="-252000">
              <a:spcAft>
                <a:spcPts val="600"/>
              </a:spcAft>
              <a:buClr>
                <a:schemeClr val="tx2"/>
              </a:buClr>
              <a:buSzPct val="100000"/>
              <a:buFont typeface="Wingdings" pitchFamily="2" charset="2"/>
              <a:buChar char="§"/>
            </a:pPr>
            <a:r>
              <a:rPr lang="en-US" sz="1050" dirty="0">
                <a:solidFill>
                  <a:schemeClr val="bg1"/>
                </a:solidFill>
              </a:rPr>
              <a:t>Oftentimes, choosing to “Keep Source Formatting” will preserve the colors of your existing content but will create other issues in your destination file. “Keep Source Formatting” will copy over any master slides, layouts, themes and colors used in your source file, which may increase the size of your new presentation and make it more difficult to work with.</a:t>
            </a:r>
          </a:p>
          <a:p>
            <a:pPr marL="252000" indent="-252000">
              <a:spcAft>
                <a:spcPts val="600"/>
              </a:spcAft>
              <a:buClr>
                <a:schemeClr val="tx2"/>
              </a:buClr>
              <a:buSzPct val="100000"/>
              <a:buFont typeface="Wingdings" pitchFamily="2" charset="2"/>
              <a:buChar char="§"/>
            </a:pPr>
            <a:endParaRPr lang="en-US" sz="1050" dirty="0">
              <a:solidFill>
                <a:schemeClr val="bg1"/>
              </a:solidFill>
            </a:endParaRPr>
          </a:p>
        </p:txBody>
      </p:sp>
    </p:spTree>
    <p:extLst>
      <p:ext uri="{BB962C8B-B14F-4D97-AF65-F5344CB8AC3E}">
        <p14:creationId xmlns:p14="http://schemas.microsoft.com/office/powerpoint/2010/main" val="3359828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47191-E550-C7C5-4CB8-8DFB15B97134}"/>
            </a:ext>
          </a:extLst>
        </p:cNvPr>
        <p:cNvGrpSpPr/>
        <p:nvPr/>
      </p:nvGrpSpPr>
      <p:grpSpPr>
        <a:xfrm>
          <a:off x="0" y="0"/>
          <a:ext cx="0" cy="0"/>
          <a:chOff x="0" y="0"/>
          <a:chExt cx="0" cy="0"/>
        </a:xfrm>
      </p:grpSpPr>
      <p:sp>
        <p:nvSpPr>
          <p:cNvPr id="5" name="Subtitle 4">
            <a:extLst>
              <a:ext uri="{FF2B5EF4-FFF2-40B4-BE49-F238E27FC236}">
                <a16:creationId xmlns:a16="http://schemas.microsoft.com/office/drawing/2014/main" id="{FF09C47C-E671-35BA-41CC-357E14607F82}"/>
              </a:ext>
            </a:extLst>
          </p:cNvPr>
          <p:cNvSpPr>
            <a:spLocks noGrp="1"/>
          </p:cNvSpPr>
          <p:nvPr>
            <p:ph type="subTitle" idx="1"/>
          </p:nvPr>
        </p:nvSpPr>
        <p:spPr/>
        <p:txBody>
          <a:bodyPr/>
          <a:lstStyle/>
          <a:p>
            <a:endParaRPr lang="en-US"/>
          </a:p>
        </p:txBody>
      </p:sp>
      <p:sp>
        <p:nvSpPr>
          <p:cNvPr id="10" name="Title 9">
            <a:extLst>
              <a:ext uri="{FF2B5EF4-FFF2-40B4-BE49-F238E27FC236}">
                <a16:creationId xmlns:a16="http://schemas.microsoft.com/office/drawing/2014/main" id="{E12941F6-2130-8269-5600-FCE2BAC5BB6C}"/>
              </a:ext>
            </a:extLst>
          </p:cNvPr>
          <p:cNvSpPr>
            <a:spLocks noGrp="1"/>
          </p:cNvSpPr>
          <p:nvPr>
            <p:ph type="title"/>
          </p:nvPr>
        </p:nvSpPr>
        <p:spPr>
          <a:xfrm>
            <a:off x="889762" y="2698751"/>
            <a:ext cx="4906009" cy="1654043"/>
          </a:xfrm>
        </p:spPr>
        <p:txBody>
          <a:bodyPr/>
          <a:lstStyle/>
          <a:p>
            <a:r>
              <a:rPr lang="en-US" dirty="0"/>
              <a:t>Spectrum 2</a:t>
            </a:r>
          </a:p>
        </p:txBody>
      </p:sp>
      <p:sp>
        <p:nvSpPr>
          <p:cNvPr id="6" name="Text Placeholder 5">
            <a:extLst>
              <a:ext uri="{FF2B5EF4-FFF2-40B4-BE49-F238E27FC236}">
                <a16:creationId xmlns:a16="http://schemas.microsoft.com/office/drawing/2014/main" id="{EF126ACF-92DD-3FCF-5FBA-9B92B4263EF1}"/>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82494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6B079-38DE-EC9D-3156-A2B559BC391F}"/>
            </a:ext>
          </a:extLst>
        </p:cNvPr>
        <p:cNvGrpSpPr/>
        <p:nvPr/>
      </p:nvGrpSpPr>
      <p:grpSpPr>
        <a:xfrm>
          <a:off x="0" y="0"/>
          <a:ext cx="0" cy="0"/>
          <a:chOff x="0" y="0"/>
          <a:chExt cx="0" cy="0"/>
        </a:xfrm>
      </p:grpSpPr>
      <p:sp>
        <p:nvSpPr>
          <p:cNvPr id="8" name="Subtitle 7">
            <a:extLst>
              <a:ext uri="{FF2B5EF4-FFF2-40B4-BE49-F238E27FC236}">
                <a16:creationId xmlns:a16="http://schemas.microsoft.com/office/drawing/2014/main" id="{6ABD7BC5-4FA1-AB37-E73B-B4FFF9736941}"/>
              </a:ext>
            </a:extLst>
          </p:cNvPr>
          <p:cNvSpPr>
            <a:spLocks noGrp="1"/>
          </p:cNvSpPr>
          <p:nvPr>
            <p:ph type="subTitle" idx="1"/>
          </p:nvPr>
        </p:nvSpPr>
        <p:spPr/>
        <p:txBody>
          <a:bodyPr/>
          <a:lstStyle/>
          <a:p>
            <a:endParaRPr lang="en-US"/>
          </a:p>
        </p:txBody>
      </p:sp>
      <p:sp>
        <p:nvSpPr>
          <p:cNvPr id="10" name="Title 9">
            <a:extLst>
              <a:ext uri="{FF2B5EF4-FFF2-40B4-BE49-F238E27FC236}">
                <a16:creationId xmlns:a16="http://schemas.microsoft.com/office/drawing/2014/main" id="{1E2FD1D0-0D12-0AD6-6CD3-C35B78176224}"/>
              </a:ext>
            </a:extLst>
          </p:cNvPr>
          <p:cNvSpPr>
            <a:spLocks noGrp="1"/>
          </p:cNvSpPr>
          <p:nvPr>
            <p:ph type="title"/>
          </p:nvPr>
        </p:nvSpPr>
        <p:spPr>
          <a:xfrm>
            <a:off x="889762" y="2698751"/>
            <a:ext cx="4906009" cy="1654043"/>
          </a:xfrm>
        </p:spPr>
        <p:txBody>
          <a:bodyPr/>
          <a:lstStyle/>
          <a:p>
            <a:r>
              <a:rPr lang="en-US" dirty="0"/>
              <a:t>Spectrum 3</a:t>
            </a:r>
          </a:p>
        </p:txBody>
      </p:sp>
      <p:sp>
        <p:nvSpPr>
          <p:cNvPr id="9" name="Text Placeholder 8">
            <a:extLst>
              <a:ext uri="{FF2B5EF4-FFF2-40B4-BE49-F238E27FC236}">
                <a16:creationId xmlns:a16="http://schemas.microsoft.com/office/drawing/2014/main" id="{31239B72-C840-98AC-C184-F13EF130B2D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008280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F8562106-6787-93B5-5FC3-98B214EDF8C3}"/>
              </a:ext>
            </a:extLst>
          </p:cNvPr>
          <p:cNvSpPr>
            <a:spLocks noGrp="1"/>
          </p:cNvSpPr>
          <p:nvPr>
            <p:ph type="subTitle" idx="1"/>
          </p:nvPr>
        </p:nvSpPr>
        <p:spPr/>
        <p:txBody>
          <a:bodyPr/>
          <a:lstStyle/>
          <a:p>
            <a:endParaRPr lang="en-US"/>
          </a:p>
        </p:txBody>
      </p:sp>
      <p:sp>
        <p:nvSpPr>
          <p:cNvPr id="5" name="Title 4">
            <a:extLst>
              <a:ext uri="{FF2B5EF4-FFF2-40B4-BE49-F238E27FC236}">
                <a16:creationId xmlns:a16="http://schemas.microsoft.com/office/drawing/2014/main" id="{D471CDB4-7999-B5AA-C639-BD885F213895}"/>
              </a:ext>
            </a:extLst>
          </p:cNvPr>
          <p:cNvSpPr>
            <a:spLocks noGrp="1"/>
          </p:cNvSpPr>
          <p:nvPr>
            <p:ph type="title"/>
          </p:nvPr>
        </p:nvSpPr>
        <p:spPr>
          <a:xfrm>
            <a:off x="889762" y="2698751"/>
            <a:ext cx="4906009" cy="1654043"/>
          </a:xfrm>
        </p:spPr>
        <p:txBody>
          <a:bodyPr/>
          <a:lstStyle/>
          <a:p>
            <a:r>
              <a:rPr lang="en-US"/>
              <a:t>Yellow Frame</a:t>
            </a:r>
            <a:endParaRPr lang="en-US" dirty="0"/>
          </a:p>
        </p:txBody>
      </p:sp>
      <p:sp>
        <p:nvSpPr>
          <p:cNvPr id="6" name="Text Placeholder 5">
            <a:extLst>
              <a:ext uri="{FF2B5EF4-FFF2-40B4-BE49-F238E27FC236}">
                <a16:creationId xmlns:a16="http://schemas.microsoft.com/office/drawing/2014/main" id="{B49B31B6-3FF1-CF90-0A60-35A3A4AE406C}"/>
              </a:ext>
            </a:extLst>
          </p:cNvPr>
          <p:cNvSpPr>
            <a:spLocks noGrp="1"/>
          </p:cNvSpPr>
          <p:nvPr>
            <p:ph type="body" sz="quarter" idx="10"/>
          </p:nvPr>
        </p:nvSpPr>
        <p:spPr/>
        <p:txBody>
          <a:bodyPr/>
          <a:lstStyle/>
          <a:p>
            <a:endParaRPr lang="en-US"/>
          </a:p>
        </p:txBody>
      </p:sp>
      <p:sp>
        <p:nvSpPr>
          <p:cNvPr id="2" name="TextBox 1">
            <a:extLst>
              <a:ext uri="{FF2B5EF4-FFF2-40B4-BE49-F238E27FC236}">
                <a16:creationId xmlns:a16="http://schemas.microsoft.com/office/drawing/2014/main" id="{E2080A12-B336-74E4-F809-7D24A998FA09}"/>
              </a:ext>
            </a:extLst>
          </p:cNvPr>
          <p:cNvSpPr txBox="1"/>
          <p:nvPr/>
        </p:nvSpPr>
        <p:spPr>
          <a:xfrm>
            <a:off x="10088880" y="0"/>
            <a:ext cx="2103120" cy="3526707"/>
          </a:xfrm>
          <a:prstGeom prst="rect">
            <a:avLst/>
          </a:prstGeom>
          <a:solidFill>
            <a:srgbClr val="C4C4CD"/>
          </a:solidFill>
        </p:spPr>
        <p:txBody>
          <a:bodyPr wrap="square" lIns="108000" tIns="108000" rIns="108000" bIns="108000" rtlCol="0" anchor="t">
            <a:spAutoFit/>
          </a:bodyPr>
          <a:lstStyle/>
          <a:p>
            <a:pPr>
              <a:spcAft>
                <a:spcPts val="600"/>
              </a:spcAft>
              <a:buClr>
                <a:srgbClr val="FFE600"/>
              </a:buClr>
              <a:buSzPct val="100000"/>
              <a:defRPr/>
            </a:pPr>
            <a:r>
              <a:rPr kumimoji="0" lang="en-US" sz="1400" b="0" i="0" u="none" strike="noStrike" kern="1200" cap="none" spc="0" normalizeH="0" baseline="0" noProof="0" dirty="0">
                <a:ln>
                  <a:noFill/>
                </a:ln>
                <a:effectLst/>
                <a:uLnTx/>
                <a:uFillTx/>
                <a:latin typeface="EYInterstate Light"/>
                <a:ea typeface="+mn-ea"/>
                <a:cs typeface="+mn-cs"/>
              </a:rPr>
              <a:t>For slides 8-16, </a:t>
            </a:r>
            <a:r>
              <a:rPr lang="en-US" sz="1400" dirty="0"/>
              <a:t>add a background image by right-clicking the slide. Select "Format Background." Then, choose “Picture or texture fill.” Then, choose “Picture source” then “Insert.” Your image should display with a gradient layer over it, to help with the legibility of text over the image.</a:t>
            </a:r>
          </a:p>
          <a:p>
            <a:pPr marL="0" marR="0" lvl="0" indent="0" algn="l" defTabSz="914400" rtl="0" eaLnBrk="1" fontAlgn="auto" latinLnBrk="0" hangingPunct="1">
              <a:lnSpc>
                <a:spcPct val="100000"/>
              </a:lnSpc>
              <a:spcBef>
                <a:spcPts val="0"/>
              </a:spcBef>
              <a:spcAft>
                <a:spcPts val="600"/>
              </a:spcAft>
              <a:buClr>
                <a:srgbClr val="FFE600"/>
              </a:buClr>
              <a:buSzPct val="100000"/>
              <a:buFontTx/>
              <a:buNone/>
              <a:tabLst/>
              <a:defRPr/>
            </a:pPr>
            <a:endParaRPr kumimoji="0" lang="en-US" sz="1400" b="0" i="0" u="none" strike="noStrike" kern="1200" cap="none" spc="0" normalizeH="0" baseline="0" noProof="0" dirty="0">
              <a:ln>
                <a:noFill/>
              </a:ln>
              <a:effectLst/>
              <a:uLnTx/>
              <a:uFillTx/>
              <a:latin typeface="EYInterstate Light"/>
              <a:ea typeface="+mn-ea"/>
              <a:cs typeface="+mn-cs"/>
            </a:endParaRPr>
          </a:p>
        </p:txBody>
      </p:sp>
    </p:spTree>
    <p:extLst>
      <p:ext uri="{BB962C8B-B14F-4D97-AF65-F5344CB8AC3E}">
        <p14:creationId xmlns:p14="http://schemas.microsoft.com/office/powerpoint/2010/main" val="4093034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1DCB6AB-565E-E956-6089-BB59FA843FBB}"/>
              </a:ext>
            </a:extLst>
          </p:cNvPr>
          <p:cNvSpPr>
            <a:spLocks noGrp="1"/>
          </p:cNvSpPr>
          <p:nvPr>
            <p:ph type="subTitle" idx="1"/>
          </p:nvPr>
        </p:nvSpPr>
        <p:spPr/>
        <p:txBody>
          <a:bodyPr/>
          <a:lstStyle/>
          <a:p>
            <a:endParaRPr lang="en-US"/>
          </a:p>
        </p:txBody>
      </p:sp>
      <p:sp>
        <p:nvSpPr>
          <p:cNvPr id="5" name="Title 4">
            <a:extLst>
              <a:ext uri="{FF2B5EF4-FFF2-40B4-BE49-F238E27FC236}">
                <a16:creationId xmlns:a16="http://schemas.microsoft.com/office/drawing/2014/main" id="{342CD647-16F8-B7A9-30EE-A14C0656F8D3}"/>
              </a:ext>
            </a:extLst>
          </p:cNvPr>
          <p:cNvSpPr>
            <a:spLocks noGrp="1"/>
          </p:cNvSpPr>
          <p:nvPr>
            <p:ph type="title"/>
          </p:nvPr>
        </p:nvSpPr>
        <p:spPr>
          <a:xfrm>
            <a:off x="889762" y="2127251"/>
            <a:ext cx="4906009" cy="1654043"/>
          </a:xfrm>
        </p:spPr>
        <p:txBody>
          <a:bodyPr/>
          <a:lstStyle/>
          <a:p>
            <a:r>
              <a:rPr lang="en-US" dirty="0"/>
              <a:t>Yellow Frame slide with author details</a:t>
            </a:r>
          </a:p>
        </p:txBody>
      </p:sp>
      <p:sp>
        <p:nvSpPr>
          <p:cNvPr id="4" name="Text Placeholder 3">
            <a:extLst>
              <a:ext uri="{FF2B5EF4-FFF2-40B4-BE49-F238E27FC236}">
                <a16:creationId xmlns:a16="http://schemas.microsoft.com/office/drawing/2014/main" id="{51B31E22-5DFD-54FC-C444-A3A1BBC9D8B1}"/>
              </a:ext>
            </a:extLst>
          </p:cNvPr>
          <p:cNvSpPr>
            <a:spLocks noGrp="1"/>
          </p:cNvSpPr>
          <p:nvPr>
            <p:ph type="body" sz="quarter" idx="10"/>
          </p:nvPr>
        </p:nvSpPr>
        <p:spPr/>
        <p:txBody>
          <a:bodyPr/>
          <a:lstStyle/>
          <a:p>
            <a:endParaRPr lang="en-US"/>
          </a:p>
        </p:txBody>
      </p:sp>
      <p:sp>
        <p:nvSpPr>
          <p:cNvPr id="11" name="Text Placeholder 10">
            <a:extLst>
              <a:ext uri="{FF2B5EF4-FFF2-40B4-BE49-F238E27FC236}">
                <a16:creationId xmlns:a16="http://schemas.microsoft.com/office/drawing/2014/main" id="{F8B159C8-084D-D02D-E263-067AD3EDF90A}"/>
              </a:ext>
            </a:extLst>
          </p:cNvPr>
          <p:cNvSpPr>
            <a:spLocks noGrp="1"/>
          </p:cNvSpPr>
          <p:nvPr>
            <p:ph type="body" sz="quarter" idx="14"/>
          </p:nvPr>
        </p:nvSpPr>
        <p:spPr/>
        <p:txBody>
          <a:bodyPr/>
          <a:lstStyle/>
          <a:p>
            <a:endParaRPr lang="en-US"/>
          </a:p>
        </p:txBody>
      </p:sp>
      <p:sp>
        <p:nvSpPr>
          <p:cNvPr id="12" name="Text Placeholder 11">
            <a:extLst>
              <a:ext uri="{FF2B5EF4-FFF2-40B4-BE49-F238E27FC236}">
                <a16:creationId xmlns:a16="http://schemas.microsoft.com/office/drawing/2014/main" id="{28ADDA75-D5D9-76BE-69B8-4E35508B88C2}"/>
              </a:ext>
            </a:extLst>
          </p:cNvPr>
          <p:cNvSpPr>
            <a:spLocks noGrp="1"/>
          </p:cNvSpPr>
          <p:nvPr>
            <p:ph type="body" sz="quarter" idx="15"/>
          </p:nvPr>
        </p:nvSpPr>
        <p:spPr/>
        <p:txBody>
          <a:bodyPr/>
          <a:lstStyle/>
          <a:p>
            <a:endParaRPr lang="en-US"/>
          </a:p>
        </p:txBody>
      </p:sp>
      <p:sp>
        <p:nvSpPr>
          <p:cNvPr id="13" name="Picture Placeholder 12">
            <a:extLst>
              <a:ext uri="{FF2B5EF4-FFF2-40B4-BE49-F238E27FC236}">
                <a16:creationId xmlns:a16="http://schemas.microsoft.com/office/drawing/2014/main" id="{001CD7BF-5D21-2D78-33D0-5FF70478A588}"/>
              </a:ext>
              <a:ext uri="{C183D7F6-B498-43B3-948B-1728B52AA6E4}">
                <adec:decorative xmlns:adec="http://schemas.microsoft.com/office/drawing/2017/decorative" val="1"/>
              </a:ext>
            </a:extLst>
          </p:cNvPr>
          <p:cNvSpPr>
            <a:spLocks noGrp="1"/>
          </p:cNvSpPr>
          <p:nvPr>
            <p:ph type="pic" sz="quarter" idx="16"/>
          </p:nvPr>
        </p:nvSpPr>
        <p:spPr/>
        <p:txBody>
          <a:bodyPr/>
          <a:lstStyle/>
          <a:p>
            <a:endParaRPr lang="en-US"/>
          </a:p>
        </p:txBody>
      </p:sp>
    </p:spTree>
    <p:extLst>
      <p:ext uri="{BB962C8B-B14F-4D97-AF65-F5344CB8AC3E}">
        <p14:creationId xmlns:p14="http://schemas.microsoft.com/office/powerpoint/2010/main" val="3045743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19881959-73E3-F474-EBD8-EA5C5D1B86A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6641F1C-07DF-7F6B-24D9-621BD8249157}"/>
              </a:ext>
            </a:extLst>
          </p:cNvPr>
          <p:cNvSpPr>
            <a:spLocks noGrp="1"/>
          </p:cNvSpPr>
          <p:nvPr>
            <p:ph type="subTitle" idx="1"/>
          </p:nvPr>
        </p:nvSpPr>
        <p:spPr/>
        <p:txBody>
          <a:bodyPr/>
          <a:lstStyle/>
          <a:p>
            <a:endParaRPr lang="en-US"/>
          </a:p>
        </p:txBody>
      </p:sp>
      <p:sp>
        <p:nvSpPr>
          <p:cNvPr id="10" name="Title 9">
            <a:extLst>
              <a:ext uri="{FF2B5EF4-FFF2-40B4-BE49-F238E27FC236}">
                <a16:creationId xmlns:a16="http://schemas.microsoft.com/office/drawing/2014/main" id="{23B44F48-F5B1-E66D-16E8-DD8FA457EA13}"/>
              </a:ext>
            </a:extLst>
          </p:cNvPr>
          <p:cNvSpPr>
            <a:spLocks noGrp="1"/>
          </p:cNvSpPr>
          <p:nvPr>
            <p:ph type="title"/>
          </p:nvPr>
        </p:nvSpPr>
        <p:spPr>
          <a:xfrm>
            <a:off x="889762" y="2698751"/>
            <a:ext cx="4906009" cy="1654043"/>
          </a:xfrm>
        </p:spPr>
        <p:txBody>
          <a:bodyPr/>
          <a:lstStyle/>
          <a:p>
            <a:r>
              <a:rPr lang="en-US" dirty="0"/>
              <a:t>Frame color 1</a:t>
            </a:r>
          </a:p>
        </p:txBody>
      </p:sp>
      <p:sp>
        <p:nvSpPr>
          <p:cNvPr id="4" name="Text Placeholder 3">
            <a:extLst>
              <a:ext uri="{FF2B5EF4-FFF2-40B4-BE49-F238E27FC236}">
                <a16:creationId xmlns:a16="http://schemas.microsoft.com/office/drawing/2014/main" id="{ACB2682F-D620-3799-2FCF-B59C4458E52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23933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58C74553-A5CE-71D8-2D2E-0A633A44D3E9}"/>
            </a:ext>
          </a:extLst>
        </p:cNvPr>
        <p:cNvGrpSpPr/>
        <p:nvPr/>
      </p:nvGrpSpPr>
      <p:grpSpPr>
        <a:xfrm>
          <a:off x="0" y="0"/>
          <a:ext cx="0" cy="0"/>
          <a:chOff x="0" y="0"/>
          <a:chExt cx="0" cy="0"/>
        </a:xfrm>
      </p:grpSpPr>
      <p:sp>
        <p:nvSpPr>
          <p:cNvPr id="5" name="Subtitle 4">
            <a:extLst>
              <a:ext uri="{FF2B5EF4-FFF2-40B4-BE49-F238E27FC236}">
                <a16:creationId xmlns:a16="http://schemas.microsoft.com/office/drawing/2014/main" id="{98032E04-9809-82DD-9277-375F78E4E731}"/>
              </a:ext>
            </a:extLst>
          </p:cNvPr>
          <p:cNvSpPr>
            <a:spLocks noGrp="1"/>
          </p:cNvSpPr>
          <p:nvPr>
            <p:ph type="subTitle" idx="1"/>
          </p:nvPr>
        </p:nvSpPr>
        <p:spPr/>
        <p:txBody>
          <a:bodyPr/>
          <a:lstStyle/>
          <a:p>
            <a:endParaRPr lang="en-US"/>
          </a:p>
        </p:txBody>
      </p:sp>
      <p:sp>
        <p:nvSpPr>
          <p:cNvPr id="10" name="Title 9">
            <a:extLst>
              <a:ext uri="{FF2B5EF4-FFF2-40B4-BE49-F238E27FC236}">
                <a16:creationId xmlns:a16="http://schemas.microsoft.com/office/drawing/2014/main" id="{31E9BA7E-F0E7-8BF9-B031-6C2A82323450}"/>
              </a:ext>
            </a:extLst>
          </p:cNvPr>
          <p:cNvSpPr>
            <a:spLocks noGrp="1"/>
          </p:cNvSpPr>
          <p:nvPr>
            <p:ph type="title"/>
          </p:nvPr>
        </p:nvSpPr>
        <p:spPr>
          <a:xfrm>
            <a:off x="889762" y="2698751"/>
            <a:ext cx="4906009" cy="1654043"/>
          </a:xfrm>
        </p:spPr>
        <p:txBody>
          <a:bodyPr/>
          <a:lstStyle/>
          <a:p>
            <a:r>
              <a:rPr lang="en-US" dirty="0"/>
              <a:t>Frame color 2</a:t>
            </a:r>
          </a:p>
        </p:txBody>
      </p:sp>
      <p:sp>
        <p:nvSpPr>
          <p:cNvPr id="6" name="Text Placeholder 5">
            <a:extLst>
              <a:ext uri="{FF2B5EF4-FFF2-40B4-BE49-F238E27FC236}">
                <a16:creationId xmlns:a16="http://schemas.microsoft.com/office/drawing/2014/main" id="{FE7F3070-AB5E-EF86-B016-AB8D3B61301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618417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43AF046E-98F8-244F-5330-B18B56D2F95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5FD0C11-B54F-DF1D-3B8D-78F93A985CB8}"/>
              </a:ext>
            </a:extLst>
          </p:cNvPr>
          <p:cNvSpPr>
            <a:spLocks noGrp="1"/>
          </p:cNvSpPr>
          <p:nvPr>
            <p:ph type="subTitle" idx="1"/>
          </p:nvPr>
        </p:nvSpPr>
        <p:spPr/>
        <p:txBody>
          <a:bodyPr/>
          <a:lstStyle/>
          <a:p>
            <a:endParaRPr lang="en-US"/>
          </a:p>
        </p:txBody>
      </p:sp>
      <p:sp>
        <p:nvSpPr>
          <p:cNvPr id="10" name="Title 9">
            <a:extLst>
              <a:ext uri="{FF2B5EF4-FFF2-40B4-BE49-F238E27FC236}">
                <a16:creationId xmlns:a16="http://schemas.microsoft.com/office/drawing/2014/main" id="{D93B913D-8BE1-F370-34B2-2E4D19BD7253}"/>
              </a:ext>
            </a:extLst>
          </p:cNvPr>
          <p:cNvSpPr>
            <a:spLocks noGrp="1"/>
          </p:cNvSpPr>
          <p:nvPr>
            <p:ph type="title"/>
          </p:nvPr>
        </p:nvSpPr>
        <p:spPr>
          <a:xfrm>
            <a:off x="889762" y="2698751"/>
            <a:ext cx="4906009" cy="1654043"/>
          </a:xfrm>
        </p:spPr>
        <p:txBody>
          <a:bodyPr/>
          <a:lstStyle/>
          <a:p>
            <a:r>
              <a:rPr lang="en-US" dirty="0"/>
              <a:t>Frame color 3</a:t>
            </a:r>
          </a:p>
        </p:txBody>
      </p:sp>
      <p:sp>
        <p:nvSpPr>
          <p:cNvPr id="4" name="Text Placeholder 3">
            <a:extLst>
              <a:ext uri="{FF2B5EF4-FFF2-40B4-BE49-F238E27FC236}">
                <a16:creationId xmlns:a16="http://schemas.microsoft.com/office/drawing/2014/main" id="{C92FF4C3-36F6-EB08-C620-EE4AE6A4022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796508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23CF88A9-F905-BF91-12A2-5CB1E8ADD489}"/>
            </a:ext>
          </a:extLst>
        </p:cNvPr>
        <p:cNvGrpSpPr/>
        <p:nvPr/>
      </p:nvGrpSpPr>
      <p:grpSpPr>
        <a:xfrm>
          <a:off x="0" y="0"/>
          <a:ext cx="0" cy="0"/>
          <a:chOff x="0" y="0"/>
          <a:chExt cx="0" cy="0"/>
        </a:xfrm>
      </p:grpSpPr>
      <p:sp>
        <p:nvSpPr>
          <p:cNvPr id="5" name="Subtitle 4">
            <a:extLst>
              <a:ext uri="{FF2B5EF4-FFF2-40B4-BE49-F238E27FC236}">
                <a16:creationId xmlns:a16="http://schemas.microsoft.com/office/drawing/2014/main" id="{F7D9BFB6-128C-E992-0BEE-2CBD046F0C12}"/>
              </a:ext>
            </a:extLst>
          </p:cNvPr>
          <p:cNvSpPr>
            <a:spLocks noGrp="1"/>
          </p:cNvSpPr>
          <p:nvPr>
            <p:ph type="subTitle" idx="1"/>
          </p:nvPr>
        </p:nvSpPr>
        <p:spPr/>
        <p:txBody>
          <a:bodyPr/>
          <a:lstStyle/>
          <a:p>
            <a:endParaRPr lang="en-US"/>
          </a:p>
        </p:txBody>
      </p:sp>
      <p:sp>
        <p:nvSpPr>
          <p:cNvPr id="10" name="Title 9">
            <a:extLst>
              <a:ext uri="{FF2B5EF4-FFF2-40B4-BE49-F238E27FC236}">
                <a16:creationId xmlns:a16="http://schemas.microsoft.com/office/drawing/2014/main" id="{6C5A405D-0033-9BCE-96DA-33A0D8557619}"/>
              </a:ext>
            </a:extLst>
          </p:cNvPr>
          <p:cNvSpPr>
            <a:spLocks noGrp="1"/>
          </p:cNvSpPr>
          <p:nvPr>
            <p:ph type="title"/>
          </p:nvPr>
        </p:nvSpPr>
        <p:spPr>
          <a:xfrm>
            <a:off x="889762" y="2698751"/>
            <a:ext cx="4906009" cy="1654043"/>
          </a:xfrm>
        </p:spPr>
        <p:txBody>
          <a:bodyPr/>
          <a:lstStyle/>
          <a:p>
            <a:r>
              <a:rPr lang="en-US" dirty="0"/>
              <a:t>Frame color 4</a:t>
            </a:r>
          </a:p>
        </p:txBody>
      </p:sp>
      <p:sp>
        <p:nvSpPr>
          <p:cNvPr id="6" name="Text Placeholder 5">
            <a:extLst>
              <a:ext uri="{FF2B5EF4-FFF2-40B4-BE49-F238E27FC236}">
                <a16:creationId xmlns:a16="http://schemas.microsoft.com/office/drawing/2014/main" id="{8FF19544-37CC-F204-8441-CFC4FBD6116D}"/>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896206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8075AA43-483C-C976-D80D-AC77033C5D1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8EF2145-DA34-325F-039E-093A828772A6}"/>
              </a:ext>
            </a:extLst>
          </p:cNvPr>
          <p:cNvSpPr>
            <a:spLocks noGrp="1"/>
          </p:cNvSpPr>
          <p:nvPr>
            <p:ph type="subTitle" idx="1"/>
          </p:nvPr>
        </p:nvSpPr>
        <p:spPr/>
        <p:txBody>
          <a:bodyPr/>
          <a:lstStyle/>
          <a:p>
            <a:endParaRPr lang="en-US"/>
          </a:p>
        </p:txBody>
      </p:sp>
      <p:sp>
        <p:nvSpPr>
          <p:cNvPr id="10" name="Title 9">
            <a:extLst>
              <a:ext uri="{FF2B5EF4-FFF2-40B4-BE49-F238E27FC236}">
                <a16:creationId xmlns:a16="http://schemas.microsoft.com/office/drawing/2014/main" id="{07DEA37E-2216-8275-FC82-C5F870E78341}"/>
              </a:ext>
            </a:extLst>
          </p:cNvPr>
          <p:cNvSpPr>
            <a:spLocks noGrp="1"/>
          </p:cNvSpPr>
          <p:nvPr>
            <p:ph type="title"/>
          </p:nvPr>
        </p:nvSpPr>
        <p:spPr>
          <a:xfrm>
            <a:off x="889762" y="2698751"/>
            <a:ext cx="4906009" cy="1654043"/>
          </a:xfrm>
        </p:spPr>
        <p:txBody>
          <a:bodyPr/>
          <a:lstStyle/>
          <a:p>
            <a:r>
              <a:rPr lang="en-US" dirty="0"/>
              <a:t>Frame color 5</a:t>
            </a:r>
          </a:p>
        </p:txBody>
      </p:sp>
      <p:sp>
        <p:nvSpPr>
          <p:cNvPr id="4" name="Text Placeholder 3">
            <a:extLst>
              <a:ext uri="{FF2B5EF4-FFF2-40B4-BE49-F238E27FC236}">
                <a16:creationId xmlns:a16="http://schemas.microsoft.com/office/drawing/2014/main" id="{BCED4CDA-C3BF-0F41-8C89-5FEA34CCA801}"/>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557712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DF38BCDA-FE21-8450-C05E-8B5AC135F530}"/>
            </a:ext>
          </a:extLst>
        </p:cNvPr>
        <p:cNvGrpSpPr/>
        <p:nvPr/>
      </p:nvGrpSpPr>
      <p:grpSpPr>
        <a:xfrm>
          <a:off x="0" y="0"/>
          <a:ext cx="0" cy="0"/>
          <a:chOff x="0" y="0"/>
          <a:chExt cx="0" cy="0"/>
        </a:xfrm>
      </p:grpSpPr>
      <p:sp>
        <p:nvSpPr>
          <p:cNvPr id="5" name="Subtitle 4">
            <a:extLst>
              <a:ext uri="{FF2B5EF4-FFF2-40B4-BE49-F238E27FC236}">
                <a16:creationId xmlns:a16="http://schemas.microsoft.com/office/drawing/2014/main" id="{2111253D-D6DD-3096-A9CC-8E0C2F411A92}"/>
              </a:ext>
            </a:extLst>
          </p:cNvPr>
          <p:cNvSpPr>
            <a:spLocks noGrp="1"/>
          </p:cNvSpPr>
          <p:nvPr>
            <p:ph type="subTitle" idx="1"/>
          </p:nvPr>
        </p:nvSpPr>
        <p:spPr/>
        <p:txBody>
          <a:bodyPr/>
          <a:lstStyle/>
          <a:p>
            <a:endParaRPr lang="en-US"/>
          </a:p>
        </p:txBody>
      </p:sp>
      <p:sp>
        <p:nvSpPr>
          <p:cNvPr id="10" name="Title 9">
            <a:extLst>
              <a:ext uri="{FF2B5EF4-FFF2-40B4-BE49-F238E27FC236}">
                <a16:creationId xmlns:a16="http://schemas.microsoft.com/office/drawing/2014/main" id="{631387B8-75BC-B165-CC96-D9DA466E44DC}"/>
              </a:ext>
            </a:extLst>
          </p:cNvPr>
          <p:cNvSpPr>
            <a:spLocks noGrp="1"/>
          </p:cNvSpPr>
          <p:nvPr>
            <p:ph type="title"/>
          </p:nvPr>
        </p:nvSpPr>
        <p:spPr>
          <a:xfrm>
            <a:off x="889762" y="2698751"/>
            <a:ext cx="4906009" cy="1654043"/>
          </a:xfrm>
        </p:spPr>
        <p:txBody>
          <a:bodyPr/>
          <a:lstStyle/>
          <a:p>
            <a:r>
              <a:rPr lang="en-US" dirty="0"/>
              <a:t>Frame color 6</a:t>
            </a:r>
          </a:p>
        </p:txBody>
      </p:sp>
      <p:sp>
        <p:nvSpPr>
          <p:cNvPr id="6" name="Text Placeholder 5">
            <a:extLst>
              <a:ext uri="{FF2B5EF4-FFF2-40B4-BE49-F238E27FC236}">
                <a16:creationId xmlns:a16="http://schemas.microsoft.com/office/drawing/2014/main" id="{F1E0F5E5-8354-1897-242E-A1C9B513B92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20475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8A4310E7-3645-C5EB-3825-861BE65792F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21BCA65-47B5-C828-DB82-7CCE6E9FF892}"/>
              </a:ext>
            </a:extLst>
          </p:cNvPr>
          <p:cNvSpPr>
            <a:spLocks noGrp="1"/>
          </p:cNvSpPr>
          <p:nvPr>
            <p:ph type="subTitle" idx="1"/>
          </p:nvPr>
        </p:nvSpPr>
        <p:spPr/>
        <p:txBody>
          <a:bodyPr/>
          <a:lstStyle/>
          <a:p>
            <a:endParaRPr lang="en-US"/>
          </a:p>
        </p:txBody>
      </p:sp>
      <p:sp>
        <p:nvSpPr>
          <p:cNvPr id="10" name="Title 9">
            <a:extLst>
              <a:ext uri="{FF2B5EF4-FFF2-40B4-BE49-F238E27FC236}">
                <a16:creationId xmlns:a16="http://schemas.microsoft.com/office/drawing/2014/main" id="{01D0EB91-DB8E-6FDD-13AC-72A5BD7EDE66}"/>
              </a:ext>
            </a:extLst>
          </p:cNvPr>
          <p:cNvSpPr>
            <a:spLocks noGrp="1"/>
          </p:cNvSpPr>
          <p:nvPr>
            <p:ph type="title"/>
          </p:nvPr>
        </p:nvSpPr>
        <p:spPr>
          <a:xfrm>
            <a:off x="889762" y="2698751"/>
            <a:ext cx="4906009" cy="1654043"/>
          </a:xfrm>
        </p:spPr>
        <p:txBody>
          <a:bodyPr/>
          <a:lstStyle/>
          <a:p>
            <a:r>
              <a:rPr lang="en-US" dirty="0"/>
              <a:t>Frame color 7</a:t>
            </a:r>
          </a:p>
        </p:txBody>
      </p:sp>
      <p:sp>
        <p:nvSpPr>
          <p:cNvPr id="6" name="Text Placeholder 5">
            <a:extLst>
              <a:ext uri="{FF2B5EF4-FFF2-40B4-BE49-F238E27FC236}">
                <a16:creationId xmlns:a16="http://schemas.microsoft.com/office/drawing/2014/main" id="{4C910E47-04FE-0655-30EA-1A22BFE0CE5D}"/>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985001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C0F2D9-589A-5443-F977-6038BD06B4BD}"/>
              </a:ext>
            </a:extLst>
          </p:cNvPr>
          <p:cNvSpPr>
            <a:spLocks noGrp="1"/>
          </p:cNvSpPr>
          <p:nvPr>
            <p:ph type="title"/>
          </p:nvPr>
        </p:nvSpPr>
        <p:spPr>
          <a:xfrm>
            <a:off x="485775" y="1970406"/>
            <a:ext cx="7394575" cy="2869882"/>
          </a:xfrm>
        </p:spPr>
        <p:txBody>
          <a:bodyPr/>
          <a:lstStyle/>
          <a:p>
            <a:r>
              <a:rPr lang="en-US" dirty="0"/>
              <a:t>Section header 1</a:t>
            </a:r>
          </a:p>
        </p:txBody>
      </p:sp>
      <p:sp>
        <p:nvSpPr>
          <p:cNvPr id="9" name="Text Placeholder 8">
            <a:extLst>
              <a:ext uri="{FF2B5EF4-FFF2-40B4-BE49-F238E27FC236}">
                <a16:creationId xmlns:a16="http://schemas.microsoft.com/office/drawing/2014/main" id="{76240C4E-DB84-B488-D8CF-088824038E74}"/>
              </a:ext>
            </a:extLst>
          </p:cNvPr>
          <p:cNvSpPr>
            <a:spLocks noGrp="1"/>
          </p:cNvSpPr>
          <p:nvPr>
            <p:ph type="body" sz="quarter" idx="13"/>
          </p:nvPr>
        </p:nvSpPr>
        <p:spPr/>
        <p:txBody>
          <a:bodyPr/>
          <a:lstStyle/>
          <a:p>
            <a:endParaRPr lang="en-US"/>
          </a:p>
        </p:txBody>
      </p:sp>
      <p:sp>
        <p:nvSpPr>
          <p:cNvPr id="2" name="Date Placeholder 1">
            <a:extLst>
              <a:ext uri="{FF2B5EF4-FFF2-40B4-BE49-F238E27FC236}">
                <a16:creationId xmlns:a16="http://schemas.microsoft.com/office/drawing/2014/main" id="{18BF2C1F-53C3-B3B0-4A7B-B92089CDC5CB}"/>
              </a:ext>
            </a:extLst>
          </p:cNvPr>
          <p:cNvSpPr>
            <a:spLocks noGrp="1"/>
          </p:cNvSpPr>
          <p:nvPr>
            <p:ph type="dt" sz="half" idx="14"/>
          </p:nvPr>
        </p:nvSpPr>
        <p:spPr>
          <a:xfrm>
            <a:off x="994845" y="6437115"/>
            <a:ext cx="1275686" cy="123111"/>
          </a:xfrm>
        </p:spPr>
        <p:txBody>
          <a:bodyPr/>
          <a:lstStyle/>
          <a:p>
            <a:fld id="{19EAFAF9-8807-4C12-94C6-27550AF33956}" type="datetime3">
              <a:rPr lang="en-US" smtClean="0"/>
              <a:t>11 July 2026</a:t>
            </a:fld>
            <a:endParaRPr lang="en-US" dirty="0"/>
          </a:p>
        </p:txBody>
      </p:sp>
      <p:sp>
        <p:nvSpPr>
          <p:cNvPr id="11" name="Footer Placeholder 10">
            <a:extLst>
              <a:ext uri="{FF2B5EF4-FFF2-40B4-BE49-F238E27FC236}">
                <a16:creationId xmlns:a16="http://schemas.microsoft.com/office/drawing/2014/main" id="{5925DD58-4974-549B-5F84-0ABC911DCE08}"/>
              </a:ext>
            </a:extLst>
          </p:cNvPr>
          <p:cNvSpPr>
            <a:spLocks noGrp="1"/>
          </p:cNvSpPr>
          <p:nvPr>
            <p:ph type="ftr" sz="quarter" idx="15"/>
          </p:nvPr>
        </p:nvSpPr>
        <p:spPr>
          <a:xfrm>
            <a:off x="2270531" y="6437115"/>
            <a:ext cx="3825470" cy="123111"/>
          </a:xfrm>
        </p:spPr>
        <p:txBody>
          <a:bodyPr/>
          <a:lstStyle/>
          <a:p>
            <a:r>
              <a:rPr lang="en-US"/>
              <a:t>Insert footer text here</a:t>
            </a:r>
          </a:p>
        </p:txBody>
      </p:sp>
      <p:sp>
        <p:nvSpPr>
          <p:cNvPr id="12" name="Slide Number Placeholder 11">
            <a:extLst>
              <a:ext uri="{FF2B5EF4-FFF2-40B4-BE49-F238E27FC236}">
                <a16:creationId xmlns:a16="http://schemas.microsoft.com/office/drawing/2014/main" id="{E198CFE6-6DE2-2C53-6DED-8BE22EE73EDD}"/>
              </a:ext>
            </a:extLst>
          </p:cNvPr>
          <p:cNvSpPr>
            <a:spLocks noGrp="1"/>
          </p:cNvSpPr>
          <p:nvPr>
            <p:ph type="sldNum" sz="quarter" idx="16"/>
          </p:nvPr>
        </p:nvSpPr>
        <p:spPr>
          <a:xfrm>
            <a:off x="485747" y="6437115"/>
            <a:ext cx="509098" cy="123111"/>
          </a:xfrm>
        </p:spPr>
        <p:txBody>
          <a:bodyPr/>
          <a:lstStyle/>
          <a:p>
            <a:fld id="{94FCA0F3-9F3A-694B-99BB-0E592A797735}" type="slidenum">
              <a:rPr lang="en-US" smtClean="0"/>
              <a:pPr/>
              <a:t>18</a:t>
            </a:fld>
            <a:endParaRPr lang="en-US"/>
          </a:p>
        </p:txBody>
      </p:sp>
    </p:spTree>
    <p:extLst>
      <p:ext uri="{BB962C8B-B14F-4D97-AF65-F5344CB8AC3E}">
        <p14:creationId xmlns:p14="http://schemas.microsoft.com/office/powerpoint/2010/main" val="3859523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5C776-F387-91E8-68C3-43CC5352A1D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9D3DBBA-2442-251F-2330-8E11CE8C902E}"/>
              </a:ext>
            </a:extLst>
          </p:cNvPr>
          <p:cNvSpPr>
            <a:spLocks noGrp="1"/>
          </p:cNvSpPr>
          <p:nvPr>
            <p:ph type="title"/>
          </p:nvPr>
        </p:nvSpPr>
        <p:spPr>
          <a:xfrm>
            <a:off x="485775" y="1970406"/>
            <a:ext cx="7394575" cy="2869882"/>
          </a:xfrm>
        </p:spPr>
        <p:txBody>
          <a:bodyPr/>
          <a:lstStyle/>
          <a:p>
            <a:r>
              <a:rPr lang="en-US" dirty="0"/>
              <a:t>Section header 2</a:t>
            </a:r>
          </a:p>
        </p:txBody>
      </p:sp>
      <p:sp>
        <p:nvSpPr>
          <p:cNvPr id="9" name="Text Placeholder 8">
            <a:extLst>
              <a:ext uri="{FF2B5EF4-FFF2-40B4-BE49-F238E27FC236}">
                <a16:creationId xmlns:a16="http://schemas.microsoft.com/office/drawing/2014/main" id="{0A2B0C42-F0E2-5328-082C-1CA1E18C23D3}"/>
              </a:ext>
            </a:extLst>
          </p:cNvPr>
          <p:cNvSpPr>
            <a:spLocks noGrp="1"/>
          </p:cNvSpPr>
          <p:nvPr>
            <p:ph type="body" sz="quarter" idx="13"/>
          </p:nvPr>
        </p:nvSpPr>
        <p:spPr/>
        <p:txBody>
          <a:bodyPr/>
          <a:lstStyle/>
          <a:p>
            <a:endParaRPr lang="en-US"/>
          </a:p>
        </p:txBody>
      </p:sp>
      <p:sp>
        <p:nvSpPr>
          <p:cNvPr id="2" name="Date Placeholder 1">
            <a:extLst>
              <a:ext uri="{FF2B5EF4-FFF2-40B4-BE49-F238E27FC236}">
                <a16:creationId xmlns:a16="http://schemas.microsoft.com/office/drawing/2014/main" id="{D52EFC59-6BAA-C2F7-E687-6FD18C7F5C56}"/>
              </a:ext>
            </a:extLst>
          </p:cNvPr>
          <p:cNvSpPr>
            <a:spLocks noGrp="1"/>
          </p:cNvSpPr>
          <p:nvPr>
            <p:ph type="dt" sz="half" idx="14"/>
          </p:nvPr>
        </p:nvSpPr>
        <p:spPr>
          <a:xfrm>
            <a:off x="994845" y="6437115"/>
            <a:ext cx="1275686" cy="123111"/>
          </a:xfrm>
        </p:spPr>
        <p:txBody>
          <a:bodyPr/>
          <a:lstStyle/>
          <a:p>
            <a:fld id="{4D8BE078-0398-47CA-919E-A5DAE35B4D39}" type="datetime3">
              <a:rPr lang="en-US" smtClean="0"/>
              <a:t>11 July 2026</a:t>
            </a:fld>
            <a:endParaRPr lang="en-US" dirty="0"/>
          </a:p>
        </p:txBody>
      </p:sp>
      <p:sp>
        <p:nvSpPr>
          <p:cNvPr id="11" name="Footer Placeholder 10">
            <a:extLst>
              <a:ext uri="{FF2B5EF4-FFF2-40B4-BE49-F238E27FC236}">
                <a16:creationId xmlns:a16="http://schemas.microsoft.com/office/drawing/2014/main" id="{7D9C09EE-94C8-FDE6-9BC8-344B218A9542}"/>
              </a:ext>
            </a:extLst>
          </p:cNvPr>
          <p:cNvSpPr>
            <a:spLocks noGrp="1"/>
          </p:cNvSpPr>
          <p:nvPr>
            <p:ph type="ftr" sz="quarter" idx="15"/>
          </p:nvPr>
        </p:nvSpPr>
        <p:spPr>
          <a:xfrm>
            <a:off x="2270531" y="6437115"/>
            <a:ext cx="3825470" cy="123111"/>
          </a:xfrm>
        </p:spPr>
        <p:txBody>
          <a:bodyPr/>
          <a:lstStyle/>
          <a:p>
            <a:r>
              <a:rPr lang="en-US"/>
              <a:t>Insert footer text here</a:t>
            </a:r>
          </a:p>
        </p:txBody>
      </p:sp>
      <p:sp>
        <p:nvSpPr>
          <p:cNvPr id="12" name="Slide Number Placeholder 11">
            <a:extLst>
              <a:ext uri="{FF2B5EF4-FFF2-40B4-BE49-F238E27FC236}">
                <a16:creationId xmlns:a16="http://schemas.microsoft.com/office/drawing/2014/main" id="{70964991-688E-738C-9630-5BA8BC25528F}"/>
              </a:ext>
            </a:extLst>
          </p:cNvPr>
          <p:cNvSpPr>
            <a:spLocks noGrp="1"/>
          </p:cNvSpPr>
          <p:nvPr>
            <p:ph type="sldNum" sz="quarter" idx="16"/>
          </p:nvPr>
        </p:nvSpPr>
        <p:spPr>
          <a:xfrm>
            <a:off x="485747" y="6437115"/>
            <a:ext cx="509098" cy="123111"/>
          </a:xfrm>
        </p:spPr>
        <p:txBody>
          <a:bodyPr/>
          <a:lstStyle/>
          <a:p>
            <a:fld id="{94FCA0F3-9F3A-694B-99BB-0E592A797735}" type="slidenum">
              <a:rPr lang="en-US" smtClean="0"/>
              <a:pPr/>
              <a:t>19</a:t>
            </a:fld>
            <a:endParaRPr lang="en-US"/>
          </a:p>
        </p:txBody>
      </p:sp>
    </p:spTree>
    <p:extLst>
      <p:ext uri="{BB962C8B-B14F-4D97-AF65-F5344CB8AC3E}">
        <p14:creationId xmlns:p14="http://schemas.microsoft.com/office/powerpoint/2010/main" val="2147902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BF36F-D916-94B2-945A-341418ED31D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ADDEFDC-5B0D-A744-8749-989B144247F0}"/>
              </a:ext>
            </a:extLst>
          </p:cNvPr>
          <p:cNvSpPr>
            <a:spLocks noGrp="1"/>
          </p:cNvSpPr>
          <p:nvPr>
            <p:ph type="title"/>
          </p:nvPr>
        </p:nvSpPr>
        <p:spPr>
          <a:xfrm>
            <a:off x="485775" y="1970406"/>
            <a:ext cx="7394575" cy="2869882"/>
          </a:xfrm>
        </p:spPr>
        <p:txBody>
          <a:bodyPr/>
          <a:lstStyle/>
          <a:p>
            <a:r>
              <a:rPr lang="en-US" dirty="0"/>
              <a:t>Section header 3</a:t>
            </a:r>
          </a:p>
        </p:txBody>
      </p:sp>
      <p:sp>
        <p:nvSpPr>
          <p:cNvPr id="9" name="Text Placeholder 8">
            <a:extLst>
              <a:ext uri="{FF2B5EF4-FFF2-40B4-BE49-F238E27FC236}">
                <a16:creationId xmlns:a16="http://schemas.microsoft.com/office/drawing/2014/main" id="{5C729ABD-A385-00B5-1042-C5D1348801A9}"/>
              </a:ext>
            </a:extLst>
          </p:cNvPr>
          <p:cNvSpPr>
            <a:spLocks noGrp="1"/>
          </p:cNvSpPr>
          <p:nvPr>
            <p:ph type="body" sz="quarter" idx="13"/>
          </p:nvPr>
        </p:nvSpPr>
        <p:spPr/>
        <p:txBody>
          <a:bodyPr/>
          <a:lstStyle/>
          <a:p>
            <a:endParaRPr lang="en-US"/>
          </a:p>
        </p:txBody>
      </p:sp>
      <p:sp>
        <p:nvSpPr>
          <p:cNvPr id="2" name="Date Placeholder 1">
            <a:extLst>
              <a:ext uri="{FF2B5EF4-FFF2-40B4-BE49-F238E27FC236}">
                <a16:creationId xmlns:a16="http://schemas.microsoft.com/office/drawing/2014/main" id="{9912A4DC-C40C-DBF4-6A4A-00DCE0E4A247}"/>
              </a:ext>
            </a:extLst>
          </p:cNvPr>
          <p:cNvSpPr>
            <a:spLocks noGrp="1"/>
          </p:cNvSpPr>
          <p:nvPr>
            <p:ph type="dt" sz="half" idx="14"/>
          </p:nvPr>
        </p:nvSpPr>
        <p:spPr>
          <a:xfrm>
            <a:off x="994845" y="6437115"/>
            <a:ext cx="1275686" cy="123111"/>
          </a:xfrm>
        </p:spPr>
        <p:txBody>
          <a:bodyPr/>
          <a:lstStyle/>
          <a:p>
            <a:fld id="{FD82AC10-0636-476E-B3DA-9FFCB6FCA3DF}" type="datetime3">
              <a:rPr lang="en-US" smtClean="0"/>
              <a:t>11 July 2026</a:t>
            </a:fld>
            <a:endParaRPr lang="en-US" dirty="0"/>
          </a:p>
        </p:txBody>
      </p:sp>
      <p:sp>
        <p:nvSpPr>
          <p:cNvPr id="11" name="Footer Placeholder 10">
            <a:extLst>
              <a:ext uri="{FF2B5EF4-FFF2-40B4-BE49-F238E27FC236}">
                <a16:creationId xmlns:a16="http://schemas.microsoft.com/office/drawing/2014/main" id="{43E20FB9-A8F3-80D8-70CC-EC6874287627}"/>
              </a:ext>
            </a:extLst>
          </p:cNvPr>
          <p:cNvSpPr>
            <a:spLocks noGrp="1"/>
          </p:cNvSpPr>
          <p:nvPr>
            <p:ph type="ftr" sz="quarter" idx="15"/>
          </p:nvPr>
        </p:nvSpPr>
        <p:spPr>
          <a:xfrm>
            <a:off x="2270531" y="6437115"/>
            <a:ext cx="3825470" cy="123111"/>
          </a:xfrm>
        </p:spPr>
        <p:txBody>
          <a:bodyPr/>
          <a:lstStyle/>
          <a:p>
            <a:r>
              <a:rPr lang="en-US"/>
              <a:t>Insert footer text here</a:t>
            </a:r>
          </a:p>
        </p:txBody>
      </p:sp>
      <p:sp>
        <p:nvSpPr>
          <p:cNvPr id="12" name="Slide Number Placeholder 11">
            <a:extLst>
              <a:ext uri="{FF2B5EF4-FFF2-40B4-BE49-F238E27FC236}">
                <a16:creationId xmlns:a16="http://schemas.microsoft.com/office/drawing/2014/main" id="{61411970-F9D8-3A5D-62C8-65A106FFC9D8}"/>
              </a:ext>
            </a:extLst>
          </p:cNvPr>
          <p:cNvSpPr>
            <a:spLocks noGrp="1"/>
          </p:cNvSpPr>
          <p:nvPr>
            <p:ph type="sldNum" sz="quarter" idx="16"/>
          </p:nvPr>
        </p:nvSpPr>
        <p:spPr>
          <a:xfrm>
            <a:off x="485747" y="6437115"/>
            <a:ext cx="509098" cy="123111"/>
          </a:xfrm>
        </p:spPr>
        <p:txBody>
          <a:bodyPr/>
          <a:lstStyle/>
          <a:p>
            <a:fld id="{94FCA0F3-9F3A-694B-99BB-0E592A797735}" type="slidenum">
              <a:rPr lang="en-US" smtClean="0"/>
              <a:pPr/>
              <a:t>20</a:t>
            </a:fld>
            <a:endParaRPr lang="en-US"/>
          </a:p>
        </p:txBody>
      </p:sp>
    </p:spTree>
    <p:extLst>
      <p:ext uri="{BB962C8B-B14F-4D97-AF65-F5344CB8AC3E}">
        <p14:creationId xmlns:p14="http://schemas.microsoft.com/office/powerpoint/2010/main" val="1785023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696E9-0D11-4051-CD12-34C5A8B5DC8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C8CFD6E-D201-CBC2-A776-97362C6635DA}"/>
              </a:ext>
            </a:extLst>
          </p:cNvPr>
          <p:cNvSpPr>
            <a:spLocks noGrp="1"/>
          </p:cNvSpPr>
          <p:nvPr>
            <p:ph type="title"/>
          </p:nvPr>
        </p:nvSpPr>
        <p:spPr>
          <a:xfrm>
            <a:off x="485775" y="1970406"/>
            <a:ext cx="7394575" cy="2869882"/>
          </a:xfrm>
        </p:spPr>
        <p:txBody>
          <a:bodyPr/>
          <a:lstStyle/>
          <a:p>
            <a:r>
              <a:rPr lang="en-US" dirty="0"/>
              <a:t>Section header 4</a:t>
            </a:r>
          </a:p>
        </p:txBody>
      </p:sp>
      <p:sp>
        <p:nvSpPr>
          <p:cNvPr id="9" name="Text Placeholder 8">
            <a:extLst>
              <a:ext uri="{FF2B5EF4-FFF2-40B4-BE49-F238E27FC236}">
                <a16:creationId xmlns:a16="http://schemas.microsoft.com/office/drawing/2014/main" id="{2CF1C560-BC6C-F328-BAB2-6FAB80FC261A}"/>
              </a:ext>
            </a:extLst>
          </p:cNvPr>
          <p:cNvSpPr>
            <a:spLocks noGrp="1"/>
          </p:cNvSpPr>
          <p:nvPr>
            <p:ph type="body" sz="quarter" idx="13"/>
          </p:nvPr>
        </p:nvSpPr>
        <p:spPr/>
        <p:txBody>
          <a:bodyPr/>
          <a:lstStyle/>
          <a:p>
            <a:endParaRPr lang="en-US"/>
          </a:p>
        </p:txBody>
      </p:sp>
      <p:sp>
        <p:nvSpPr>
          <p:cNvPr id="2" name="Date Placeholder 1">
            <a:extLst>
              <a:ext uri="{FF2B5EF4-FFF2-40B4-BE49-F238E27FC236}">
                <a16:creationId xmlns:a16="http://schemas.microsoft.com/office/drawing/2014/main" id="{81B4092F-DF88-92A0-513B-3C47CAC5FABF}"/>
              </a:ext>
            </a:extLst>
          </p:cNvPr>
          <p:cNvSpPr>
            <a:spLocks noGrp="1"/>
          </p:cNvSpPr>
          <p:nvPr>
            <p:ph type="dt" sz="half" idx="14"/>
          </p:nvPr>
        </p:nvSpPr>
        <p:spPr>
          <a:xfrm>
            <a:off x="994845" y="6437115"/>
            <a:ext cx="1275686" cy="123111"/>
          </a:xfrm>
        </p:spPr>
        <p:txBody>
          <a:bodyPr/>
          <a:lstStyle/>
          <a:p>
            <a:fld id="{C187D3E5-4BE3-4ABF-9722-D9DEC421D6D8}" type="datetime3">
              <a:rPr lang="en-US" smtClean="0"/>
              <a:t>11 July 2026</a:t>
            </a:fld>
            <a:endParaRPr lang="en-US" dirty="0"/>
          </a:p>
        </p:txBody>
      </p:sp>
      <p:sp>
        <p:nvSpPr>
          <p:cNvPr id="11" name="Footer Placeholder 10">
            <a:extLst>
              <a:ext uri="{FF2B5EF4-FFF2-40B4-BE49-F238E27FC236}">
                <a16:creationId xmlns:a16="http://schemas.microsoft.com/office/drawing/2014/main" id="{5A9482AB-D8EE-AA21-8A91-8FC9EEB842C0}"/>
              </a:ext>
            </a:extLst>
          </p:cNvPr>
          <p:cNvSpPr>
            <a:spLocks noGrp="1"/>
          </p:cNvSpPr>
          <p:nvPr>
            <p:ph type="ftr" sz="quarter" idx="15"/>
          </p:nvPr>
        </p:nvSpPr>
        <p:spPr>
          <a:xfrm>
            <a:off x="2270531" y="6437115"/>
            <a:ext cx="3825470" cy="123111"/>
          </a:xfrm>
        </p:spPr>
        <p:txBody>
          <a:bodyPr/>
          <a:lstStyle/>
          <a:p>
            <a:r>
              <a:rPr lang="en-US"/>
              <a:t>Insert footer text here</a:t>
            </a:r>
          </a:p>
        </p:txBody>
      </p:sp>
      <p:sp>
        <p:nvSpPr>
          <p:cNvPr id="12" name="Slide Number Placeholder 11">
            <a:extLst>
              <a:ext uri="{FF2B5EF4-FFF2-40B4-BE49-F238E27FC236}">
                <a16:creationId xmlns:a16="http://schemas.microsoft.com/office/drawing/2014/main" id="{B08F6658-C712-D764-7EDF-B03D86562919}"/>
              </a:ext>
            </a:extLst>
          </p:cNvPr>
          <p:cNvSpPr>
            <a:spLocks noGrp="1"/>
          </p:cNvSpPr>
          <p:nvPr>
            <p:ph type="sldNum" sz="quarter" idx="16"/>
          </p:nvPr>
        </p:nvSpPr>
        <p:spPr>
          <a:xfrm>
            <a:off x="485747" y="6437115"/>
            <a:ext cx="509098" cy="123111"/>
          </a:xfrm>
        </p:spPr>
        <p:txBody>
          <a:bodyPr/>
          <a:lstStyle/>
          <a:p>
            <a:fld id="{94FCA0F3-9F3A-694B-99BB-0E592A797735}" type="slidenum">
              <a:rPr lang="en-US" smtClean="0"/>
              <a:pPr/>
              <a:t>21</a:t>
            </a:fld>
            <a:endParaRPr lang="en-US"/>
          </a:p>
        </p:txBody>
      </p:sp>
    </p:spTree>
    <p:extLst>
      <p:ext uri="{BB962C8B-B14F-4D97-AF65-F5344CB8AC3E}">
        <p14:creationId xmlns:p14="http://schemas.microsoft.com/office/powerpoint/2010/main" val="13407066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2B639-A6BD-018A-17F5-D7A7C87D304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AE4D896-557F-F44F-11FB-ACCFB6C8690B}"/>
              </a:ext>
            </a:extLst>
          </p:cNvPr>
          <p:cNvSpPr>
            <a:spLocks noGrp="1"/>
          </p:cNvSpPr>
          <p:nvPr>
            <p:ph type="title"/>
          </p:nvPr>
        </p:nvSpPr>
        <p:spPr>
          <a:xfrm>
            <a:off x="485775" y="1970406"/>
            <a:ext cx="7394575" cy="2869882"/>
          </a:xfrm>
        </p:spPr>
        <p:txBody>
          <a:bodyPr/>
          <a:lstStyle/>
          <a:p>
            <a:r>
              <a:rPr lang="en-US" dirty="0"/>
              <a:t>Section header 5</a:t>
            </a:r>
          </a:p>
        </p:txBody>
      </p:sp>
      <p:sp>
        <p:nvSpPr>
          <p:cNvPr id="9" name="Text Placeholder 8">
            <a:extLst>
              <a:ext uri="{FF2B5EF4-FFF2-40B4-BE49-F238E27FC236}">
                <a16:creationId xmlns:a16="http://schemas.microsoft.com/office/drawing/2014/main" id="{A367E095-30C0-D95B-8D3A-7A417A37072B}"/>
              </a:ext>
            </a:extLst>
          </p:cNvPr>
          <p:cNvSpPr>
            <a:spLocks noGrp="1"/>
          </p:cNvSpPr>
          <p:nvPr>
            <p:ph type="body" sz="quarter" idx="13"/>
          </p:nvPr>
        </p:nvSpPr>
        <p:spPr/>
        <p:txBody>
          <a:bodyPr/>
          <a:lstStyle/>
          <a:p>
            <a:endParaRPr lang="en-US"/>
          </a:p>
        </p:txBody>
      </p:sp>
      <p:sp>
        <p:nvSpPr>
          <p:cNvPr id="2" name="Date Placeholder 1">
            <a:extLst>
              <a:ext uri="{FF2B5EF4-FFF2-40B4-BE49-F238E27FC236}">
                <a16:creationId xmlns:a16="http://schemas.microsoft.com/office/drawing/2014/main" id="{09C2E660-4247-D154-3438-3498888290BB}"/>
              </a:ext>
            </a:extLst>
          </p:cNvPr>
          <p:cNvSpPr>
            <a:spLocks noGrp="1"/>
          </p:cNvSpPr>
          <p:nvPr>
            <p:ph type="dt" sz="half" idx="14"/>
          </p:nvPr>
        </p:nvSpPr>
        <p:spPr>
          <a:xfrm>
            <a:off x="994845" y="6437115"/>
            <a:ext cx="1275686" cy="123111"/>
          </a:xfrm>
        </p:spPr>
        <p:txBody>
          <a:bodyPr/>
          <a:lstStyle/>
          <a:p>
            <a:fld id="{626A2C5C-C998-43A1-B259-133806E897E1}" type="datetime3">
              <a:rPr lang="en-US" smtClean="0"/>
              <a:t>11 July 2026</a:t>
            </a:fld>
            <a:endParaRPr lang="en-US" dirty="0"/>
          </a:p>
        </p:txBody>
      </p:sp>
      <p:sp>
        <p:nvSpPr>
          <p:cNvPr id="11" name="Footer Placeholder 10">
            <a:extLst>
              <a:ext uri="{FF2B5EF4-FFF2-40B4-BE49-F238E27FC236}">
                <a16:creationId xmlns:a16="http://schemas.microsoft.com/office/drawing/2014/main" id="{9D566F59-6950-A695-8EDD-F891315DE1A9}"/>
              </a:ext>
            </a:extLst>
          </p:cNvPr>
          <p:cNvSpPr>
            <a:spLocks noGrp="1"/>
          </p:cNvSpPr>
          <p:nvPr>
            <p:ph type="ftr" sz="quarter" idx="15"/>
          </p:nvPr>
        </p:nvSpPr>
        <p:spPr>
          <a:xfrm>
            <a:off x="2270531" y="6437115"/>
            <a:ext cx="3825470" cy="123111"/>
          </a:xfrm>
        </p:spPr>
        <p:txBody>
          <a:bodyPr/>
          <a:lstStyle/>
          <a:p>
            <a:r>
              <a:rPr lang="en-US"/>
              <a:t>Insert footer text here</a:t>
            </a:r>
          </a:p>
        </p:txBody>
      </p:sp>
      <p:sp>
        <p:nvSpPr>
          <p:cNvPr id="12" name="Slide Number Placeholder 11">
            <a:extLst>
              <a:ext uri="{FF2B5EF4-FFF2-40B4-BE49-F238E27FC236}">
                <a16:creationId xmlns:a16="http://schemas.microsoft.com/office/drawing/2014/main" id="{5BD0FB7A-F97D-65DC-DFDB-8C48FA4DD2D3}"/>
              </a:ext>
            </a:extLst>
          </p:cNvPr>
          <p:cNvSpPr>
            <a:spLocks noGrp="1"/>
          </p:cNvSpPr>
          <p:nvPr>
            <p:ph type="sldNum" sz="quarter" idx="16"/>
          </p:nvPr>
        </p:nvSpPr>
        <p:spPr>
          <a:xfrm>
            <a:off x="485747" y="6437115"/>
            <a:ext cx="509098" cy="123111"/>
          </a:xfrm>
        </p:spPr>
        <p:txBody>
          <a:bodyPr/>
          <a:lstStyle/>
          <a:p>
            <a:fld id="{94FCA0F3-9F3A-694B-99BB-0E592A797735}" type="slidenum">
              <a:rPr lang="en-US" smtClean="0"/>
              <a:pPr/>
              <a:t>22</a:t>
            </a:fld>
            <a:endParaRPr lang="en-US"/>
          </a:p>
        </p:txBody>
      </p:sp>
    </p:spTree>
    <p:extLst>
      <p:ext uri="{BB962C8B-B14F-4D97-AF65-F5344CB8AC3E}">
        <p14:creationId xmlns:p14="http://schemas.microsoft.com/office/powerpoint/2010/main" val="2491988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16B3750-E832-8314-9E96-ECC86D28EC84}"/>
              </a:ext>
            </a:extLst>
          </p:cNvPr>
          <p:cNvSpPr>
            <a:spLocks noGrp="1"/>
          </p:cNvSpPr>
          <p:nvPr>
            <p:ph type="title"/>
          </p:nvPr>
        </p:nvSpPr>
        <p:spPr>
          <a:xfrm>
            <a:off x="485775" y="3053616"/>
            <a:ext cx="7394575" cy="2869882"/>
          </a:xfrm>
        </p:spPr>
        <p:txBody>
          <a:bodyPr/>
          <a:lstStyle/>
          <a:p>
            <a:r>
              <a:rPr lang="en-US"/>
              <a:t>Section header 6</a:t>
            </a:r>
            <a:endParaRPr lang="en-US" dirty="0"/>
          </a:p>
        </p:txBody>
      </p:sp>
      <p:sp>
        <p:nvSpPr>
          <p:cNvPr id="8" name="Text Placeholder 7">
            <a:extLst>
              <a:ext uri="{FF2B5EF4-FFF2-40B4-BE49-F238E27FC236}">
                <a16:creationId xmlns:a16="http://schemas.microsoft.com/office/drawing/2014/main" id="{99F10977-6BF0-D6E2-A6E1-EDA66AE2FB7C}"/>
              </a:ext>
            </a:extLst>
          </p:cNvPr>
          <p:cNvSpPr>
            <a:spLocks noGrp="1"/>
          </p:cNvSpPr>
          <p:nvPr>
            <p:ph type="body" sz="quarter" idx="13"/>
          </p:nvPr>
        </p:nvSpPr>
        <p:spPr>
          <a:xfrm>
            <a:off x="485775" y="370800"/>
            <a:ext cx="7394575" cy="2169200"/>
          </a:xfrm>
        </p:spPr>
        <p:txBody>
          <a:bodyPr/>
          <a:lstStyle/>
          <a:p>
            <a:r>
              <a:rPr lang="en-US"/>
              <a:t>01</a:t>
            </a:r>
            <a:endParaRPr lang="en-US" dirty="0"/>
          </a:p>
        </p:txBody>
      </p:sp>
      <p:sp>
        <p:nvSpPr>
          <p:cNvPr id="9" name="Date Placeholder 8">
            <a:extLst>
              <a:ext uri="{FF2B5EF4-FFF2-40B4-BE49-F238E27FC236}">
                <a16:creationId xmlns:a16="http://schemas.microsoft.com/office/drawing/2014/main" id="{C7FFC71F-6295-7B5F-4FC1-764B45C2E732}"/>
              </a:ext>
            </a:extLst>
          </p:cNvPr>
          <p:cNvSpPr>
            <a:spLocks noGrp="1"/>
          </p:cNvSpPr>
          <p:nvPr>
            <p:ph type="dt" sz="half" idx="14"/>
          </p:nvPr>
        </p:nvSpPr>
        <p:spPr>
          <a:xfrm>
            <a:off x="994845" y="6437115"/>
            <a:ext cx="1275686" cy="123111"/>
          </a:xfrm>
        </p:spPr>
        <p:txBody>
          <a:bodyPr/>
          <a:lstStyle/>
          <a:p>
            <a:fld id="{022337A3-E9AB-46E0-AD6C-03B573E70BF3}" type="datetime3">
              <a:rPr lang="en-US" smtClean="0"/>
              <a:t>11 July 2026</a:t>
            </a:fld>
            <a:endParaRPr lang="en-US" dirty="0"/>
          </a:p>
        </p:txBody>
      </p:sp>
      <p:sp>
        <p:nvSpPr>
          <p:cNvPr id="5" name="Footer Placeholder 4">
            <a:extLst>
              <a:ext uri="{FF2B5EF4-FFF2-40B4-BE49-F238E27FC236}">
                <a16:creationId xmlns:a16="http://schemas.microsoft.com/office/drawing/2014/main" id="{879BE81E-9E66-7B2B-EB41-5FC161C6A1F3}"/>
              </a:ext>
            </a:extLst>
          </p:cNvPr>
          <p:cNvSpPr>
            <a:spLocks noGrp="1"/>
          </p:cNvSpPr>
          <p:nvPr>
            <p:ph type="ftr" sz="quarter" idx="15"/>
          </p:nvPr>
        </p:nvSpPr>
        <p:spPr>
          <a:xfrm>
            <a:off x="2270531" y="6437115"/>
            <a:ext cx="3825470" cy="123111"/>
          </a:xfrm>
        </p:spPr>
        <p:txBody>
          <a:bodyPr/>
          <a:lstStyle/>
          <a:p>
            <a:r>
              <a:rPr lang="en-US"/>
              <a:t>Insert footer text here</a:t>
            </a:r>
          </a:p>
        </p:txBody>
      </p:sp>
      <p:sp>
        <p:nvSpPr>
          <p:cNvPr id="6" name="Slide Number Placeholder 5">
            <a:extLst>
              <a:ext uri="{FF2B5EF4-FFF2-40B4-BE49-F238E27FC236}">
                <a16:creationId xmlns:a16="http://schemas.microsoft.com/office/drawing/2014/main" id="{AC975F2C-9DF3-D714-3189-D89815389D50}"/>
              </a:ext>
            </a:extLst>
          </p:cNvPr>
          <p:cNvSpPr>
            <a:spLocks noGrp="1"/>
          </p:cNvSpPr>
          <p:nvPr>
            <p:ph type="sldNum" sz="quarter" idx="16"/>
          </p:nvPr>
        </p:nvSpPr>
        <p:spPr>
          <a:xfrm>
            <a:off x="485747" y="6437115"/>
            <a:ext cx="509098" cy="123111"/>
          </a:xfrm>
        </p:spPr>
        <p:txBody>
          <a:bodyPr/>
          <a:lstStyle/>
          <a:p>
            <a:fld id="{F1BC30E3-FFE5-4B91-AA19-87A149EBB9EE}" type="slidenum">
              <a:rPr lang="en-US" smtClean="0"/>
              <a:pPr/>
              <a:t>23</a:t>
            </a:fld>
            <a:endParaRPr lang="en-US" dirty="0"/>
          </a:p>
        </p:txBody>
      </p:sp>
    </p:spTree>
    <p:extLst>
      <p:ext uri="{BB962C8B-B14F-4D97-AF65-F5344CB8AC3E}">
        <p14:creationId xmlns:p14="http://schemas.microsoft.com/office/powerpoint/2010/main" val="24501880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511A1-B693-327F-A6CE-94E47572FC14}"/>
              </a:ext>
            </a:extLst>
          </p:cNvPr>
          <p:cNvSpPr>
            <a:spLocks noGrp="1"/>
          </p:cNvSpPr>
          <p:nvPr>
            <p:ph type="title"/>
          </p:nvPr>
        </p:nvSpPr>
        <p:spPr>
          <a:xfrm>
            <a:off x="485523" y="369888"/>
            <a:ext cx="3314701" cy="470898"/>
          </a:xfrm>
        </p:spPr>
        <p:txBody>
          <a:bodyPr/>
          <a:lstStyle/>
          <a:p>
            <a:r>
              <a:rPr lang="en-US" dirty="0"/>
              <a:t>Contents</a:t>
            </a:r>
          </a:p>
        </p:txBody>
      </p:sp>
      <p:sp>
        <p:nvSpPr>
          <p:cNvPr id="36" name="Text Placeholder 35">
            <a:extLst>
              <a:ext uri="{FF2B5EF4-FFF2-40B4-BE49-F238E27FC236}">
                <a16:creationId xmlns:a16="http://schemas.microsoft.com/office/drawing/2014/main" id="{96FD05E4-4D2B-BD4C-D500-264AA69C5CF4}"/>
              </a:ext>
            </a:extLst>
          </p:cNvPr>
          <p:cNvSpPr>
            <a:spLocks noGrp="1"/>
          </p:cNvSpPr>
          <p:nvPr>
            <p:ph type="body" sz="quarter" idx="15"/>
          </p:nvPr>
        </p:nvSpPr>
        <p:spPr/>
        <p:txBody>
          <a:bodyPr/>
          <a:lstStyle/>
          <a:p>
            <a:endParaRPr lang="en-US"/>
          </a:p>
        </p:txBody>
      </p:sp>
      <p:sp>
        <p:nvSpPr>
          <p:cNvPr id="3" name="Date Placeholder 2">
            <a:extLst>
              <a:ext uri="{FF2B5EF4-FFF2-40B4-BE49-F238E27FC236}">
                <a16:creationId xmlns:a16="http://schemas.microsoft.com/office/drawing/2014/main" id="{454D3C98-D37E-94D9-99EC-9DC3172F05AB}"/>
              </a:ext>
            </a:extLst>
          </p:cNvPr>
          <p:cNvSpPr>
            <a:spLocks noGrp="1"/>
          </p:cNvSpPr>
          <p:nvPr>
            <p:ph type="dt" sz="half" idx="16"/>
          </p:nvPr>
        </p:nvSpPr>
        <p:spPr>
          <a:xfrm>
            <a:off x="994845" y="6437115"/>
            <a:ext cx="1275686" cy="123111"/>
          </a:xfrm>
        </p:spPr>
        <p:txBody>
          <a:bodyPr/>
          <a:lstStyle/>
          <a:p>
            <a:fld id="{67777B41-FA95-4AEE-BA90-A48ACCB46C87}" type="datetime3">
              <a:rPr lang="en-US" smtClean="0"/>
              <a:t>11 July 2026</a:t>
            </a:fld>
            <a:endParaRPr lang="en-US" dirty="0"/>
          </a:p>
        </p:txBody>
      </p:sp>
      <p:sp>
        <p:nvSpPr>
          <p:cNvPr id="18" name="Footer Placeholder 17">
            <a:extLst>
              <a:ext uri="{FF2B5EF4-FFF2-40B4-BE49-F238E27FC236}">
                <a16:creationId xmlns:a16="http://schemas.microsoft.com/office/drawing/2014/main" id="{575F309F-48EB-64D2-CFC9-9C28E6887DBA}"/>
              </a:ext>
            </a:extLst>
          </p:cNvPr>
          <p:cNvSpPr>
            <a:spLocks noGrp="1"/>
          </p:cNvSpPr>
          <p:nvPr>
            <p:ph type="ftr" sz="quarter" idx="17"/>
          </p:nvPr>
        </p:nvSpPr>
        <p:spPr>
          <a:xfrm>
            <a:off x="2270531" y="6437115"/>
            <a:ext cx="3825470" cy="123111"/>
          </a:xfrm>
        </p:spPr>
        <p:txBody>
          <a:bodyPr/>
          <a:lstStyle/>
          <a:p>
            <a:r>
              <a:rPr lang="en-US"/>
              <a:t>Insert footer text here</a:t>
            </a:r>
            <a:endParaRPr lang="en-US" dirty="0"/>
          </a:p>
        </p:txBody>
      </p:sp>
      <p:sp>
        <p:nvSpPr>
          <p:cNvPr id="19" name="Slide Number Placeholder 18">
            <a:extLst>
              <a:ext uri="{FF2B5EF4-FFF2-40B4-BE49-F238E27FC236}">
                <a16:creationId xmlns:a16="http://schemas.microsoft.com/office/drawing/2014/main" id="{6250176A-8703-79C1-E102-3B36E4038DFD}"/>
              </a:ext>
            </a:extLst>
          </p:cNvPr>
          <p:cNvSpPr>
            <a:spLocks noGrp="1"/>
          </p:cNvSpPr>
          <p:nvPr>
            <p:ph type="sldNum" sz="quarter" idx="18"/>
          </p:nvPr>
        </p:nvSpPr>
        <p:spPr>
          <a:xfrm>
            <a:off x="485747" y="6437115"/>
            <a:ext cx="509098" cy="123111"/>
          </a:xfrm>
        </p:spPr>
        <p:txBody>
          <a:bodyPr/>
          <a:lstStyle/>
          <a:p>
            <a:fld id="{F1BC30E3-FFE5-4B91-AA19-87A149EBB9EE}" type="slidenum">
              <a:rPr lang="en-US" smtClean="0"/>
              <a:pPr/>
              <a:t>24</a:t>
            </a:fld>
            <a:endParaRPr lang="en-US" dirty="0"/>
          </a:p>
        </p:txBody>
      </p:sp>
      <p:sp>
        <p:nvSpPr>
          <p:cNvPr id="37" name="Text Placeholder 36">
            <a:extLst>
              <a:ext uri="{FF2B5EF4-FFF2-40B4-BE49-F238E27FC236}">
                <a16:creationId xmlns:a16="http://schemas.microsoft.com/office/drawing/2014/main" id="{BA597925-CA7E-DAEC-CE3A-50260B1A9F1C}"/>
              </a:ext>
            </a:extLst>
          </p:cNvPr>
          <p:cNvSpPr>
            <a:spLocks noGrp="1"/>
          </p:cNvSpPr>
          <p:nvPr>
            <p:ph type="body" sz="quarter" idx="21"/>
          </p:nvPr>
        </p:nvSpPr>
        <p:spPr/>
        <p:txBody>
          <a:bodyPr/>
          <a:lstStyle/>
          <a:p>
            <a:endParaRPr lang="en-US" dirty="0"/>
          </a:p>
        </p:txBody>
      </p:sp>
    </p:spTree>
    <p:extLst>
      <p:ext uri="{BB962C8B-B14F-4D97-AF65-F5344CB8AC3E}">
        <p14:creationId xmlns:p14="http://schemas.microsoft.com/office/powerpoint/2010/main" val="29749712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 Placeholder 43">
            <a:extLst>
              <a:ext uri="{FF2B5EF4-FFF2-40B4-BE49-F238E27FC236}">
                <a16:creationId xmlns:a16="http://schemas.microsoft.com/office/drawing/2014/main" id="{359AC2C3-0E72-7F2A-07AB-B220A01B1D35}"/>
              </a:ext>
            </a:extLst>
          </p:cNvPr>
          <p:cNvSpPr>
            <a:spLocks noGrp="1"/>
          </p:cNvSpPr>
          <p:nvPr>
            <p:ph type="body" sz="quarter" idx="28"/>
          </p:nvPr>
        </p:nvSpPr>
        <p:spPr/>
        <p:txBody>
          <a:bodyPr/>
          <a:lstStyle/>
          <a:p>
            <a:endParaRPr lang="en-US"/>
          </a:p>
        </p:txBody>
      </p:sp>
      <p:sp>
        <p:nvSpPr>
          <p:cNvPr id="45" name="Text Placeholder 44">
            <a:extLst>
              <a:ext uri="{FF2B5EF4-FFF2-40B4-BE49-F238E27FC236}">
                <a16:creationId xmlns:a16="http://schemas.microsoft.com/office/drawing/2014/main" id="{4AB5E8F1-F16A-7774-D461-18DCECAE5288}"/>
              </a:ext>
            </a:extLst>
          </p:cNvPr>
          <p:cNvSpPr>
            <a:spLocks noGrp="1"/>
          </p:cNvSpPr>
          <p:nvPr>
            <p:ph type="body" sz="quarter" idx="29"/>
          </p:nvPr>
        </p:nvSpPr>
        <p:spPr/>
        <p:txBody>
          <a:bodyPr/>
          <a:lstStyle/>
          <a:p>
            <a:endParaRPr lang="en-US"/>
          </a:p>
        </p:txBody>
      </p:sp>
      <p:sp>
        <p:nvSpPr>
          <p:cNvPr id="46" name="Text Placeholder 45">
            <a:extLst>
              <a:ext uri="{FF2B5EF4-FFF2-40B4-BE49-F238E27FC236}">
                <a16:creationId xmlns:a16="http://schemas.microsoft.com/office/drawing/2014/main" id="{70FFD1AB-4E30-C871-4994-4172DE4E220F}"/>
              </a:ext>
            </a:extLst>
          </p:cNvPr>
          <p:cNvSpPr>
            <a:spLocks noGrp="1"/>
          </p:cNvSpPr>
          <p:nvPr>
            <p:ph type="body" sz="quarter" idx="30"/>
          </p:nvPr>
        </p:nvSpPr>
        <p:spPr/>
        <p:txBody>
          <a:bodyPr/>
          <a:lstStyle/>
          <a:p>
            <a:endParaRPr lang="en-US"/>
          </a:p>
        </p:txBody>
      </p:sp>
      <p:sp>
        <p:nvSpPr>
          <p:cNvPr id="47" name="Text Placeholder 46">
            <a:extLst>
              <a:ext uri="{FF2B5EF4-FFF2-40B4-BE49-F238E27FC236}">
                <a16:creationId xmlns:a16="http://schemas.microsoft.com/office/drawing/2014/main" id="{C8AAAC7D-6904-9B06-62FC-7D043D55FA58}"/>
              </a:ext>
            </a:extLst>
          </p:cNvPr>
          <p:cNvSpPr>
            <a:spLocks noGrp="1"/>
          </p:cNvSpPr>
          <p:nvPr>
            <p:ph type="body" sz="quarter" idx="31"/>
          </p:nvPr>
        </p:nvSpPr>
        <p:spPr/>
        <p:txBody>
          <a:bodyPr/>
          <a:lstStyle/>
          <a:p>
            <a:endParaRPr lang="en-US"/>
          </a:p>
        </p:txBody>
      </p:sp>
      <p:sp>
        <p:nvSpPr>
          <p:cNvPr id="49" name="Text Placeholder 48">
            <a:extLst>
              <a:ext uri="{FF2B5EF4-FFF2-40B4-BE49-F238E27FC236}">
                <a16:creationId xmlns:a16="http://schemas.microsoft.com/office/drawing/2014/main" id="{8CBC1930-4871-3CE4-BE1C-BE868A9727AA}"/>
              </a:ext>
            </a:extLst>
          </p:cNvPr>
          <p:cNvSpPr>
            <a:spLocks noGrp="1"/>
          </p:cNvSpPr>
          <p:nvPr>
            <p:ph type="body" sz="quarter" idx="33"/>
          </p:nvPr>
        </p:nvSpPr>
        <p:spPr/>
        <p:txBody>
          <a:bodyPr/>
          <a:lstStyle/>
          <a:p>
            <a:endParaRPr lang="en-US"/>
          </a:p>
        </p:txBody>
      </p:sp>
      <p:sp>
        <p:nvSpPr>
          <p:cNvPr id="50" name="Text Placeholder 49">
            <a:extLst>
              <a:ext uri="{FF2B5EF4-FFF2-40B4-BE49-F238E27FC236}">
                <a16:creationId xmlns:a16="http://schemas.microsoft.com/office/drawing/2014/main" id="{0D124BAE-A62C-1ABF-597B-7D1DF630F371}"/>
              </a:ext>
            </a:extLst>
          </p:cNvPr>
          <p:cNvSpPr>
            <a:spLocks noGrp="1"/>
          </p:cNvSpPr>
          <p:nvPr>
            <p:ph type="body" sz="quarter" idx="34"/>
          </p:nvPr>
        </p:nvSpPr>
        <p:spPr/>
        <p:txBody>
          <a:bodyPr/>
          <a:lstStyle/>
          <a:p>
            <a:endParaRPr lang="en-US"/>
          </a:p>
        </p:txBody>
      </p:sp>
      <p:sp>
        <p:nvSpPr>
          <p:cNvPr id="51" name="Text Placeholder 50">
            <a:extLst>
              <a:ext uri="{FF2B5EF4-FFF2-40B4-BE49-F238E27FC236}">
                <a16:creationId xmlns:a16="http://schemas.microsoft.com/office/drawing/2014/main" id="{5E24D947-67E8-BBE0-CB13-8DE6839DCE55}"/>
              </a:ext>
            </a:extLst>
          </p:cNvPr>
          <p:cNvSpPr>
            <a:spLocks noGrp="1"/>
          </p:cNvSpPr>
          <p:nvPr>
            <p:ph type="body" sz="quarter" idx="35"/>
          </p:nvPr>
        </p:nvSpPr>
        <p:spPr/>
        <p:txBody>
          <a:bodyPr/>
          <a:lstStyle/>
          <a:p>
            <a:endParaRPr lang="en-US"/>
          </a:p>
        </p:txBody>
      </p:sp>
      <p:sp>
        <p:nvSpPr>
          <p:cNvPr id="8" name="Title 7">
            <a:extLst>
              <a:ext uri="{FF2B5EF4-FFF2-40B4-BE49-F238E27FC236}">
                <a16:creationId xmlns:a16="http://schemas.microsoft.com/office/drawing/2014/main" id="{2C9EE61B-9FC0-6A9F-B636-3B330C2C3B00}"/>
              </a:ext>
            </a:extLst>
          </p:cNvPr>
          <p:cNvSpPr>
            <a:spLocks noGrp="1"/>
          </p:cNvSpPr>
          <p:nvPr>
            <p:ph type="title"/>
          </p:nvPr>
        </p:nvSpPr>
        <p:spPr>
          <a:xfrm>
            <a:off x="485523" y="369888"/>
            <a:ext cx="11224347" cy="470898"/>
          </a:xfrm>
        </p:spPr>
        <p:txBody>
          <a:bodyPr/>
          <a:lstStyle/>
          <a:p>
            <a:r>
              <a:rPr lang="en-US" dirty="0"/>
              <a:t>Agenda</a:t>
            </a:r>
          </a:p>
        </p:txBody>
      </p:sp>
      <p:sp>
        <p:nvSpPr>
          <p:cNvPr id="42" name="Text Placeholder 41">
            <a:extLst>
              <a:ext uri="{FF2B5EF4-FFF2-40B4-BE49-F238E27FC236}">
                <a16:creationId xmlns:a16="http://schemas.microsoft.com/office/drawing/2014/main" id="{F3694DA1-3934-D179-E732-0DBC0F07DC70}"/>
              </a:ext>
            </a:extLst>
          </p:cNvPr>
          <p:cNvSpPr>
            <a:spLocks noGrp="1"/>
          </p:cNvSpPr>
          <p:nvPr>
            <p:ph type="body" sz="quarter" idx="13"/>
          </p:nvPr>
        </p:nvSpPr>
        <p:spPr/>
        <p:txBody>
          <a:bodyPr/>
          <a:lstStyle/>
          <a:p>
            <a:endParaRPr lang="en-US"/>
          </a:p>
        </p:txBody>
      </p:sp>
      <p:sp>
        <p:nvSpPr>
          <p:cNvPr id="43" name="Text Placeholder 42">
            <a:extLst>
              <a:ext uri="{FF2B5EF4-FFF2-40B4-BE49-F238E27FC236}">
                <a16:creationId xmlns:a16="http://schemas.microsoft.com/office/drawing/2014/main" id="{3A0F164F-0075-9620-2A42-8A74B9487E0B}"/>
              </a:ext>
            </a:extLst>
          </p:cNvPr>
          <p:cNvSpPr>
            <a:spLocks noGrp="1"/>
          </p:cNvSpPr>
          <p:nvPr>
            <p:ph type="body" sz="quarter" idx="27"/>
          </p:nvPr>
        </p:nvSpPr>
        <p:spPr/>
        <p:txBody>
          <a:bodyPr/>
          <a:lstStyle/>
          <a:p>
            <a:endParaRPr lang="en-US"/>
          </a:p>
        </p:txBody>
      </p:sp>
      <p:sp>
        <p:nvSpPr>
          <p:cNvPr id="48" name="Text Placeholder 47">
            <a:extLst>
              <a:ext uri="{FF2B5EF4-FFF2-40B4-BE49-F238E27FC236}">
                <a16:creationId xmlns:a16="http://schemas.microsoft.com/office/drawing/2014/main" id="{E7A08142-9BE9-EF3C-B020-31DC6B717C1D}"/>
              </a:ext>
            </a:extLst>
          </p:cNvPr>
          <p:cNvSpPr>
            <a:spLocks noGrp="1"/>
          </p:cNvSpPr>
          <p:nvPr>
            <p:ph type="body" sz="quarter" idx="32"/>
          </p:nvPr>
        </p:nvSpPr>
        <p:spPr/>
        <p:txBody>
          <a:bodyPr/>
          <a:lstStyle/>
          <a:p>
            <a:endParaRPr lang="en-US"/>
          </a:p>
        </p:txBody>
      </p:sp>
      <p:sp>
        <p:nvSpPr>
          <p:cNvPr id="52" name="SmartArt Placeholder 51">
            <a:extLst>
              <a:ext uri="{FF2B5EF4-FFF2-40B4-BE49-F238E27FC236}">
                <a16:creationId xmlns:a16="http://schemas.microsoft.com/office/drawing/2014/main" id="{82061B2E-062B-2336-53D1-6DA5A8516084}"/>
              </a:ext>
              <a:ext uri="{C183D7F6-B498-43B3-948B-1728B52AA6E4}">
                <adec:decorative xmlns:adec="http://schemas.microsoft.com/office/drawing/2017/decorative" val="1"/>
              </a:ext>
            </a:extLst>
          </p:cNvPr>
          <p:cNvSpPr>
            <a:spLocks noGrp="1"/>
          </p:cNvSpPr>
          <p:nvPr>
            <p:ph type="dgm" sz="quarter" idx="36"/>
          </p:nvPr>
        </p:nvSpPr>
        <p:spPr/>
        <p:txBody>
          <a:bodyPr/>
          <a:lstStyle/>
          <a:p>
            <a:endParaRPr lang="en-US"/>
          </a:p>
        </p:txBody>
      </p:sp>
      <p:sp>
        <p:nvSpPr>
          <p:cNvPr id="53" name="SmartArt Placeholder 52">
            <a:extLst>
              <a:ext uri="{FF2B5EF4-FFF2-40B4-BE49-F238E27FC236}">
                <a16:creationId xmlns:a16="http://schemas.microsoft.com/office/drawing/2014/main" id="{8954EC7C-2E13-766B-EFBC-16C1EC9ADA69}"/>
              </a:ext>
              <a:ext uri="{C183D7F6-B498-43B3-948B-1728B52AA6E4}">
                <adec:decorative xmlns:adec="http://schemas.microsoft.com/office/drawing/2017/decorative" val="1"/>
              </a:ext>
            </a:extLst>
          </p:cNvPr>
          <p:cNvSpPr>
            <a:spLocks noGrp="1"/>
          </p:cNvSpPr>
          <p:nvPr>
            <p:ph type="dgm" sz="quarter" idx="37"/>
          </p:nvPr>
        </p:nvSpPr>
        <p:spPr/>
        <p:txBody>
          <a:bodyPr/>
          <a:lstStyle/>
          <a:p>
            <a:endParaRPr lang="en-US"/>
          </a:p>
        </p:txBody>
      </p:sp>
      <p:sp>
        <p:nvSpPr>
          <p:cNvPr id="54" name="SmartArt Placeholder 53">
            <a:extLst>
              <a:ext uri="{FF2B5EF4-FFF2-40B4-BE49-F238E27FC236}">
                <a16:creationId xmlns:a16="http://schemas.microsoft.com/office/drawing/2014/main" id="{DD3DEA52-9E5F-543E-06E7-54412F23ECBD}"/>
              </a:ext>
              <a:ext uri="{C183D7F6-B498-43B3-948B-1728B52AA6E4}">
                <adec:decorative xmlns:adec="http://schemas.microsoft.com/office/drawing/2017/decorative" val="1"/>
              </a:ext>
            </a:extLst>
          </p:cNvPr>
          <p:cNvSpPr>
            <a:spLocks noGrp="1"/>
          </p:cNvSpPr>
          <p:nvPr>
            <p:ph type="dgm" sz="quarter" idx="38"/>
          </p:nvPr>
        </p:nvSpPr>
        <p:spPr/>
        <p:txBody>
          <a:bodyPr/>
          <a:lstStyle/>
          <a:p>
            <a:endParaRPr lang="en-US"/>
          </a:p>
        </p:txBody>
      </p:sp>
      <p:sp>
        <p:nvSpPr>
          <p:cNvPr id="55" name="SmartArt Placeholder 54">
            <a:extLst>
              <a:ext uri="{FF2B5EF4-FFF2-40B4-BE49-F238E27FC236}">
                <a16:creationId xmlns:a16="http://schemas.microsoft.com/office/drawing/2014/main" id="{F00ECE40-C943-A00B-B3BF-0313FCD95D3E}"/>
              </a:ext>
              <a:ext uri="{C183D7F6-B498-43B3-948B-1728B52AA6E4}">
                <adec:decorative xmlns:adec="http://schemas.microsoft.com/office/drawing/2017/decorative" val="1"/>
              </a:ext>
            </a:extLst>
          </p:cNvPr>
          <p:cNvSpPr>
            <a:spLocks noGrp="1"/>
          </p:cNvSpPr>
          <p:nvPr>
            <p:ph type="dgm" sz="quarter" idx="39"/>
          </p:nvPr>
        </p:nvSpPr>
        <p:spPr/>
        <p:txBody>
          <a:bodyPr/>
          <a:lstStyle/>
          <a:p>
            <a:endParaRPr lang="en-US"/>
          </a:p>
        </p:txBody>
      </p:sp>
      <p:sp>
        <p:nvSpPr>
          <p:cNvPr id="2" name="Date Placeholder 1">
            <a:extLst>
              <a:ext uri="{FF2B5EF4-FFF2-40B4-BE49-F238E27FC236}">
                <a16:creationId xmlns:a16="http://schemas.microsoft.com/office/drawing/2014/main" id="{D0661C22-0FC8-DB9C-37A7-E7F7EE5F2E6F}"/>
              </a:ext>
            </a:extLst>
          </p:cNvPr>
          <p:cNvSpPr>
            <a:spLocks noGrp="1"/>
          </p:cNvSpPr>
          <p:nvPr>
            <p:ph type="dt" sz="half" idx="40"/>
          </p:nvPr>
        </p:nvSpPr>
        <p:spPr>
          <a:xfrm>
            <a:off x="994845" y="6437115"/>
            <a:ext cx="1275686" cy="123111"/>
          </a:xfrm>
        </p:spPr>
        <p:txBody>
          <a:bodyPr/>
          <a:lstStyle/>
          <a:p>
            <a:fld id="{47A4EBD2-2990-4107-BFF1-1338B193F3F7}" type="datetime3">
              <a:rPr lang="en-US" smtClean="0"/>
              <a:t>11 July 2026</a:t>
            </a:fld>
            <a:endParaRPr lang="en-US" dirty="0"/>
          </a:p>
        </p:txBody>
      </p:sp>
      <p:sp>
        <p:nvSpPr>
          <p:cNvPr id="4" name="Footer Placeholder 3">
            <a:extLst>
              <a:ext uri="{FF2B5EF4-FFF2-40B4-BE49-F238E27FC236}">
                <a16:creationId xmlns:a16="http://schemas.microsoft.com/office/drawing/2014/main" id="{2711681C-F5DF-F773-55AC-51F14DBC4795}"/>
              </a:ext>
            </a:extLst>
          </p:cNvPr>
          <p:cNvSpPr>
            <a:spLocks noGrp="1"/>
          </p:cNvSpPr>
          <p:nvPr>
            <p:ph type="ftr" sz="quarter" idx="41"/>
          </p:nvPr>
        </p:nvSpPr>
        <p:spPr>
          <a:xfrm>
            <a:off x="2270531" y="6437115"/>
            <a:ext cx="3825470" cy="123111"/>
          </a:xfrm>
        </p:spPr>
        <p:txBody>
          <a:bodyPr/>
          <a:lstStyle/>
          <a:p>
            <a:r>
              <a:rPr lang="en-US"/>
              <a:t>Insert footer text here</a:t>
            </a:r>
            <a:endParaRPr lang="en-US" dirty="0"/>
          </a:p>
        </p:txBody>
      </p:sp>
      <p:sp>
        <p:nvSpPr>
          <p:cNvPr id="5" name="Slide Number Placeholder 4">
            <a:extLst>
              <a:ext uri="{FF2B5EF4-FFF2-40B4-BE49-F238E27FC236}">
                <a16:creationId xmlns:a16="http://schemas.microsoft.com/office/drawing/2014/main" id="{1D0940CD-5069-2C39-6645-A8198FE18CAF}"/>
              </a:ext>
            </a:extLst>
          </p:cNvPr>
          <p:cNvSpPr>
            <a:spLocks noGrp="1"/>
          </p:cNvSpPr>
          <p:nvPr>
            <p:ph type="sldNum" sz="quarter" idx="42"/>
          </p:nvPr>
        </p:nvSpPr>
        <p:spPr>
          <a:xfrm>
            <a:off x="485747" y="6437115"/>
            <a:ext cx="509098" cy="123111"/>
          </a:xfrm>
        </p:spPr>
        <p:txBody>
          <a:bodyPr/>
          <a:lstStyle/>
          <a:p>
            <a:fld id="{F1BC30E3-FFE5-4B91-AA19-87A149EBB9EE}" type="slidenum">
              <a:rPr lang="en-US" smtClean="0"/>
              <a:pPr/>
              <a:t>25</a:t>
            </a:fld>
            <a:endParaRPr lang="en-US" dirty="0"/>
          </a:p>
        </p:txBody>
      </p:sp>
    </p:spTree>
    <p:extLst>
      <p:ext uri="{BB962C8B-B14F-4D97-AF65-F5344CB8AC3E}">
        <p14:creationId xmlns:p14="http://schemas.microsoft.com/office/powerpoint/2010/main" val="33497650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C71CD63-FC97-CE19-7625-ED1579550EF1}"/>
              </a:ext>
            </a:extLst>
          </p:cNvPr>
          <p:cNvSpPr>
            <a:spLocks noGrp="1"/>
          </p:cNvSpPr>
          <p:nvPr>
            <p:ph type="title" idx="4294967295"/>
          </p:nvPr>
        </p:nvSpPr>
        <p:spPr>
          <a:xfrm>
            <a:off x="485775" y="1947863"/>
            <a:ext cx="11218863" cy="430371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85000"/>
              </a:lnSpc>
              <a:spcBef>
                <a:spcPts val="400"/>
              </a:spcBef>
              <a:spcAft>
                <a:spcPts val="400"/>
              </a:spcAft>
              <a:buClr>
                <a:schemeClr val="tx2"/>
              </a:buClr>
              <a:buSzPct val="100000"/>
              <a:buFont typeface="Wingdings" pitchFamily="2" charset="2"/>
              <a:buNone/>
              <a:tabLst/>
              <a:defRPr/>
            </a:pPr>
            <a:r>
              <a:rPr kumimoji="0" lang="en-US" sz="8000" b="1" i="0" u="none" strike="noStrike" kern="1200" cap="none" spc="0" normalizeH="0" baseline="0" noProof="0" dirty="0">
                <a:ln>
                  <a:noFill/>
                </a:ln>
                <a:solidFill>
                  <a:schemeClr val="tx1"/>
                </a:solidFill>
                <a:effectLst/>
                <a:uLnTx/>
                <a:uFillTx/>
                <a:ea typeface="+mn-ea"/>
                <a:cs typeface="+mn-cs"/>
              </a:rPr>
              <a:t>Key statement</a:t>
            </a:r>
          </a:p>
        </p:txBody>
      </p:sp>
      <p:sp>
        <p:nvSpPr>
          <p:cNvPr id="2" name="Date Placeholder 1">
            <a:extLst>
              <a:ext uri="{FF2B5EF4-FFF2-40B4-BE49-F238E27FC236}">
                <a16:creationId xmlns:a16="http://schemas.microsoft.com/office/drawing/2014/main" id="{50E25031-95DE-7CF5-05BC-192804532118}"/>
              </a:ext>
            </a:extLst>
          </p:cNvPr>
          <p:cNvSpPr>
            <a:spLocks noGrp="1"/>
          </p:cNvSpPr>
          <p:nvPr>
            <p:ph type="dt" sz="half" idx="14"/>
          </p:nvPr>
        </p:nvSpPr>
        <p:spPr>
          <a:xfrm>
            <a:off x="994845" y="6437115"/>
            <a:ext cx="1275686" cy="123111"/>
          </a:xfrm>
        </p:spPr>
        <p:txBody>
          <a:bodyPr/>
          <a:lstStyle/>
          <a:p>
            <a:fld id="{5ED525D9-8CC2-426F-8600-CDA906225985}" type="datetime3">
              <a:rPr lang="en-US" smtClean="0"/>
              <a:t>11 July 2026</a:t>
            </a:fld>
            <a:endParaRPr lang="en-US" dirty="0"/>
          </a:p>
        </p:txBody>
      </p:sp>
      <p:sp>
        <p:nvSpPr>
          <p:cNvPr id="10" name="Footer Placeholder 9">
            <a:extLst>
              <a:ext uri="{FF2B5EF4-FFF2-40B4-BE49-F238E27FC236}">
                <a16:creationId xmlns:a16="http://schemas.microsoft.com/office/drawing/2014/main" id="{70FFDA0A-0CED-CDF7-0686-0BE98396E8A0}"/>
              </a:ext>
            </a:extLst>
          </p:cNvPr>
          <p:cNvSpPr>
            <a:spLocks noGrp="1"/>
          </p:cNvSpPr>
          <p:nvPr>
            <p:ph type="ftr" sz="quarter" idx="15"/>
          </p:nvPr>
        </p:nvSpPr>
        <p:spPr>
          <a:xfrm>
            <a:off x="2270531" y="6437115"/>
            <a:ext cx="3825470" cy="123111"/>
          </a:xfrm>
        </p:spPr>
        <p:txBody>
          <a:bodyPr/>
          <a:lstStyle/>
          <a:p>
            <a:r>
              <a:rPr lang="en-US"/>
              <a:t>Insert footer text here</a:t>
            </a:r>
          </a:p>
        </p:txBody>
      </p:sp>
      <p:sp>
        <p:nvSpPr>
          <p:cNvPr id="11" name="Slide Number Placeholder 10">
            <a:extLst>
              <a:ext uri="{FF2B5EF4-FFF2-40B4-BE49-F238E27FC236}">
                <a16:creationId xmlns:a16="http://schemas.microsoft.com/office/drawing/2014/main" id="{1BF0108C-1AE1-79C2-215A-64C281B1EE55}"/>
              </a:ext>
            </a:extLst>
          </p:cNvPr>
          <p:cNvSpPr>
            <a:spLocks noGrp="1"/>
          </p:cNvSpPr>
          <p:nvPr>
            <p:ph type="sldNum" sz="quarter" idx="16"/>
          </p:nvPr>
        </p:nvSpPr>
        <p:spPr>
          <a:xfrm>
            <a:off x="485747" y="6437115"/>
            <a:ext cx="509098" cy="123111"/>
          </a:xfrm>
        </p:spPr>
        <p:txBody>
          <a:bodyPr/>
          <a:lstStyle/>
          <a:p>
            <a:fld id="{94FCA0F3-9F3A-694B-99BB-0E592A797735}" type="slidenum">
              <a:rPr lang="en-US" smtClean="0"/>
              <a:pPr/>
              <a:t>26</a:t>
            </a:fld>
            <a:endParaRPr lang="en-US"/>
          </a:p>
        </p:txBody>
      </p:sp>
    </p:spTree>
    <p:extLst>
      <p:ext uri="{BB962C8B-B14F-4D97-AF65-F5344CB8AC3E}">
        <p14:creationId xmlns:p14="http://schemas.microsoft.com/office/powerpoint/2010/main" val="5578539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9B897-F2B9-0AA9-194F-F057C88C0C65}"/>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FA831AC-C0BA-35AA-C5EF-1263E05AB1EC}"/>
              </a:ext>
            </a:extLst>
          </p:cNvPr>
          <p:cNvSpPr>
            <a:spLocks noGrp="1"/>
          </p:cNvSpPr>
          <p:nvPr>
            <p:ph type="title" idx="4294967295"/>
          </p:nvPr>
        </p:nvSpPr>
        <p:spPr>
          <a:xfrm>
            <a:off x="485775" y="1947863"/>
            <a:ext cx="11218863" cy="430371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85000"/>
              </a:lnSpc>
              <a:spcBef>
                <a:spcPts val="400"/>
              </a:spcBef>
              <a:spcAft>
                <a:spcPts val="400"/>
              </a:spcAft>
              <a:buClr>
                <a:schemeClr val="tx2"/>
              </a:buClr>
              <a:buSzPct val="100000"/>
              <a:buFont typeface="Wingdings" pitchFamily="2" charset="2"/>
              <a:buNone/>
              <a:tabLst/>
              <a:defRPr/>
            </a:pPr>
            <a:r>
              <a:rPr kumimoji="0" lang="en-US" sz="8000" b="1" i="0" u="none" strike="noStrike" kern="1200" cap="none" spc="0" normalizeH="0" baseline="0" noProof="0" dirty="0">
                <a:ln>
                  <a:noFill/>
                </a:ln>
                <a:solidFill>
                  <a:schemeClr val="tx1"/>
                </a:solidFill>
                <a:effectLst/>
                <a:uLnTx/>
                <a:uFillTx/>
                <a:ea typeface="+mn-ea"/>
                <a:cs typeface="+mn-cs"/>
              </a:rPr>
              <a:t>Key statement 2</a:t>
            </a:r>
          </a:p>
        </p:txBody>
      </p:sp>
      <p:sp>
        <p:nvSpPr>
          <p:cNvPr id="2" name="Date Placeholder 1">
            <a:extLst>
              <a:ext uri="{FF2B5EF4-FFF2-40B4-BE49-F238E27FC236}">
                <a16:creationId xmlns:a16="http://schemas.microsoft.com/office/drawing/2014/main" id="{65A1FA5B-78A6-4C40-AED4-A6B62D9B5AF2}"/>
              </a:ext>
            </a:extLst>
          </p:cNvPr>
          <p:cNvSpPr>
            <a:spLocks noGrp="1"/>
          </p:cNvSpPr>
          <p:nvPr>
            <p:ph type="dt" sz="half" idx="14"/>
          </p:nvPr>
        </p:nvSpPr>
        <p:spPr>
          <a:xfrm>
            <a:off x="994845" y="6437115"/>
            <a:ext cx="1275686" cy="123111"/>
          </a:xfrm>
        </p:spPr>
        <p:txBody>
          <a:bodyPr/>
          <a:lstStyle/>
          <a:p>
            <a:fld id="{075650EB-4A8A-4C40-B364-726C51B6BDEA}" type="datetime3">
              <a:rPr lang="en-US" smtClean="0"/>
              <a:t>11 July 2026</a:t>
            </a:fld>
            <a:endParaRPr lang="en-US" dirty="0"/>
          </a:p>
        </p:txBody>
      </p:sp>
      <p:sp>
        <p:nvSpPr>
          <p:cNvPr id="10" name="Footer Placeholder 9">
            <a:extLst>
              <a:ext uri="{FF2B5EF4-FFF2-40B4-BE49-F238E27FC236}">
                <a16:creationId xmlns:a16="http://schemas.microsoft.com/office/drawing/2014/main" id="{4C1BF47B-51FE-647E-AF8E-862DE54DA95D}"/>
              </a:ext>
            </a:extLst>
          </p:cNvPr>
          <p:cNvSpPr>
            <a:spLocks noGrp="1"/>
          </p:cNvSpPr>
          <p:nvPr>
            <p:ph type="ftr" sz="quarter" idx="15"/>
          </p:nvPr>
        </p:nvSpPr>
        <p:spPr>
          <a:xfrm>
            <a:off x="2270531" y="6437115"/>
            <a:ext cx="3825470" cy="123111"/>
          </a:xfrm>
        </p:spPr>
        <p:txBody>
          <a:bodyPr/>
          <a:lstStyle/>
          <a:p>
            <a:r>
              <a:rPr lang="en-US"/>
              <a:t>Insert footer text here</a:t>
            </a:r>
          </a:p>
        </p:txBody>
      </p:sp>
      <p:sp>
        <p:nvSpPr>
          <p:cNvPr id="11" name="Slide Number Placeholder 10">
            <a:extLst>
              <a:ext uri="{FF2B5EF4-FFF2-40B4-BE49-F238E27FC236}">
                <a16:creationId xmlns:a16="http://schemas.microsoft.com/office/drawing/2014/main" id="{EFE9ADF3-AD79-222C-9175-A669C43F06F5}"/>
              </a:ext>
            </a:extLst>
          </p:cNvPr>
          <p:cNvSpPr>
            <a:spLocks noGrp="1"/>
          </p:cNvSpPr>
          <p:nvPr>
            <p:ph type="sldNum" sz="quarter" idx="16"/>
          </p:nvPr>
        </p:nvSpPr>
        <p:spPr>
          <a:xfrm>
            <a:off x="485747" y="6437115"/>
            <a:ext cx="509098" cy="123111"/>
          </a:xfrm>
        </p:spPr>
        <p:txBody>
          <a:bodyPr/>
          <a:lstStyle/>
          <a:p>
            <a:fld id="{94FCA0F3-9F3A-694B-99BB-0E592A797735}" type="slidenum">
              <a:rPr lang="en-US" smtClean="0"/>
              <a:pPr/>
              <a:t>27</a:t>
            </a:fld>
            <a:endParaRPr lang="en-US"/>
          </a:p>
        </p:txBody>
      </p:sp>
    </p:spTree>
    <p:extLst>
      <p:ext uri="{BB962C8B-B14F-4D97-AF65-F5344CB8AC3E}">
        <p14:creationId xmlns:p14="http://schemas.microsoft.com/office/powerpoint/2010/main" val="3126881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B392B-8B27-3170-DA03-FD02B7A5937A}"/>
            </a:ext>
          </a:extLst>
        </p:cNvPr>
        <p:cNvGrpSpPr/>
        <p:nvPr/>
      </p:nvGrpSpPr>
      <p:grpSpPr>
        <a:xfrm>
          <a:off x="0" y="0"/>
          <a:ext cx="0" cy="0"/>
          <a:chOff x="0" y="0"/>
          <a:chExt cx="0" cy="0"/>
        </a:xfrm>
      </p:grpSpPr>
      <p:sp>
        <p:nvSpPr>
          <p:cNvPr id="35" name="Text Placeholder 34">
            <a:extLst>
              <a:ext uri="{FF2B5EF4-FFF2-40B4-BE49-F238E27FC236}">
                <a16:creationId xmlns:a16="http://schemas.microsoft.com/office/drawing/2014/main" id="{29FAEB27-C738-2FDE-4CC8-38EF8CF43CA2}"/>
              </a:ext>
            </a:extLst>
          </p:cNvPr>
          <p:cNvSpPr>
            <a:spLocks noGrp="1"/>
          </p:cNvSpPr>
          <p:nvPr>
            <p:ph type="body" sz="quarter" idx="13"/>
          </p:nvPr>
        </p:nvSpPr>
        <p:spPr/>
        <p:txBody>
          <a:bodyPr/>
          <a:lstStyle/>
          <a:p>
            <a:endParaRPr lang="en-US"/>
          </a:p>
        </p:txBody>
      </p:sp>
      <p:sp>
        <p:nvSpPr>
          <p:cNvPr id="36" name="Text Placeholder 35">
            <a:extLst>
              <a:ext uri="{FF2B5EF4-FFF2-40B4-BE49-F238E27FC236}">
                <a16:creationId xmlns:a16="http://schemas.microsoft.com/office/drawing/2014/main" id="{28178E3C-3A18-961C-79E1-CA2DAC75A368}"/>
              </a:ext>
            </a:extLst>
          </p:cNvPr>
          <p:cNvSpPr>
            <a:spLocks noGrp="1"/>
          </p:cNvSpPr>
          <p:nvPr>
            <p:ph type="body" sz="quarter" idx="14"/>
          </p:nvPr>
        </p:nvSpPr>
        <p:spPr/>
        <p:txBody>
          <a:bodyPr/>
          <a:lstStyle/>
          <a:p>
            <a:endParaRPr lang="en-US"/>
          </a:p>
        </p:txBody>
      </p:sp>
      <p:sp>
        <p:nvSpPr>
          <p:cNvPr id="18" name="Date Placeholder 17">
            <a:extLst>
              <a:ext uri="{FF2B5EF4-FFF2-40B4-BE49-F238E27FC236}">
                <a16:creationId xmlns:a16="http://schemas.microsoft.com/office/drawing/2014/main" id="{C0E9452A-B119-3A1A-50B0-6FED171A2FED}"/>
              </a:ext>
            </a:extLst>
          </p:cNvPr>
          <p:cNvSpPr>
            <a:spLocks noGrp="1"/>
          </p:cNvSpPr>
          <p:nvPr>
            <p:ph type="dt" sz="half" idx="31"/>
          </p:nvPr>
        </p:nvSpPr>
        <p:spPr>
          <a:xfrm>
            <a:off x="994845" y="6437115"/>
            <a:ext cx="1275686" cy="123111"/>
          </a:xfrm>
        </p:spPr>
        <p:txBody>
          <a:bodyPr/>
          <a:lstStyle/>
          <a:p>
            <a:fld id="{78B90CBB-D25F-45E6-8BDE-430AEEB5EB3D}" type="datetime3">
              <a:rPr lang="en-US" smtClean="0"/>
              <a:t>11 July 2026</a:t>
            </a:fld>
            <a:endParaRPr lang="en-US" dirty="0"/>
          </a:p>
        </p:txBody>
      </p:sp>
      <p:sp>
        <p:nvSpPr>
          <p:cNvPr id="22" name="Footer Placeholder 21">
            <a:extLst>
              <a:ext uri="{FF2B5EF4-FFF2-40B4-BE49-F238E27FC236}">
                <a16:creationId xmlns:a16="http://schemas.microsoft.com/office/drawing/2014/main" id="{C0D897BF-5C15-84F3-1EFC-1557F9130E6D}"/>
              </a:ext>
            </a:extLst>
          </p:cNvPr>
          <p:cNvSpPr>
            <a:spLocks noGrp="1"/>
          </p:cNvSpPr>
          <p:nvPr>
            <p:ph type="ftr" sz="quarter" idx="32"/>
          </p:nvPr>
        </p:nvSpPr>
        <p:spPr>
          <a:xfrm>
            <a:off x="2270531" y="6437115"/>
            <a:ext cx="3825470" cy="123111"/>
          </a:xfrm>
        </p:spPr>
        <p:txBody>
          <a:bodyPr/>
          <a:lstStyle/>
          <a:p>
            <a:r>
              <a:rPr lang="en-US"/>
              <a:t>Insert footer text here</a:t>
            </a:r>
          </a:p>
        </p:txBody>
      </p:sp>
      <p:sp>
        <p:nvSpPr>
          <p:cNvPr id="23" name="Slide Number Placeholder 22">
            <a:extLst>
              <a:ext uri="{FF2B5EF4-FFF2-40B4-BE49-F238E27FC236}">
                <a16:creationId xmlns:a16="http://schemas.microsoft.com/office/drawing/2014/main" id="{B164AD94-1FCB-A933-1E2F-A140A978F109}"/>
              </a:ext>
            </a:extLst>
          </p:cNvPr>
          <p:cNvSpPr>
            <a:spLocks noGrp="1"/>
          </p:cNvSpPr>
          <p:nvPr>
            <p:ph type="sldNum" sz="quarter" idx="33"/>
          </p:nvPr>
        </p:nvSpPr>
        <p:spPr>
          <a:xfrm>
            <a:off x="485747" y="6437115"/>
            <a:ext cx="509098" cy="123111"/>
          </a:xfrm>
        </p:spPr>
        <p:txBody>
          <a:bodyPr/>
          <a:lstStyle/>
          <a:p>
            <a:fld id="{94FCA0F3-9F3A-694B-99BB-0E592A797735}" type="slidenum">
              <a:rPr lang="en-US" smtClean="0"/>
              <a:pPr/>
              <a:t>28</a:t>
            </a:fld>
            <a:endParaRPr lang="en-US"/>
          </a:p>
        </p:txBody>
      </p:sp>
      <p:sp>
        <p:nvSpPr>
          <p:cNvPr id="12" name="Text Placeholder 11">
            <a:extLst>
              <a:ext uri="{FF2B5EF4-FFF2-40B4-BE49-F238E27FC236}">
                <a16:creationId xmlns:a16="http://schemas.microsoft.com/office/drawing/2014/main" id="{99C46EDC-D849-2775-E607-399134C2AE96}"/>
              </a:ext>
            </a:extLst>
          </p:cNvPr>
          <p:cNvSpPr>
            <a:spLocks noGrp="1"/>
          </p:cNvSpPr>
          <p:nvPr>
            <p:ph type="body" sz="quarter" idx="26"/>
          </p:nvPr>
        </p:nvSpPr>
        <p:spPr>
          <a:xfrm>
            <a:off x="774000" y="358916"/>
            <a:ext cx="2023892" cy="1419083"/>
          </a:xfrm>
        </p:spPr>
        <p:txBody>
          <a:bodyPr/>
          <a:lstStyle/>
          <a:p>
            <a:r>
              <a:rPr lang="en-US"/>
              <a:t>“</a:t>
            </a:r>
            <a:endParaRPr lang="en-US" dirty="0"/>
          </a:p>
        </p:txBody>
      </p:sp>
      <p:sp>
        <p:nvSpPr>
          <p:cNvPr id="9" name="Text Placeholder 8">
            <a:extLst>
              <a:ext uri="{FF2B5EF4-FFF2-40B4-BE49-F238E27FC236}">
                <a16:creationId xmlns:a16="http://schemas.microsoft.com/office/drawing/2014/main" id="{494A1F52-DB02-F74C-1C41-E5BCC5CBCEC4}"/>
              </a:ext>
            </a:extLst>
          </p:cNvPr>
          <p:cNvSpPr>
            <a:spLocks noGrp="1"/>
          </p:cNvSpPr>
          <p:nvPr>
            <p:ph type="title" idx="4294967295"/>
          </p:nvPr>
        </p:nvSpPr>
        <p:spPr>
          <a:xfrm>
            <a:off x="865188" y="1958975"/>
            <a:ext cx="7524750" cy="272097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400"/>
              </a:spcBef>
              <a:spcAft>
                <a:spcPts val="400"/>
              </a:spcAft>
              <a:buClr>
                <a:schemeClr val="tx2"/>
              </a:buClr>
              <a:buSzPct val="100000"/>
              <a:buFont typeface="Wingdings" pitchFamily="2" charset="2"/>
              <a:buNone/>
              <a:tabLst/>
              <a:defRPr/>
            </a:pPr>
            <a:r>
              <a:rPr kumimoji="0" lang="en-US" sz="4800" b="0" i="0" u="none" strike="noStrike" kern="1200" cap="none" spc="0" normalizeH="0" baseline="0" noProof="0" dirty="0">
                <a:ln>
                  <a:noFill/>
                </a:ln>
                <a:solidFill>
                  <a:schemeClr val="tx1"/>
                </a:solidFill>
                <a:effectLst/>
                <a:uLnTx/>
                <a:uFillTx/>
                <a:latin typeface="Georgia Pro" panose="02040502050405020303" pitchFamily="18" charset="0"/>
                <a:ea typeface="+mn-ea"/>
                <a:cs typeface="+mn-cs"/>
              </a:rPr>
              <a:t>Quote goes here.</a:t>
            </a:r>
          </a:p>
        </p:txBody>
      </p:sp>
      <p:sp>
        <p:nvSpPr>
          <p:cNvPr id="38" name="SmartArt Placeholder 37" descr="Yellow Beam">
            <a:extLst>
              <a:ext uri="{FF2B5EF4-FFF2-40B4-BE49-F238E27FC236}">
                <a16:creationId xmlns:a16="http://schemas.microsoft.com/office/drawing/2014/main" id="{89FB2E61-87F6-2D09-743F-AFE62B478B26}"/>
              </a:ext>
            </a:extLst>
          </p:cNvPr>
          <p:cNvSpPr>
            <a:spLocks noGrp="1"/>
          </p:cNvSpPr>
          <p:nvPr>
            <p:ph type="dgm" sz="quarter" idx="34"/>
          </p:nvPr>
        </p:nvSpPr>
        <p:spPr/>
        <p:txBody>
          <a:bodyPr/>
          <a:lstStyle/>
          <a:p>
            <a:endParaRPr lang="en-US"/>
          </a:p>
        </p:txBody>
      </p:sp>
      <p:sp>
        <p:nvSpPr>
          <p:cNvPr id="37" name="SmartArt Placeholder 36" descr="EY">
            <a:extLst>
              <a:ext uri="{FF2B5EF4-FFF2-40B4-BE49-F238E27FC236}">
                <a16:creationId xmlns:a16="http://schemas.microsoft.com/office/drawing/2014/main" id="{F4655681-B5F8-7A82-355E-3614C4C6730C}"/>
              </a:ext>
            </a:extLst>
          </p:cNvPr>
          <p:cNvSpPr>
            <a:spLocks noGrp="1"/>
          </p:cNvSpPr>
          <p:nvPr>
            <p:ph type="dgm" sz="quarter" idx="29"/>
          </p:nvPr>
        </p:nvSpPr>
        <p:spPr/>
        <p:txBody>
          <a:bodyPr/>
          <a:lstStyle/>
          <a:p>
            <a:endParaRPr lang="en-US"/>
          </a:p>
        </p:txBody>
      </p:sp>
      <p:sp>
        <p:nvSpPr>
          <p:cNvPr id="2" name="TextBox 1">
            <a:extLst>
              <a:ext uri="{FF2B5EF4-FFF2-40B4-BE49-F238E27FC236}">
                <a16:creationId xmlns:a16="http://schemas.microsoft.com/office/drawing/2014/main" id="{FAB4354D-2ACB-F1A8-B251-939D3285A767}"/>
              </a:ext>
            </a:extLst>
          </p:cNvPr>
          <p:cNvSpPr txBox="1"/>
          <p:nvPr/>
        </p:nvSpPr>
        <p:spPr>
          <a:xfrm>
            <a:off x="9806078" y="0"/>
            <a:ext cx="2385922" cy="4373093"/>
          </a:xfrm>
          <a:prstGeom prst="rect">
            <a:avLst/>
          </a:prstGeom>
          <a:solidFill>
            <a:srgbClr val="C4C4CD"/>
          </a:solidFill>
        </p:spPr>
        <p:txBody>
          <a:bodyPr wrap="square" lIns="108000" tIns="108000" rIns="108000" bIns="108000" rtlCol="0" anchor="t">
            <a:spAutoFit/>
          </a:bodyPr>
          <a:lstStyle/>
          <a:p>
            <a:pPr>
              <a:spcAft>
                <a:spcPts val="600"/>
              </a:spcAft>
              <a:buClr>
                <a:schemeClr val="tx2"/>
              </a:buClr>
              <a:buSzPct val="100000"/>
            </a:pPr>
            <a:r>
              <a:rPr lang="en-US" dirty="0">
                <a:solidFill>
                  <a:schemeClr val="bg1"/>
                </a:solidFill>
              </a:rPr>
              <a:t>Add a background image by right-clicking the slide. Select "Format Background." Then, choose “Picture or texture fill.” Then, choose “Picture source” then “Insert.” Your image should display with a gradient layer over it, to help with the legibility of text over the image.</a:t>
            </a:r>
          </a:p>
        </p:txBody>
      </p:sp>
    </p:spTree>
    <p:extLst>
      <p:ext uri="{BB962C8B-B14F-4D97-AF65-F5344CB8AC3E}">
        <p14:creationId xmlns:p14="http://schemas.microsoft.com/office/powerpoint/2010/main" val="42841766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C6C00-5A14-DD08-3705-7BC43C3AE823}"/>
            </a:ext>
          </a:extLst>
        </p:cNvPr>
        <p:cNvGrpSpPr/>
        <p:nvPr/>
      </p:nvGrpSpPr>
      <p:grpSpPr>
        <a:xfrm>
          <a:off x="0" y="0"/>
          <a:ext cx="0" cy="0"/>
          <a:chOff x="0" y="0"/>
          <a:chExt cx="0" cy="0"/>
        </a:xfrm>
      </p:grpSpPr>
      <p:sp>
        <p:nvSpPr>
          <p:cNvPr id="5" name="Media Placeholder 4">
            <a:extLst>
              <a:ext uri="{FF2B5EF4-FFF2-40B4-BE49-F238E27FC236}">
                <a16:creationId xmlns:a16="http://schemas.microsoft.com/office/drawing/2014/main" id="{D6119D31-E53F-3D58-5921-D3A2BF384967}"/>
              </a:ext>
              <a:ext uri="{C183D7F6-B498-43B3-948B-1728B52AA6E4}">
                <adec:decorative xmlns:adec="http://schemas.microsoft.com/office/drawing/2017/decorative" val="1"/>
              </a:ext>
            </a:extLst>
          </p:cNvPr>
          <p:cNvSpPr>
            <a:spLocks noGrp="1"/>
          </p:cNvSpPr>
          <p:nvPr>
            <p:ph type="media" sz="quarter" idx="13"/>
          </p:nvPr>
        </p:nvSpPr>
        <p:spPr/>
        <p:txBody>
          <a:bodyPr/>
          <a:lstStyle/>
          <a:p>
            <a:endParaRPr lang="en-US"/>
          </a:p>
        </p:txBody>
      </p:sp>
      <p:sp>
        <p:nvSpPr>
          <p:cNvPr id="20" name="Date Placeholder 19">
            <a:extLst>
              <a:ext uri="{FF2B5EF4-FFF2-40B4-BE49-F238E27FC236}">
                <a16:creationId xmlns:a16="http://schemas.microsoft.com/office/drawing/2014/main" id="{3AD39281-7D96-2AB7-A5C1-C85B01DDA557}"/>
              </a:ext>
            </a:extLst>
          </p:cNvPr>
          <p:cNvSpPr>
            <a:spLocks noGrp="1"/>
          </p:cNvSpPr>
          <p:nvPr>
            <p:ph type="dt" sz="half" idx="10"/>
          </p:nvPr>
        </p:nvSpPr>
        <p:spPr>
          <a:xfrm>
            <a:off x="994845" y="6437115"/>
            <a:ext cx="1275686" cy="123111"/>
          </a:xfrm>
        </p:spPr>
        <p:txBody>
          <a:bodyPr/>
          <a:lstStyle/>
          <a:p>
            <a:fld id="{CFA58CB1-F43F-4AC0-846F-A251F230E20C}" type="datetime3">
              <a:rPr lang="en-US" smtClean="0"/>
              <a:t>11 July 2026</a:t>
            </a:fld>
            <a:endParaRPr lang="en-US" dirty="0"/>
          </a:p>
        </p:txBody>
      </p:sp>
      <p:sp>
        <p:nvSpPr>
          <p:cNvPr id="21" name="Footer Placeholder 20">
            <a:extLst>
              <a:ext uri="{FF2B5EF4-FFF2-40B4-BE49-F238E27FC236}">
                <a16:creationId xmlns:a16="http://schemas.microsoft.com/office/drawing/2014/main" id="{12E62698-A956-8CB8-C251-634A5A299B01}"/>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22" name="Slide Number Placeholder 21">
            <a:extLst>
              <a:ext uri="{FF2B5EF4-FFF2-40B4-BE49-F238E27FC236}">
                <a16:creationId xmlns:a16="http://schemas.microsoft.com/office/drawing/2014/main" id="{6F475C2B-B0D3-51FF-015A-112E8ACDD85E}"/>
              </a:ext>
            </a:extLst>
          </p:cNvPr>
          <p:cNvSpPr>
            <a:spLocks noGrp="1"/>
          </p:cNvSpPr>
          <p:nvPr>
            <p:ph type="sldNum" sz="quarter" idx="12"/>
          </p:nvPr>
        </p:nvSpPr>
        <p:spPr>
          <a:xfrm>
            <a:off x="485747" y="6437115"/>
            <a:ext cx="509098" cy="123111"/>
          </a:xfrm>
        </p:spPr>
        <p:txBody>
          <a:bodyPr/>
          <a:lstStyle/>
          <a:p>
            <a:fld id="{F1BC30E3-FFE5-4B91-AA19-87A149EBB9EE}" type="slidenum">
              <a:rPr lang="en-US" smtClean="0"/>
              <a:pPr/>
              <a:t>29</a:t>
            </a:fld>
            <a:endParaRPr lang="en-US" dirty="0"/>
          </a:p>
        </p:txBody>
      </p:sp>
      <p:sp>
        <p:nvSpPr>
          <p:cNvPr id="6" name="SmartArt Placeholder 5" descr="Yellow Beam">
            <a:extLst>
              <a:ext uri="{FF2B5EF4-FFF2-40B4-BE49-F238E27FC236}">
                <a16:creationId xmlns:a16="http://schemas.microsoft.com/office/drawing/2014/main" id="{F24FCE41-EE3B-1827-5891-BF799004F50F}"/>
              </a:ext>
            </a:extLst>
          </p:cNvPr>
          <p:cNvSpPr>
            <a:spLocks noGrp="1"/>
          </p:cNvSpPr>
          <p:nvPr>
            <p:ph type="dgm" sz="quarter" idx="28"/>
          </p:nvPr>
        </p:nvSpPr>
        <p:spPr/>
        <p:txBody>
          <a:bodyPr/>
          <a:lstStyle/>
          <a:p>
            <a:endParaRPr lang="en-US"/>
          </a:p>
        </p:txBody>
      </p:sp>
      <p:sp>
        <p:nvSpPr>
          <p:cNvPr id="7" name="SmartArt Placeholder 6" descr="EY">
            <a:extLst>
              <a:ext uri="{FF2B5EF4-FFF2-40B4-BE49-F238E27FC236}">
                <a16:creationId xmlns:a16="http://schemas.microsoft.com/office/drawing/2014/main" id="{9D7D01D0-9224-C899-661E-34352B247BDD}"/>
              </a:ext>
            </a:extLst>
          </p:cNvPr>
          <p:cNvSpPr>
            <a:spLocks noGrp="1"/>
          </p:cNvSpPr>
          <p:nvPr>
            <p:ph type="dgm" sz="quarter" idx="29"/>
          </p:nvPr>
        </p:nvSpPr>
        <p:spPr/>
        <p:txBody>
          <a:bodyPr/>
          <a:lstStyle/>
          <a:p>
            <a:endParaRPr lang="en-US"/>
          </a:p>
        </p:txBody>
      </p:sp>
      <p:sp>
        <p:nvSpPr>
          <p:cNvPr id="2" name="Title 1">
            <a:extLst>
              <a:ext uri="{FF2B5EF4-FFF2-40B4-BE49-F238E27FC236}">
                <a16:creationId xmlns:a16="http://schemas.microsoft.com/office/drawing/2014/main" id="{F720E0E8-9844-E0C0-928A-39B1B1FD9581}"/>
              </a:ext>
            </a:extLst>
          </p:cNvPr>
          <p:cNvSpPr>
            <a:spLocks noGrp="1"/>
          </p:cNvSpPr>
          <p:nvPr>
            <p:ph type="title" idx="4294967295"/>
          </p:nvPr>
        </p:nvSpPr>
        <p:spPr>
          <a:xfrm>
            <a:off x="485523" y="-470898"/>
            <a:ext cx="11224347" cy="470898"/>
          </a:xfrm>
        </p:spPr>
        <p:txBody>
          <a:bodyPr vert="horz" lIns="0" tIns="0" rIns="0" bIns="0" rtlCol="0" anchor="b" anchorCtr="0">
            <a:noAutofit/>
          </a:bodyPr>
          <a:lstStyle/>
          <a:p>
            <a:r>
              <a:rPr lang="en-US" dirty="0"/>
              <a:t>Add media</a:t>
            </a:r>
          </a:p>
        </p:txBody>
      </p:sp>
    </p:spTree>
    <p:extLst>
      <p:ext uri="{BB962C8B-B14F-4D97-AF65-F5344CB8AC3E}">
        <p14:creationId xmlns:p14="http://schemas.microsoft.com/office/powerpoint/2010/main" val="8176460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523B3-5872-824E-2A73-684135C522AE}"/>
              </a:ext>
            </a:extLst>
          </p:cNvPr>
          <p:cNvSpPr>
            <a:spLocks noGrp="1"/>
          </p:cNvSpPr>
          <p:nvPr>
            <p:ph type="title" idx="4294967295"/>
          </p:nvPr>
        </p:nvSpPr>
        <p:spPr>
          <a:xfrm>
            <a:off x="485523" y="-470898"/>
            <a:ext cx="11224347" cy="470898"/>
          </a:xfrm>
        </p:spPr>
        <p:txBody>
          <a:bodyPr vert="horz" lIns="0" tIns="0" rIns="0" bIns="0" rtlCol="0" anchor="b" anchorCtr="0">
            <a:noAutofit/>
          </a:bodyPr>
          <a:lstStyle/>
          <a:p>
            <a:r>
              <a:rPr lang="en-US" dirty="0"/>
              <a:t>Blank</a:t>
            </a:r>
          </a:p>
        </p:txBody>
      </p:sp>
    </p:spTree>
    <p:extLst>
      <p:ext uri="{BB962C8B-B14F-4D97-AF65-F5344CB8AC3E}">
        <p14:creationId xmlns:p14="http://schemas.microsoft.com/office/powerpoint/2010/main" val="29808268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85000"/>
          </a:schemeClr>
        </a:solidFill>
        <a:effectLst/>
      </p:bgPr>
    </p:bg>
    <p:spTree>
      <p:nvGrpSpPr>
        <p:cNvPr id="1" name="">
          <a:extLst>
            <a:ext uri="{FF2B5EF4-FFF2-40B4-BE49-F238E27FC236}">
              <a16:creationId xmlns:a16="http://schemas.microsoft.com/office/drawing/2014/main" id="{724ADAAE-7B9E-B6F6-3527-4A654DA78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2208B1-6BA2-B1FF-CCB0-643038E77D84}"/>
              </a:ext>
            </a:extLst>
          </p:cNvPr>
          <p:cNvSpPr txBox="1">
            <a:spLocks noGrp="1"/>
          </p:cNvSpPr>
          <p:nvPr>
            <p:ph type="title" idx="4294967295"/>
          </p:nvPr>
        </p:nvSpPr>
        <p:spPr>
          <a:xfrm>
            <a:off x="1095022" y="2223541"/>
            <a:ext cx="10001956" cy="2410916"/>
          </a:xfrm>
          <a:prstGeom prst="rect">
            <a:avLst/>
          </a:prstGeom>
          <a:noFill/>
          <a:ln>
            <a:noFill/>
            <a:prstDash/>
          </a:ln>
          <a:effectLst/>
        </p:spPr>
        <p:txBody>
          <a:bodyPr rot="0" spcFirstLastPara="0" vertOverflow="overflow" horzOverflow="overflow" vert="horz" wrap="square" lIns="0" tIns="36576"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90000"/>
              </a:lnSpc>
              <a:spcBef>
                <a:spcPts val="400"/>
              </a:spcBef>
              <a:spcAft>
                <a:spcPts val="400"/>
              </a:spcAft>
              <a:buClr>
                <a:schemeClr val="tx2"/>
              </a:buClr>
              <a:buSzPct val="100000"/>
              <a:buFontTx/>
              <a:buNone/>
              <a:tabLst/>
              <a:defRPr/>
            </a:pPr>
            <a:r>
              <a:rPr kumimoji="0" lang="en-US" sz="6600" b="0" i="0" u="none" strike="noStrike" kern="1200" cap="none" spc="0" normalizeH="0" baseline="0" noProof="0" dirty="0">
                <a:ln>
                  <a:noFill/>
                </a:ln>
                <a:solidFill>
                  <a:schemeClr val="bg1"/>
                </a:solidFill>
                <a:effectLst/>
                <a:uLnTx/>
                <a:uFillTx/>
                <a:latin typeface="+mn-lt"/>
                <a:ea typeface="+mn-ea"/>
                <a:cs typeface="+mn-cs"/>
              </a:rPr>
              <a:t>Large content </a:t>
            </a:r>
            <a:r>
              <a:rPr kumimoji="0" lang="en-US" sz="6600" b="1" i="0" u="none" strike="noStrike" kern="1200" cap="none" spc="0" normalizeH="0" baseline="0" noProof="0" dirty="0">
                <a:ln>
                  <a:noFill/>
                </a:ln>
                <a:solidFill>
                  <a:schemeClr val="bg1"/>
                </a:solidFill>
                <a:effectLst/>
                <a:uLnTx/>
                <a:uFillTx/>
                <a:ea typeface="+mn-ea"/>
                <a:cs typeface="+mn-cs"/>
              </a:rPr>
              <a:t>light</a:t>
            </a:r>
            <a:r>
              <a:rPr kumimoji="0" lang="en-US" sz="6600" b="0" i="0" u="none" strike="noStrike" kern="1200" cap="none" spc="0" normalizeH="0" baseline="0" noProof="0" dirty="0">
                <a:ln>
                  <a:noFill/>
                </a:ln>
                <a:solidFill>
                  <a:schemeClr val="bg1"/>
                </a:solidFill>
                <a:effectLst/>
                <a:uLnTx/>
                <a:uFillTx/>
                <a:latin typeface="+mn-lt"/>
                <a:ea typeface="+mn-ea"/>
                <a:cs typeface="+mn-cs"/>
              </a:rPr>
              <a:t> </a:t>
            </a:r>
            <a:br>
              <a:rPr kumimoji="0" lang="en-US" sz="6600" b="0" i="0" u="none" strike="noStrike" kern="1200" cap="none" spc="0" normalizeH="0" baseline="0" noProof="0" dirty="0">
                <a:ln>
                  <a:noFill/>
                </a:ln>
                <a:solidFill>
                  <a:schemeClr val="bg1"/>
                </a:solidFill>
                <a:effectLst/>
                <a:uLnTx/>
                <a:uFillTx/>
                <a:latin typeface="+mn-lt"/>
                <a:ea typeface="+mn-ea"/>
                <a:cs typeface="+mn-cs"/>
              </a:rPr>
            </a:br>
            <a:r>
              <a:rPr kumimoji="0" lang="en-US" sz="6600" b="0" i="0" u="none" strike="noStrike" kern="1200" cap="none" spc="0" normalizeH="0" baseline="0" noProof="0" dirty="0">
                <a:ln>
                  <a:noFill/>
                </a:ln>
                <a:solidFill>
                  <a:schemeClr val="bg1"/>
                </a:solidFill>
                <a:effectLst/>
                <a:uLnTx/>
                <a:uFillTx/>
                <a:latin typeface="+mn-lt"/>
                <a:ea typeface="+mn-ea"/>
                <a:cs typeface="+mn-cs"/>
              </a:rPr>
              <a:t>template layouts</a:t>
            </a:r>
          </a:p>
          <a:p>
            <a:pPr marL="0" marR="0" lvl="0" indent="0" algn="ctr" defTabSz="914400" rtl="0" eaLnBrk="1" fontAlgn="auto" latinLnBrk="0" hangingPunct="1">
              <a:lnSpc>
                <a:spcPct val="90000"/>
              </a:lnSpc>
              <a:spcBef>
                <a:spcPts val="400"/>
              </a:spcBef>
              <a:spcAft>
                <a:spcPts val="400"/>
              </a:spcAft>
              <a:buClr>
                <a:schemeClr val="tx2"/>
              </a:buClr>
              <a:buSzPct val="100000"/>
              <a:buFontTx/>
              <a:buNone/>
              <a:tabLst/>
              <a:defRPr/>
            </a:pPr>
            <a:r>
              <a:rPr kumimoji="0" lang="en-US" sz="3200" b="0" i="0" u="none" strike="noStrike" kern="1200" cap="none" spc="0" normalizeH="0" baseline="0" noProof="0" dirty="0">
                <a:ln>
                  <a:noFill/>
                </a:ln>
                <a:solidFill>
                  <a:schemeClr val="bg1"/>
                </a:solidFill>
                <a:effectLst/>
                <a:uLnTx/>
                <a:uFillTx/>
                <a:latin typeface="+mn-lt"/>
                <a:ea typeface="+mn-ea"/>
                <a:cs typeface="+mn-cs"/>
              </a:rPr>
              <a:t>10 slide layouts to use</a:t>
            </a:r>
          </a:p>
        </p:txBody>
      </p:sp>
    </p:spTree>
    <p:extLst>
      <p:ext uri="{BB962C8B-B14F-4D97-AF65-F5344CB8AC3E}">
        <p14:creationId xmlns:p14="http://schemas.microsoft.com/office/powerpoint/2010/main" val="15903255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62BA1-A8A6-37C7-4D49-680B58B4FE86}"/>
              </a:ext>
            </a:extLst>
          </p:cNvPr>
          <p:cNvSpPr>
            <a:spLocks noGrp="1"/>
          </p:cNvSpPr>
          <p:nvPr>
            <p:ph type="title"/>
          </p:nvPr>
        </p:nvSpPr>
        <p:spPr>
          <a:xfrm>
            <a:off x="483826" y="369888"/>
            <a:ext cx="11224800" cy="470898"/>
          </a:xfrm>
        </p:spPr>
        <p:txBody>
          <a:bodyPr/>
          <a:lstStyle/>
          <a:p>
            <a:r>
              <a:rPr lang="en-US" dirty="0"/>
              <a:t>Title and content template layout</a:t>
            </a:r>
          </a:p>
        </p:txBody>
      </p:sp>
      <p:sp>
        <p:nvSpPr>
          <p:cNvPr id="13" name="Content Placeholder 12">
            <a:extLst>
              <a:ext uri="{FF2B5EF4-FFF2-40B4-BE49-F238E27FC236}">
                <a16:creationId xmlns:a16="http://schemas.microsoft.com/office/drawing/2014/main" id="{66E9CDBF-A1A2-C903-AC4D-375D04931E2E}"/>
              </a:ext>
            </a:extLst>
          </p:cNvPr>
          <p:cNvSpPr>
            <a:spLocks noGrp="1"/>
          </p:cNvSpPr>
          <p:nvPr>
            <p:ph sz="quarter" idx="16"/>
          </p:nvPr>
        </p:nvSpPr>
        <p:spPr/>
        <p:txBody>
          <a:bodyPr/>
          <a:lstStyle/>
          <a:p>
            <a:endParaRPr lang="en-US"/>
          </a:p>
        </p:txBody>
      </p:sp>
      <p:sp>
        <p:nvSpPr>
          <p:cNvPr id="12" name="SmartArt Placeholder 11">
            <a:extLst>
              <a:ext uri="{FF2B5EF4-FFF2-40B4-BE49-F238E27FC236}">
                <a16:creationId xmlns:a16="http://schemas.microsoft.com/office/drawing/2014/main" id="{3ED36111-511C-CF5B-0934-E0F0904F9DFC}"/>
              </a:ext>
            </a:extLst>
          </p:cNvPr>
          <p:cNvSpPr>
            <a:spLocks noGrp="1"/>
          </p:cNvSpPr>
          <p:nvPr>
            <p:ph type="dgm" sz="quarter" idx="15"/>
          </p:nvPr>
        </p:nvSpPr>
        <p:spPr/>
        <p:txBody>
          <a:bodyPr/>
          <a:lstStyle/>
          <a:p>
            <a:endParaRPr lang="en-US"/>
          </a:p>
        </p:txBody>
      </p:sp>
    </p:spTree>
    <p:extLst>
      <p:ext uri="{BB962C8B-B14F-4D97-AF65-F5344CB8AC3E}">
        <p14:creationId xmlns:p14="http://schemas.microsoft.com/office/powerpoint/2010/main" val="19949037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62BA1-A8A6-37C7-4D49-680B58B4FE86}"/>
              </a:ext>
            </a:extLst>
          </p:cNvPr>
          <p:cNvSpPr>
            <a:spLocks noGrp="1"/>
          </p:cNvSpPr>
          <p:nvPr>
            <p:ph type="title"/>
          </p:nvPr>
        </p:nvSpPr>
        <p:spPr>
          <a:xfrm>
            <a:off x="485523" y="369888"/>
            <a:ext cx="11224347" cy="470898"/>
          </a:xfrm>
        </p:spPr>
        <p:txBody>
          <a:bodyPr/>
          <a:lstStyle/>
          <a:p>
            <a:r>
              <a:rPr lang="en-US" dirty="0"/>
              <a:t>Two content template layout</a:t>
            </a:r>
          </a:p>
        </p:txBody>
      </p:sp>
      <p:sp>
        <p:nvSpPr>
          <p:cNvPr id="14" name="Content Placeholder 13">
            <a:extLst>
              <a:ext uri="{FF2B5EF4-FFF2-40B4-BE49-F238E27FC236}">
                <a16:creationId xmlns:a16="http://schemas.microsoft.com/office/drawing/2014/main" id="{49E05824-E6C2-A2AF-2ACA-B8C5E5EC67A5}"/>
              </a:ext>
            </a:extLst>
          </p:cNvPr>
          <p:cNvSpPr>
            <a:spLocks noGrp="1"/>
          </p:cNvSpPr>
          <p:nvPr>
            <p:ph sz="quarter" idx="16"/>
          </p:nvPr>
        </p:nvSpPr>
        <p:spPr/>
        <p:txBody>
          <a:bodyPr/>
          <a:lstStyle/>
          <a:p>
            <a:endParaRPr lang="en-US" dirty="0"/>
          </a:p>
        </p:txBody>
      </p:sp>
      <p:sp>
        <p:nvSpPr>
          <p:cNvPr id="13" name="Content Placeholder 12">
            <a:extLst>
              <a:ext uri="{FF2B5EF4-FFF2-40B4-BE49-F238E27FC236}">
                <a16:creationId xmlns:a16="http://schemas.microsoft.com/office/drawing/2014/main" id="{E0B06C19-6EA7-64F1-D7ED-13F8666349EA}"/>
              </a:ext>
            </a:extLst>
          </p:cNvPr>
          <p:cNvSpPr>
            <a:spLocks noGrp="1"/>
          </p:cNvSpPr>
          <p:nvPr>
            <p:ph sz="quarter" idx="15"/>
          </p:nvPr>
        </p:nvSpPr>
        <p:spPr/>
        <p:txBody>
          <a:bodyPr/>
          <a:lstStyle/>
          <a:p>
            <a:endParaRPr lang="en-US"/>
          </a:p>
        </p:txBody>
      </p:sp>
      <p:sp>
        <p:nvSpPr>
          <p:cNvPr id="5" name="Slide Number Placeholder 4">
            <a:extLst>
              <a:ext uri="{FF2B5EF4-FFF2-40B4-BE49-F238E27FC236}">
                <a16:creationId xmlns:a16="http://schemas.microsoft.com/office/drawing/2014/main" id="{E2E323D0-5293-39CE-A066-26A1C2B4D27E}"/>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33</a:t>
            </a:fld>
            <a:endParaRPr lang="en-US"/>
          </a:p>
        </p:txBody>
      </p:sp>
      <p:sp>
        <p:nvSpPr>
          <p:cNvPr id="3" name="Date Placeholder 2">
            <a:extLst>
              <a:ext uri="{FF2B5EF4-FFF2-40B4-BE49-F238E27FC236}">
                <a16:creationId xmlns:a16="http://schemas.microsoft.com/office/drawing/2014/main" id="{C8D8EB26-C6A2-E5C5-AFC9-A9DDE2E57061}"/>
              </a:ext>
            </a:extLst>
          </p:cNvPr>
          <p:cNvSpPr>
            <a:spLocks noGrp="1"/>
          </p:cNvSpPr>
          <p:nvPr>
            <p:ph type="dt" sz="half" idx="10"/>
          </p:nvPr>
        </p:nvSpPr>
        <p:spPr>
          <a:xfrm>
            <a:off x="994845" y="6437115"/>
            <a:ext cx="1275686" cy="123111"/>
          </a:xfrm>
        </p:spPr>
        <p:txBody>
          <a:bodyPr/>
          <a:lstStyle/>
          <a:p>
            <a:fld id="{F1D58769-B54C-4C11-A22B-735A5B54C94F}" type="datetime3">
              <a:rPr lang="en-US" smtClean="0"/>
              <a:t>11 July 2026</a:t>
            </a:fld>
            <a:endParaRPr lang="en-US"/>
          </a:p>
        </p:txBody>
      </p:sp>
      <p:sp>
        <p:nvSpPr>
          <p:cNvPr id="7" name="Footer Placeholder 6">
            <a:extLst>
              <a:ext uri="{FF2B5EF4-FFF2-40B4-BE49-F238E27FC236}">
                <a16:creationId xmlns:a16="http://schemas.microsoft.com/office/drawing/2014/main" id="{497844E4-7BF3-482F-A08C-A49362A358BE}"/>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15" name="SmartArt Placeholder 14">
            <a:extLst>
              <a:ext uri="{FF2B5EF4-FFF2-40B4-BE49-F238E27FC236}">
                <a16:creationId xmlns:a16="http://schemas.microsoft.com/office/drawing/2014/main" id="{282370C3-57A0-29AF-EB5C-295E59AB837F}"/>
              </a:ext>
              <a:ext uri="{C183D7F6-B498-43B3-948B-1728B52AA6E4}">
                <adec:decorative xmlns:adec="http://schemas.microsoft.com/office/drawing/2017/decorative" val="1"/>
              </a:ext>
            </a:extLst>
          </p:cNvPr>
          <p:cNvSpPr>
            <a:spLocks noGrp="1"/>
          </p:cNvSpPr>
          <p:nvPr>
            <p:ph type="dgm" sz="quarter" idx="17"/>
          </p:nvPr>
        </p:nvSpPr>
        <p:spPr/>
        <p:txBody>
          <a:bodyPr/>
          <a:lstStyle/>
          <a:p>
            <a:endParaRPr lang="en-US"/>
          </a:p>
        </p:txBody>
      </p:sp>
    </p:spTree>
    <p:extLst>
      <p:ext uri="{BB962C8B-B14F-4D97-AF65-F5344CB8AC3E}">
        <p14:creationId xmlns:p14="http://schemas.microsoft.com/office/powerpoint/2010/main" val="30079388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8D36B-0949-B701-B4D7-6045D4F4B79E}"/>
              </a:ext>
            </a:extLst>
          </p:cNvPr>
          <p:cNvSpPr>
            <a:spLocks noGrp="1"/>
          </p:cNvSpPr>
          <p:nvPr>
            <p:ph type="title"/>
          </p:nvPr>
        </p:nvSpPr>
        <p:spPr>
          <a:xfrm>
            <a:off x="485523" y="369888"/>
            <a:ext cx="11224347" cy="470898"/>
          </a:xfrm>
        </p:spPr>
        <p:txBody>
          <a:bodyPr/>
          <a:lstStyle/>
          <a:p>
            <a:r>
              <a:rPr lang="en-US" dirty="0"/>
              <a:t>Three content template layout</a:t>
            </a:r>
          </a:p>
        </p:txBody>
      </p:sp>
      <p:sp>
        <p:nvSpPr>
          <p:cNvPr id="24" name="Content Placeholder 23">
            <a:extLst>
              <a:ext uri="{FF2B5EF4-FFF2-40B4-BE49-F238E27FC236}">
                <a16:creationId xmlns:a16="http://schemas.microsoft.com/office/drawing/2014/main" id="{B778F29B-A49C-4E6C-D71A-BCDB176EDBA0}"/>
              </a:ext>
            </a:extLst>
          </p:cNvPr>
          <p:cNvSpPr>
            <a:spLocks noGrp="1"/>
          </p:cNvSpPr>
          <p:nvPr>
            <p:ph idx="1"/>
          </p:nvPr>
        </p:nvSpPr>
        <p:spPr/>
        <p:txBody>
          <a:bodyPr/>
          <a:lstStyle/>
          <a:p>
            <a:endParaRPr lang="en-US"/>
          </a:p>
        </p:txBody>
      </p:sp>
      <p:sp>
        <p:nvSpPr>
          <p:cNvPr id="25" name="Content Placeholder 24">
            <a:extLst>
              <a:ext uri="{FF2B5EF4-FFF2-40B4-BE49-F238E27FC236}">
                <a16:creationId xmlns:a16="http://schemas.microsoft.com/office/drawing/2014/main" id="{476E074D-3295-0B7E-1CEB-1209CE062751}"/>
              </a:ext>
            </a:extLst>
          </p:cNvPr>
          <p:cNvSpPr>
            <a:spLocks noGrp="1"/>
          </p:cNvSpPr>
          <p:nvPr>
            <p:ph idx="13"/>
          </p:nvPr>
        </p:nvSpPr>
        <p:spPr/>
        <p:txBody>
          <a:bodyPr/>
          <a:lstStyle/>
          <a:p>
            <a:endParaRPr lang="en-US"/>
          </a:p>
        </p:txBody>
      </p:sp>
      <p:sp>
        <p:nvSpPr>
          <p:cNvPr id="26" name="Content Placeholder 25">
            <a:extLst>
              <a:ext uri="{FF2B5EF4-FFF2-40B4-BE49-F238E27FC236}">
                <a16:creationId xmlns:a16="http://schemas.microsoft.com/office/drawing/2014/main" id="{8E8C31EA-8894-D82F-2166-21D530B3C548}"/>
              </a:ext>
            </a:extLst>
          </p:cNvPr>
          <p:cNvSpPr>
            <a:spLocks noGrp="1"/>
          </p:cNvSpPr>
          <p:nvPr>
            <p:ph idx="14"/>
          </p:nvPr>
        </p:nvSpPr>
        <p:spPr/>
        <p:txBody>
          <a:bodyPr/>
          <a:lstStyle/>
          <a:p>
            <a:endParaRPr lang="en-US"/>
          </a:p>
        </p:txBody>
      </p:sp>
      <p:sp>
        <p:nvSpPr>
          <p:cNvPr id="6" name="Slide Number Placeholder 5">
            <a:extLst>
              <a:ext uri="{FF2B5EF4-FFF2-40B4-BE49-F238E27FC236}">
                <a16:creationId xmlns:a16="http://schemas.microsoft.com/office/drawing/2014/main" id="{688E492B-7132-2B62-30F7-BB52071F6806}"/>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34</a:t>
            </a:fld>
            <a:endParaRPr lang="en-US"/>
          </a:p>
        </p:txBody>
      </p:sp>
      <p:sp>
        <p:nvSpPr>
          <p:cNvPr id="3" name="Date Placeholder 2">
            <a:extLst>
              <a:ext uri="{FF2B5EF4-FFF2-40B4-BE49-F238E27FC236}">
                <a16:creationId xmlns:a16="http://schemas.microsoft.com/office/drawing/2014/main" id="{9B1AD58B-D0F3-23FE-12BF-F3345D64553E}"/>
              </a:ext>
            </a:extLst>
          </p:cNvPr>
          <p:cNvSpPr>
            <a:spLocks noGrp="1"/>
          </p:cNvSpPr>
          <p:nvPr>
            <p:ph type="dt" sz="half" idx="10"/>
          </p:nvPr>
        </p:nvSpPr>
        <p:spPr>
          <a:xfrm>
            <a:off x="994845" y="6437115"/>
            <a:ext cx="1275686" cy="123111"/>
          </a:xfrm>
        </p:spPr>
        <p:txBody>
          <a:bodyPr/>
          <a:lstStyle/>
          <a:p>
            <a:fld id="{F7805417-0893-4424-8E19-2C52758A4B79}" type="datetime3">
              <a:rPr lang="en-US" smtClean="0"/>
              <a:t>11 July 2026</a:t>
            </a:fld>
            <a:endParaRPr lang="en-US"/>
          </a:p>
        </p:txBody>
      </p:sp>
      <p:sp>
        <p:nvSpPr>
          <p:cNvPr id="8" name="Footer Placeholder 7">
            <a:extLst>
              <a:ext uri="{FF2B5EF4-FFF2-40B4-BE49-F238E27FC236}">
                <a16:creationId xmlns:a16="http://schemas.microsoft.com/office/drawing/2014/main" id="{548DFEB1-D48D-8B7F-CE2F-1085A129DE55}"/>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27" name="SmartArt Placeholder 26">
            <a:extLst>
              <a:ext uri="{FF2B5EF4-FFF2-40B4-BE49-F238E27FC236}">
                <a16:creationId xmlns:a16="http://schemas.microsoft.com/office/drawing/2014/main" id="{BF96E43A-E4D4-D153-CA69-63AADD2BEC95}"/>
              </a:ext>
              <a:ext uri="{C183D7F6-B498-43B3-948B-1728B52AA6E4}">
                <adec:decorative xmlns:adec="http://schemas.microsoft.com/office/drawing/2017/decorative" val="1"/>
              </a:ext>
            </a:extLst>
          </p:cNvPr>
          <p:cNvSpPr>
            <a:spLocks noGrp="1"/>
          </p:cNvSpPr>
          <p:nvPr>
            <p:ph type="dgm" sz="quarter" idx="15"/>
          </p:nvPr>
        </p:nvSpPr>
        <p:spPr/>
        <p:txBody>
          <a:bodyPr/>
          <a:lstStyle/>
          <a:p>
            <a:endParaRPr lang="en-US"/>
          </a:p>
        </p:txBody>
      </p:sp>
    </p:spTree>
    <p:extLst>
      <p:ext uri="{BB962C8B-B14F-4D97-AF65-F5344CB8AC3E}">
        <p14:creationId xmlns:p14="http://schemas.microsoft.com/office/powerpoint/2010/main" val="3061145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247CD-0713-18C2-98F4-92098716E11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B05224C-84C4-A1A6-9592-5360CDA8FAF0}"/>
              </a:ext>
            </a:extLst>
          </p:cNvPr>
          <p:cNvSpPr>
            <a:spLocks noGrp="1"/>
          </p:cNvSpPr>
          <p:nvPr>
            <p:ph type="title"/>
          </p:nvPr>
        </p:nvSpPr>
        <p:spPr>
          <a:xfrm>
            <a:off x="485523" y="369888"/>
            <a:ext cx="11224347" cy="470898"/>
          </a:xfrm>
        </p:spPr>
        <p:txBody>
          <a:bodyPr/>
          <a:lstStyle/>
          <a:p>
            <a:r>
              <a:rPr lang="en-US" dirty="0"/>
              <a:t>Three content with highlight template layout</a:t>
            </a:r>
          </a:p>
        </p:txBody>
      </p:sp>
      <p:sp>
        <p:nvSpPr>
          <p:cNvPr id="54" name="Content Placeholder 53">
            <a:extLst>
              <a:ext uri="{FF2B5EF4-FFF2-40B4-BE49-F238E27FC236}">
                <a16:creationId xmlns:a16="http://schemas.microsoft.com/office/drawing/2014/main" id="{44ADBF3D-5DC2-D068-8A7D-4F0339C285F2}"/>
              </a:ext>
            </a:extLst>
          </p:cNvPr>
          <p:cNvSpPr>
            <a:spLocks noGrp="1"/>
          </p:cNvSpPr>
          <p:nvPr>
            <p:ph idx="1"/>
          </p:nvPr>
        </p:nvSpPr>
        <p:spPr/>
        <p:txBody>
          <a:bodyPr/>
          <a:lstStyle/>
          <a:p>
            <a:endParaRPr lang="en-US" dirty="0"/>
          </a:p>
        </p:txBody>
      </p:sp>
      <p:sp>
        <p:nvSpPr>
          <p:cNvPr id="55" name="Content Placeholder 54">
            <a:extLst>
              <a:ext uri="{FF2B5EF4-FFF2-40B4-BE49-F238E27FC236}">
                <a16:creationId xmlns:a16="http://schemas.microsoft.com/office/drawing/2014/main" id="{F91B945B-7A4E-4208-B1A6-F33FE93D2707}"/>
              </a:ext>
            </a:extLst>
          </p:cNvPr>
          <p:cNvSpPr>
            <a:spLocks noGrp="1"/>
          </p:cNvSpPr>
          <p:nvPr>
            <p:ph idx="13"/>
          </p:nvPr>
        </p:nvSpPr>
        <p:spPr/>
        <p:txBody>
          <a:bodyPr/>
          <a:lstStyle/>
          <a:p>
            <a:endParaRPr lang="en-US"/>
          </a:p>
        </p:txBody>
      </p:sp>
      <p:sp>
        <p:nvSpPr>
          <p:cNvPr id="56" name="Content Placeholder 55">
            <a:extLst>
              <a:ext uri="{FF2B5EF4-FFF2-40B4-BE49-F238E27FC236}">
                <a16:creationId xmlns:a16="http://schemas.microsoft.com/office/drawing/2014/main" id="{31B51C77-7CDF-FAE9-2FBA-F304AE8931D4}"/>
              </a:ext>
            </a:extLst>
          </p:cNvPr>
          <p:cNvSpPr>
            <a:spLocks noGrp="1"/>
          </p:cNvSpPr>
          <p:nvPr>
            <p:ph idx="14"/>
          </p:nvPr>
        </p:nvSpPr>
        <p:spPr/>
        <p:txBody>
          <a:bodyPr/>
          <a:lstStyle/>
          <a:p>
            <a:endParaRPr lang="en-US"/>
          </a:p>
        </p:txBody>
      </p:sp>
      <p:sp>
        <p:nvSpPr>
          <p:cNvPr id="5" name="Slide Number Placeholder 4">
            <a:extLst>
              <a:ext uri="{FF2B5EF4-FFF2-40B4-BE49-F238E27FC236}">
                <a16:creationId xmlns:a16="http://schemas.microsoft.com/office/drawing/2014/main" id="{DDFBBEAD-7CBC-CAFC-3F17-06D6975FA044}"/>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35</a:t>
            </a:fld>
            <a:endParaRPr lang="en-US"/>
          </a:p>
        </p:txBody>
      </p:sp>
      <p:sp>
        <p:nvSpPr>
          <p:cNvPr id="2" name="Date Placeholder 1">
            <a:extLst>
              <a:ext uri="{FF2B5EF4-FFF2-40B4-BE49-F238E27FC236}">
                <a16:creationId xmlns:a16="http://schemas.microsoft.com/office/drawing/2014/main" id="{E9E9397E-C8A5-3ACA-190C-37E4083E7280}"/>
              </a:ext>
            </a:extLst>
          </p:cNvPr>
          <p:cNvSpPr>
            <a:spLocks noGrp="1"/>
          </p:cNvSpPr>
          <p:nvPr>
            <p:ph type="dt" sz="half" idx="10"/>
          </p:nvPr>
        </p:nvSpPr>
        <p:spPr>
          <a:xfrm>
            <a:off x="994845" y="6437115"/>
            <a:ext cx="1275686" cy="123111"/>
          </a:xfrm>
        </p:spPr>
        <p:txBody>
          <a:bodyPr/>
          <a:lstStyle/>
          <a:p>
            <a:fld id="{14120531-2A6E-409B-8AA1-2C97A5EB5B88}" type="datetime3">
              <a:rPr lang="en-US" smtClean="0"/>
              <a:t>11 July 2026</a:t>
            </a:fld>
            <a:endParaRPr lang="en-US"/>
          </a:p>
        </p:txBody>
      </p:sp>
      <p:sp>
        <p:nvSpPr>
          <p:cNvPr id="4" name="Footer Placeholder 3">
            <a:extLst>
              <a:ext uri="{FF2B5EF4-FFF2-40B4-BE49-F238E27FC236}">
                <a16:creationId xmlns:a16="http://schemas.microsoft.com/office/drawing/2014/main" id="{9C0A3F94-634C-22AD-9A71-0A065E0927B1}"/>
              </a:ext>
            </a:extLst>
          </p:cNvPr>
          <p:cNvSpPr>
            <a:spLocks noGrp="1"/>
          </p:cNvSpPr>
          <p:nvPr>
            <p:ph type="ftr" sz="quarter" idx="11"/>
          </p:nvPr>
        </p:nvSpPr>
        <p:spPr>
          <a:xfrm>
            <a:off x="2270531" y="6437115"/>
            <a:ext cx="3825470" cy="123111"/>
          </a:xfrm>
        </p:spPr>
        <p:txBody>
          <a:bodyPr/>
          <a:lstStyle/>
          <a:p>
            <a:r>
              <a:rPr lang="en-US"/>
              <a:t>Insert footer text here</a:t>
            </a:r>
            <a:endParaRPr lang="en-US" dirty="0"/>
          </a:p>
        </p:txBody>
      </p:sp>
      <p:sp>
        <p:nvSpPr>
          <p:cNvPr id="57" name="SmartArt Placeholder 56">
            <a:extLst>
              <a:ext uri="{FF2B5EF4-FFF2-40B4-BE49-F238E27FC236}">
                <a16:creationId xmlns:a16="http://schemas.microsoft.com/office/drawing/2014/main" id="{170BC43A-012A-8B9D-4436-0ED70FE90F78}"/>
              </a:ext>
              <a:ext uri="{C183D7F6-B498-43B3-948B-1728B52AA6E4}">
                <adec:decorative xmlns:adec="http://schemas.microsoft.com/office/drawing/2017/decorative" val="1"/>
              </a:ext>
            </a:extLst>
          </p:cNvPr>
          <p:cNvSpPr>
            <a:spLocks noGrp="1"/>
          </p:cNvSpPr>
          <p:nvPr>
            <p:ph type="dgm" sz="quarter" idx="15"/>
          </p:nvPr>
        </p:nvSpPr>
        <p:spPr/>
        <p:txBody>
          <a:bodyPr/>
          <a:lstStyle/>
          <a:p>
            <a:endParaRPr lang="en-US"/>
          </a:p>
        </p:txBody>
      </p:sp>
      <p:sp>
        <p:nvSpPr>
          <p:cNvPr id="58" name="SmartArt Placeholder 57">
            <a:extLst>
              <a:ext uri="{FF2B5EF4-FFF2-40B4-BE49-F238E27FC236}">
                <a16:creationId xmlns:a16="http://schemas.microsoft.com/office/drawing/2014/main" id="{570CB353-6515-42A7-F02C-AA03B5EC7BCD}"/>
              </a:ext>
              <a:ext uri="{C183D7F6-B498-43B3-948B-1728B52AA6E4}">
                <adec:decorative xmlns:adec="http://schemas.microsoft.com/office/drawing/2017/decorative" val="1"/>
              </a:ext>
            </a:extLst>
          </p:cNvPr>
          <p:cNvSpPr>
            <a:spLocks noGrp="1"/>
          </p:cNvSpPr>
          <p:nvPr>
            <p:ph type="dgm" sz="quarter" idx="16"/>
          </p:nvPr>
        </p:nvSpPr>
        <p:spPr/>
        <p:txBody>
          <a:bodyPr/>
          <a:lstStyle/>
          <a:p>
            <a:endParaRPr lang="en-US"/>
          </a:p>
        </p:txBody>
      </p:sp>
      <p:sp>
        <p:nvSpPr>
          <p:cNvPr id="59" name="SmartArt Placeholder 58">
            <a:extLst>
              <a:ext uri="{FF2B5EF4-FFF2-40B4-BE49-F238E27FC236}">
                <a16:creationId xmlns:a16="http://schemas.microsoft.com/office/drawing/2014/main" id="{707523A3-3EB7-2005-B7B7-58D0DA71DD63}"/>
              </a:ext>
              <a:ext uri="{C183D7F6-B498-43B3-948B-1728B52AA6E4}">
                <adec:decorative xmlns:adec="http://schemas.microsoft.com/office/drawing/2017/decorative" val="1"/>
              </a:ext>
            </a:extLst>
          </p:cNvPr>
          <p:cNvSpPr>
            <a:spLocks noGrp="1"/>
          </p:cNvSpPr>
          <p:nvPr>
            <p:ph type="dgm" sz="quarter" idx="17"/>
          </p:nvPr>
        </p:nvSpPr>
        <p:spPr/>
        <p:txBody>
          <a:bodyPr/>
          <a:lstStyle/>
          <a:p>
            <a:endParaRPr lang="en-US"/>
          </a:p>
        </p:txBody>
      </p:sp>
    </p:spTree>
    <p:extLst>
      <p:ext uri="{BB962C8B-B14F-4D97-AF65-F5344CB8AC3E}">
        <p14:creationId xmlns:p14="http://schemas.microsoft.com/office/powerpoint/2010/main" val="15290456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79FD6-BFA1-9180-458F-77A554B8F5DB}"/>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6BB5B2ED-FD95-37D0-2AF6-A50F983B39CC}"/>
              </a:ext>
            </a:extLst>
          </p:cNvPr>
          <p:cNvSpPr>
            <a:spLocks noGrp="1"/>
          </p:cNvSpPr>
          <p:nvPr>
            <p:ph type="title"/>
          </p:nvPr>
        </p:nvSpPr>
        <p:spPr>
          <a:xfrm>
            <a:off x="485523" y="369888"/>
            <a:ext cx="11224347" cy="470898"/>
          </a:xfrm>
        </p:spPr>
        <p:txBody>
          <a:bodyPr/>
          <a:lstStyle/>
          <a:p>
            <a:r>
              <a:rPr lang="en-US" dirty="0"/>
              <a:t>Key numbers template layout</a:t>
            </a:r>
          </a:p>
        </p:txBody>
      </p:sp>
      <p:sp>
        <p:nvSpPr>
          <p:cNvPr id="2" name="Date Placeholder 1">
            <a:extLst>
              <a:ext uri="{FF2B5EF4-FFF2-40B4-BE49-F238E27FC236}">
                <a16:creationId xmlns:a16="http://schemas.microsoft.com/office/drawing/2014/main" id="{A9210A1D-2049-FBA0-6FBE-C2FA8F045CF5}"/>
              </a:ext>
            </a:extLst>
          </p:cNvPr>
          <p:cNvSpPr>
            <a:spLocks noGrp="1"/>
          </p:cNvSpPr>
          <p:nvPr>
            <p:ph type="dt" sz="half" idx="10"/>
          </p:nvPr>
        </p:nvSpPr>
        <p:spPr>
          <a:xfrm>
            <a:off x="994845" y="6437115"/>
            <a:ext cx="1275686" cy="123111"/>
          </a:xfrm>
        </p:spPr>
        <p:txBody>
          <a:bodyPr/>
          <a:lstStyle/>
          <a:p>
            <a:fld id="{20D13D4D-1131-4BB5-BAB1-71AEDC1CF9B0}" type="datetime3">
              <a:rPr lang="en-US" smtClean="0"/>
              <a:t>11 July 2026</a:t>
            </a:fld>
            <a:endParaRPr lang="en-US"/>
          </a:p>
        </p:txBody>
      </p:sp>
      <p:sp>
        <p:nvSpPr>
          <p:cNvPr id="4" name="Footer Placeholder 3">
            <a:extLst>
              <a:ext uri="{FF2B5EF4-FFF2-40B4-BE49-F238E27FC236}">
                <a16:creationId xmlns:a16="http://schemas.microsoft.com/office/drawing/2014/main" id="{F49FAC3A-BBBC-5EE4-A61B-3C1DAB1D73A3}"/>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5" name="Slide Number Placeholder 4">
            <a:extLst>
              <a:ext uri="{FF2B5EF4-FFF2-40B4-BE49-F238E27FC236}">
                <a16:creationId xmlns:a16="http://schemas.microsoft.com/office/drawing/2014/main" id="{5FEF481A-EF7F-9AFC-E323-BBF4687EAB68}"/>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36</a:t>
            </a:fld>
            <a:endParaRPr lang="en-US"/>
          </a:p>
        </p:txBody>
      </p:sp>
      <p:sp>
        <p:nvSpPr>
          <p:cNvPr id="45" name="Text Placeholder 44">
            <a:extLst>
              <a:ext uri="{FF2B5EF4-FFF2-40B4-BE49-F238E27FC236}">
                <a16:creationId xmlns:a16="http://schemas.microsoft.com/office/drawing/2014/main" id="{673E48B5-E68E-DFBB-8F6F-63A015DF6EF8}"/>
              </a:ext>
            </a:extLst>
          </p:cNvPr>
          <p:cNvSpPr>
            <a:spLocks noGrp="1"/>
          </p:cNvSpPr>
          <p:nvPr>
            <p:ph type="body" sz="quarter" idx="13"/>
          </p:nvPr>
        </p:nvSpPr>
        <p:spPr/>
        <p:txBody>
          <a:bodyPr/>
          <a:lstStyle/>
          <a:p>
            <a:endParaRPr lang="en-US"/>
          </a:p>
        </p:txBody>
      </p:sp>
      <p:sp>
        <p:nvSpPr>
          <p:cNvPr id="46" name="Text Placeholder 45">
            <a:extLst>
              <a:ext uri="{FF2B5EF4-FFF2-40B4-BE49-F238E27FC236}">
                <a16:creationId xmlns:a16="http://schemas.microsoft.com/office/drawing/2014/main" id="{06984546-7745-2EE1-B3A9-1264EDF50889}"/>
              </a:ext>
            </a:extLst>
          </p:cNvPr>
          <p:cNvSpPr>
            <a:spLocks noGrp="1"/>
          </p:cNvSpPr>
          <p:nvPr>
            <p:ph type="body" sz="quarter" idx="14"/>
          </p:nvPr>
        </p:nvSpPr>
        <p:spPr/>
        <p:txBody>
          <a:bodyPr/>
          <a:lstStyle/>
          <a:p>
            <a:endParaRPr lang="en-US"/>
          </a:p>
        </p:txBody>
      </p:sp>
      <p:sp>
        <p:nvSpPr>
          <p:cNvPr id="47" name="Text Placeholder 46">
            <a:extLst>
              <a:ext uri="{FF2B5EF4-FFF2-40B4-BE49-F238E27FC236}">
                <a16:creationId xmlns:a16="http://schemas.microsoft.com/office/drawing/2014/main" id="{49D765C3-33AC-6688-E571-D14059EBDEA6}"/>
              </a:ext>
            </a:extLst>
          </p:cNvPr>
          <p:cNvSpPr>
            <a:spLocks noGrp="1"/>
          </p:cNvSpPr>
          <p:nvPr>
            <p:ph type="body" sz="quarter" idx="15"/>
          </p:nvPr>
        </p:nvSpPr>
        <p:spPr/>
        <p:txBody>
          <a:bodyPr/>
          <a:lstStyle/>
          <a:p>
            <a:endParaRPr lang="en-US"/>
          </a:p>
        </p:txBody>
      </p:sp>
      <p:sp>
        <p:nvSpPr>
          <p:cNvPr id="48" name="Text Placeholder 47">
            <a:extLst>
              <a:ext uri="{FF2B5EF4-FFF2-40B4-BE49-F238E27FC236}">
                <a16:creationId xmlns:a16="http://schemas.microsoft.com/office/drawing/2014/main" id="{03958826-6C86-BFDB-9076-CE9D431E7DA3}"/>
              </a:ext>
            </a:extLst>
          </p:cNvPr>
          <p:cNvSpPr>
            <a:spLocks noGrp="1"/>
          </p:cNvSpPr>
          <p:nvPr>
            <p:ph type="body" sz="quarter" idx="16"/>
          </p:nvPr>
        </p:nvSpPr>
        <p:spPr/>
        <p:txBody>
          <a:bodyPr/>
          <a:lstStyle/>
          <a:p>
            <a:endParaRPr lang="en-US"/>
          </a:p>
        </p:txBody>
      </p:sp>
      <p:sp>
        <p:nvSpPr>
          <p:cNvPr id="49" name="Text Placeholder 48">
            <a:extLst>
              <a:ext uri="{FF2B5EF4-FFF2-40B4-BE49-F238E27FC236}">
                <a16:creationId xmlns:a16="http://schemas.microsoft.com/office/drawing/2014/main" id="{31C4A349-BAAF-6440-76A8-6DF59EDD2F47}"/>
              </a:ext>
            </a:extLst>
          </p:cNvPr>
          <p:cNvSpPr>
            <a:spLocks noGrp="1"/>
          </p:cNvSpPr>
          <p:nvPr>
            <p:ph type="body" sz="quarter" idx="17"/>
          </p:nvPr>
        </p:nvSpPr>
        <p:spPr/>
        <p:txBody>
          <a:bodyPr/>
          <a:lstStyle/>
          <a:p>
            <a:endParaRPr lang="en-US"/>
          </a:p>
        </p:txBody>
      </p:sp>
      <p:sp>
        <p:nvSpPr>
          <p:cNvPr id="50" name="Text Placeholder 49">
            <a:extLst>
              <a:ext uri="{FF2B5EF4-FFF2-40B4-BE49-F238E27FC236}">
                <a16:creationId xmlns:a16="http://schemas.microsoft.com/office/drawing/2014/main" id="{42290DAE-21F2-D35B-E08C-8298AA5A7E5E}"/>
              </a:ext>
            </a:extLst>
          </p:cNvPr>
          <p:cNvSpPr>
            <a:spLocks noGrp="1"/>
          </p:cNvSpPr>
          <p:nvPr>
            <p:ph type="body" sz="quarter" idx="18"/>
          </p:nvPr>
        </p:nvSpPr>
        <p:spPr/>
        <p:txBody>
          <a:bodyPr/>
          <a:lstStyle/>
          <a:p>
            <a:endParaRPr lang="en-US"/>
          </a:p>
        </p:txBody>
      </p:sp>
      <p:sp>
        <p:nvSpPr>
          <p:cNvPr id="51" name="SmartArt Placeholder 50">
            <a:extLst>
              <a:ext uri="{FF2B5EF4-FFF2-40B4-BE49-F238E27FC236}">
                <a16:creationId xmlns:a16="http://schemas.microsoft.com/office/drawing/2014/main" id="{CA444032-0260-54B5-3BDA-5068A668C1AA}"/>
              </a:ext>
              <a:ext uri="{C183D7F6-B498-43B3-948B-1728B52AA6E4}">
                <adec:decorative xmlns:adec="http://schemas.microsoft.com/office/drawing/2017/decorative" val="1"/>
              </a:ext>
            </a:extLst>
          </p:cNvPr>
          <p:cNvSpPr>
            <a:spLocks noGrp="1"/>
          </p:cNvSpPr>
          <p:nvPr>
            <p:ph type="dgm" sz="quarter" idx="19"/>
          </p:nvPr>
        </p:nvSpPr>
        <p:spPr/>
        <p:txBody>
          <a:bodyPr/>
          <a:lstStyle/>
          <a:p>
            <a:endParaRPr lang="en-US"/>
          </a:p>
        </p:txBody>
      </p:sp>
      <p:sp>
        <p:nvSpPr>
          <p:cNvPr id="52" name="SmartArt Placeholder 51">
            <a:extLst>
              <a:ext uri="{FF2B5EF4-FFF2-40B4-BE49-F238E27FC236}">
                <a16:creationId xmlns:a16="http://schemas.microsoft.com/office/drawing/2014/main" id="{F6EF199A-7659-D42D-3FE6-C007204D918A}"/>
              </a:ext>
              <a:ext uri="{C183D7F6-B498-43B3-948B-1728B52AA6E4}">
                <adec:decorative xmlns:adec="http://schemas.microsoft.com/office/drawing/2017/decorative" val="1"/>
              </a:ext>
            </a:extLst>
          </p:cNvPr>
          <p:cNvSpPr>
            <a:spLocks noGrp="1"/>
          </p:cNvSpPr>
          <p:nvPr>
            <p:ph type="dgm" sz="quarter" idx="20"/>
          </p:nvPr>
        </p:nvSpPr>
        <p:spPr/>
        <p:txBody>
          <a:bodyPr/>
          <a:lstStyle/>
          <a:p>
            <a:endParaRPr lang="en-US"/>
          </a:p>
        </p:txBody>
      </p:sp>
      <p:sp>
        <p:nvSpPr>
          <p:cNvPr id="53" name="SmartArt Placeholder 52">
            <a:extLst>
              <a:ext uri="{FF2B5EF4-FFF2-40B4-BE49-F238E27FC236}">
                <a16:creationId xmlns:a16="http://schemas.microsoft.com/office/drawing/2014/main" id="{AC6E96DD-E5E5-0DC8-8C1E-46073B3CD923}"/>
              </a:ext>
              <a:ext uri="{C183D7F6-B498-43B3-948B-1728B52AA6E4}">
                <adec:decorative xmlns:adec="http://schemas.microsoft.com/office/drawing/2017/decorative" val="1"/>
              </a:ext>
            </a:extLst>
          </p:cNvPr>
          <p:cNvSpPr>
            <a:spLocks noGrp="1"/>
          </p:cNvSpPr>
          <p:nvPr>
            <p:ph type="dgm" sz="quarter" idx="21"/>
          </p:nvPr>
        </p:nvSpPr>
        <p:spPr/>
        <p:txBody>
          <a:bodyPr/>
          <a:lstStyle/>
          <a:p>
            <a:endParaRPr lang="en-US"/>
          </a:p>
        </p:txBody>
      </p:sp>
    </p:spTree>
    <p:extLst>
      <p:ext uri="{BB962C8B-B14F-4D97-AF65-F5344CB8AC3E}">
        <p14:creationId xmlns:p14="http://schemas.microsoft.com/office/powerpoint/2010/main" val="1224261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0C310-BB1B-A5B7-AE1B-64383DDA5A38}"/>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E583B37-ABBD-A8E8-07ED-EDEE7970569A}"/>
              </a:ext>
            </a:extLst>
          </p:cNvPr>
          <p:cNvSpPr>
            <a:spLocks noGrp="1"/>
          </p:cNvSpPr>
          <p:nvPr>
            <p:ph type="title"/>
          </p:nvPr>
        </p:nvSpPr>
        <p:spPr>
          <a:xfrm>
            <a:off x="485523" y="369888"/>
            <a:ext cx="11224347" cy="470898"/>
          </a:xfrm>
        </p:spPr>
        <p:txBody>
          <a:bodyPr/>
          <a:lstStyle/>
          <a:p>
            <a:r>
              <a:rPr lang="en-US" dirty="0"/>
              <a:t>Video and caption template layout</a:t>
            </a:r>
          </a:p>
        </p:txBody>
      </p:sp>
      <p:sp>
        <p:nvSpPr>
          <p:cNvPr id="2" name="Date Placeholder 1">
            <a:extLst>
              <a:ext uri="{FF2B5EF4-FFF2-40B4-BE49-F238E27FC236}">
                <a16:creationId xmlns:a16="http://schemas.microsoft.com/office/drawing/2014/main" id="{E56B6560-EAF3-F9C8-5C48-168C4B192B71}"/>
              </a:ext>
            </a:extLst>
          </p:cNvPr>
          <p:cNvSpPr>
            <a:spLocks noGrp="1"/>
          </p:cNvSpPr>
          <p:nvPr>
            <p:ph type="dt" sz="half" idx="10"/>
          </p:nvPr>
        </p:nvSpPr>
        <p:spPr>
          <a:xfrm>
            <a:off x="994845" y="6437115"/>
            <a:ext cx="1275686" cy="123111"/>
          </a:xfrm>
        </p:spPr>
        <p:txBody>
          <a:bodyPr/>
          <a:lstStyle/>
          <a:p>
            <a:fld id="{EA4FF241-A09E-48C0-B9BE-4EBE42A6836F}" type="datetime3">
              <a:rPr lang="en-US" smtClean="0"/>
              <a:t>11 July 2026</a:t>
            </a:fld>
            <a:endParaRPr lang="en-US"/>
          </a:p>
        </p:txBody>
      </p:sp>
      <p:sp>
        <p:nvSpPr>
          <p:cNvPr id="4" name="Footer Placeholder 3">
            <a:extLst>
              <a:ext uri="{FF2B5EF4-FFF2-40B4-BE49-F238E27FC236}">
                <a16:creationId xmlns:a16="http://schemas.microsoft.com/office/drawing/2014/main" id="{0D0B9BC8-404C-3C43-71B3-AD7350D6453B}"/>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5" name="Slide Number Placeholder 4">
            <a:extLst>
              <a:ext uri="{FF2B5EF4-FFF2-40B4-BE49-F238E27FC236}">
                <a16:creationId xmlns:a16="http://schemas.microsoft.com/office/drawing/2014/main" id="{C33C39EE-CB17-7015-9F94-788B7FE0FA78}"/>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37</a:t>
            </a:fld>
            <a:endParaRPr lang="en-US"/>
          </a:p>
        </p:txBody>
      </p:sp>
      <p:sp>
        <p:nvSpPr>
          <p:cNvPr id="18" name="Media Placeholder 17">
            <a:extLst>
              <a:ext uri="{FF2B5EF4-FFF2-40B4-BE49-F238E27FC236}">
                <a16:creationId xmlns:a16="http://schemas.microsoft.com/office/drawing/2014/main" id="{B5313564-710B-425E-C584-F86E02D4E756}"/>
              </a:ext>
              <a:ext uri="{C183D7F6-B498-43B3-948B-1728B52AA6E4}">
                <adec:decorative xmlns:adec="http://schemas.microsoft.com/office/drawing/2017/decorative" val="1"/>
              </a:ext>
            </a:extLst>
          </p:cNvPr>
          <p:cNvSpPr>
            <a:spLocks noGrp="1"/>
          </p:cNvSpPr>
          <p:nvPr>
            <p:ph type="media" sz="quarter" idx="13"/>
          </p:nvPr>
        </p:nvSpPr>
        <p:spPr/>
        <p:txBody>
          <a:bodyPr/>
          <a:lstStyle/>
          <a:p>
            <a:endParaRPr lang="en-US"/>
          </a:p>
        </p:txBody>
      </p:sp>
      <p:sp>
        <p:nvSpPr>
          <p:cNvPr id="19" name="Text Placeholder 18">
            <a:extLst>
              <a:ext uri="{FF2B5EF4-FFF2-40B4-BE49-F238E27FC236}">
                <a16:creationId xmlns:a16="http://schemas.microsoft.com/office/drawing/2014/main" id="{61737478-497D-D93E-8906-6E52E4DCD137}"/>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35137840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B76A4-49F9-DB89-F6A7-6A1B1D12AE8A}"/>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922A68D3-7420-AE36-47B4-E810C5CF10B1}"/>
              </a:ext>
            </a:extLst>
          </p:cNvPr>
          <p:cNvSpPr>
            <a:spLocks noGrp="1"/>
          </p:cNvSpPr>
          <p:nvPr>
            <p:ph type="dt" sz="half" idx="10"/>
          </p:nvPr>
        </p:nvSpPr>
        <p:spPr>
          <a:xfrm>
            <a:off x="994845" y="6437115"/>
            <a:ext cx="1275686" cy="123111"/>
          </a:xfrm>
        </p:spPr>
        <p:txBody>
          <a:bodyPr/>
          <a:lstStyle/>
          <a:p>
            <a:fld id="{DFB8A90E-65CF-40BD-818E-C8E8BCCD5196}" type="datetime3">
              <a:rPr lang="en-US" smtClean="0"/>
              <a:t>11 July 2026</a:t>
            </a:fld>
            <a:endParaRPr lang="en-US" dirty="0"/>
          </a:p>
        </p:txBody>
      </p:sp>
      <p:sp>
        <p:nvSpPr>
          <p:cNvPr id="3" name="Footer Placeholder 2">
            <a:extLst>
              <a:ext uri="{FF2B5EF4-FFF2-40B4-BE49-F238E27FC236}">
                <a16:creationId xmlns:a16="http://schemas.microsoft.com/office/drawing/2014/main" id="{A7762EE6-9347-E51C-369A-66B55312FD07}"/>
              </a:ext>
            </a:extLst>
          </p:cNvPr>
          <p:cNvSpPr>
            <a:spLocks noGrp="1"/>
          </p:cNvSpPr>
          <p:nvPr>
            <p:ph type="ftr" sz="quarter" idx="11"/>
          </p:nvPr>
        </p:nvSpPr>
        <p:spPr>
          <a:xfrm>
            <a:off x="2270531" y="6437115"/>
            <a:ext cx="3825470" cy="123111"/>
          </a:xfrm>
        </p:spPr>
        <p:txBody>
          <a:bodyPr/>
          <a:lstStyle/>
          <a:p>
            <a:r>
              <a:rPr lang="en-US"/>
              <a:t>Insert footer text here</a:t>
            </a:r>
            <a:endParaRPr lang="en-US" dirty="0"/>
          </a:p>
        </p:txBody>
      </p:sp>
      <p:sp>
        <p:nvSpPr>
          <p:cNvPr id="4" name="Slide Number Placeholder 3">
            <a:extLst>
              <a:ext uri="{FF2B5EF4-FFF2-40B4-BE49-F238E27FC236}">
                <a16:creationId xmlns:a16="http://schemas.microsoft.com/office/drawing/2014/main" id="{F7220177-B8C5-3593-F83F-F2ABD7EF8F9C}"/>
              </a:ext>
            </a:extLst>
          </p:cNvPr>
          <p:cNvSpPr>
            <a:spLocks noGrp="1"/>
          </p:cNvSpPr>
          <p:nvPr>
            <p:ph type="sldNum" sz="quarter" idx="12"/>
          </p:nvPr>
        </p:nvSpPr>
        <p:spPr>
          <a:xfrm>
            <a:off x="485747" y="6437115"/>
            <a:ext cx="509098" cy="123111"/>
          </a:xfrm>
        </p:spPr>
        <p:txBody>
          <a:bodyPr/>
          <a:lstStyle/>
          <a:p>
            <a:fld id="{F1BC30E3-FFE5-4B91-AA19-87A149EBB9EE}" type="slidenum">
              <a:rPr lang="en-US" smtClean="0"/>
              <a:pPr/>
              <a:t>38</a:t>
            </a:fld>
            <a:endParaRPr lang="en-US" dirty="0"/>
          </a:p>
        </p:txBody>
      </p:sp>
      <p:sp>
        <p:nvSpPr>
          <p:cNvPr id="18" name="Content Placeholder 17">
            <a:extLst>
              <a:ext uri="{FF2B5EF4-FFF2-40B4-BE49-F238E27FC236}">
                <a16:creationId xmlns:a16="http://schemas.microsoft.com/office/drawing/2014/main" id="{19A1CC17-E361-0853-BD3D-0C6828436237}"/>
              </a:ext>
            </a:extLst>
          </p:cNvPr>
          <p:cNvSpPr>
            <a:spLocks noGrp="1"/>
          </p:cNvSpPr>
          <p:nvPr>
            <p:ph idx="1"/>
          </p:nvPr>
        </p:nvSpPr>
        <p:spPr/>
        <p:txBody>
          <a:bodyPr/>
          <a:lstStyle/>
          <a:p>
            <a:endParaRPr lang="en-US"/>
          </a:p>
        </p:txBody>
      </p:sp>
      <p:sp>
        <p:nvSpPr>
          <p:cNvPr id="19" name="Picture Placeholder 18">
            <a:extLst>
              <a:ext uri="{FF2B5EF4-FFF2-40B4-BE49-F238E27FC236}">
                <a16:creationId xmlns:a16="http://schemas.microsoft.com/office/drawing/2014/main" id="{E5C83EC3-019A-1971-227D-2BFC7249F458}"/>
              </a:ext>
              <a:ext uri="{C183D7F6-B498-43B3-948B-1728B52AA6E4}">
                <adec:decorative xmlns:adec="http://schemas.microsoft.com/office/drawing/2017/decorative" val="1"/>
              </a:ext>
            </a:extLst>
          </p:cNvPr>
          <p:cNvSpPr>
            <a:spLocks noGrp="1"/>
          </p:cNvSpPr>
          <p:nvPr>
            <p:ph type="pic" sz="quarter" idx="13"/>
          </p:nvPr>
        </p:nvSpPr>
        <p:spPr/>
        <p:txBody>
          <a:bodyPr/>
          <a:lstStyle/>
          <a:p>
            <a:endParaRPr lang="en-US"/>
          </a:p>
        </p:txBody>
      </p:sp>
      <p:sp>
        <p:nvSpPr>
          <p:cNvPr id="7" name="Title 6">
            <a:extLst>
              <a:ext uri="{FF2B5EF4-FFF2-40B4-BE49-F238E27FC236}">
                <a16:creationId xmlns:a16="http://schemas.microsoft.com/office/drawing/2014/main" id="{BBC831AA-9A1A-7BB3-0BB3-EA99F8B9CA5A}"/>
              </a:ext>
            </a:extLst>
          </p:cNvPr>
          <p:cNvSpPr>
            <a:spLocks noGrp="1"/>
          </p:cNvSpPr>
          <p:nvPr>
            <p:ph type="title"/>
          </p:nvPr>
        </p:nvSpPr>
        <p:spPr>
          <a:xfrm>
            <a:off x="485523" y="369889"/>
            <a:ext cx="5610479" cy="1057473"/>
          </a:xfrm>
        </p:spPr>
        <p:txBody>
          <a:bodyPr/>
          <a:lstStyle/>
          <a:p>
            <a:r>
              <a:rPr lang="en-US" dirty="0"/>
              <a:t>Content and image template layout</a:t>
            </a:r>
          </a:p>
        </p:txBody>
      </p:sp>
      <p:sp>
        <p:nvSpPr>
          <p:cNvPr id="20" name="SmartArt Placeholder 19" descr="Yellow Beam">
            <a:extLst>
              <a:ext uri="{FF2B5EF4-FFF2-40B4-BE49-F238E27FC236}">
                <a16:creationId xmlns:a16="http://schemas.microsoft.com/office/drawing/2014/main" id="{C9666F45-A8F6-8598-778C-2E1B66E8EE97}"/>
              </a:ext>
            </a:extLst>
          </p:cNvPr>
          <p:cNvSpPr>
            <a:spLocks noGrp="1"/>
          </p:cNvSpPr>
          <p:nvPr>
            <p:ph type="dgm" sz="quarter" idx="28"/>
          </p:nvPr>
        </p:nvSpPr>
        <p:spPr/>
        <p:txBody>
          <a:bodyPr/>
          <a:lstStyle/>
          <a:p>
            <a:endParaRPr lang="en-US"/>
          </a:p>
        </p:txBody>
      </p:sp>
      <p:sp>
        <p:nvSpPr>
          <p:cNvPr id="21" name="SmartArt Placeholder 20" descr="EY">
            <a:extLst>
              <a:ext uri="{FF2B5EF4-FFF2-40B4-BE49-F238E27FC236}">
                <a16:creationId xmlns:a16="http://schemas.microsoft.com/office/drawing/2014/main" id="{A6E299F1-96C8-1491-95AF-EEC4C727BCC8}"/>
              </a:ext>
            </a:extLst>
          </p:cNvPr>
          <p:cNvSpPr>
            <a:spLocks noGrp="1"/>
          </p:cNvSpPr>
          <p:nvPr>
            <p:ph type="dgm" sz="quarter" idx="29"/>
          </p:nvPr>
        </p:nvSpPr>
        <p:spPr/>
        <p:txBody>
          <a:bodyPr/>
          <a:lstStyle/>
          <a:p>
            <a:endParaRPr lang="en-US"/>
          </a:p>
        </p:txBody>
      </p:sp>
    </p:spTree>
    <p:extLst>
      <p:ext uri="{BB962C8B-B14F-4D97-AF65-F5344CB8AC3E}">
        <p14:creationId xmlns:p14="http://schemas.microsoft.com/office/powerpoint/2010/main" val="24034166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3CFF2-547B-F260-0713-A8C53E1E8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86EC4A-5D8C-8FA0-E143-3A3975418D96}"/>
              </a:ext>
            </a:extLst>
          </p:cNvPr>
          <p:cNvSpPr>
            <a:spLocks noGrp="1"/>
          </p:cNvSpPr>
          <p:nvPr>
            <p:ph type="title"/>
          </p:nvPr>
        </p:nvSpPr>
        <p:spPr>
          <a:xfrm>
            <a:off x="485523" y="369888"/>
            <a:ext cx="11224347" cy="470898"/>
          </a:xfrm>
        </p:spPr>
        <p:txBody>
          <a:bodyPr/>
          <a:lstStyle/>
          <a:p>
            <a:r>
              <a:rPr lang="en-US" dirty="0"/>
              <a:t>Team</a:t>
            </a:r>
          </a:p>
        </p:txBody>
      </p:sp>
      <p:sp>
        <p:nvSpPr>
          <p:cNvPr id="3" name="Date Placeholder 2">
            <a:extLst>
              <a:ext uri="{FF2B5EF4-FFF2-40B4-BE49-F238E27FC236}">
                <a16:creationId xmlns:a16="http://schemas.microsoft.com/office/drawing/2014/main" id="{8CED30E2-8BA3-0B10-2020-6902CA7487BE}"/>
              </a:ext>
            </a:extLst>
          </p:cNvPr>
          <p:cNvSpPr>
            <a:spLocks noGrp="1"/>
          </p:cNvSpPr>
          <p:nvPr>
            <p:ph type="dt" sz="half" idx="10"/>
          </p:nvPr>
        </p:nvSpPr>
        <p:spPr>
          <a:xfrm>
            <a:off x="994845" y="6437115"/>
            <a:ext cx="1275686" cy="123111"/>
          </a:xfrm>
        </p:spPr>
        <p:txBody>
          <a:bodyPr/>
          <a:lstStyle/>
          <a:p>
            <a:fld id="{5E6A3988-4DE5-4226-8B0D-6E5E4D9ADE77}" type="datetime3">
              <a:rPr lang="en-US" smtClean="0"/>
              <a:t>11 July 2026</a:t>
            </a:fld>
            <a:endParaRPr lang="en-US"/>
          </a:p>
        </p:txBody>
      </p:sp>
      <p:sp>
        <p:nvSpPr>
          <p:cNvPr id="16" name="Footer Placeholder 15">
            <a:extLst>
              <a:ext uri="{FF2B5EF4-FFF2-40B4-BE49-F238E27FC236}">
                <a16:creationId xmlns:a16="http://schemas.microsoft.com/office/drawing/2014/main" id="{F6EE66C3-F5FC-EC9F-2FD2-29BD03D34E79}"/>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17" name="Slide Number Placeholder 16">
            <a:extLst>
              <a:ext uri="{FF2B5EF4-FFF2-40B4-BE49-F238E27FC236}">
                <a16:creationId xmlns:a16="http://schemas.microsoft.com/office/drawing/2014/main" id="{A4235A10-5DD7-13DF-F454-D71905477165}"/>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39</a:t>
            </a:fld>
            <a:endParaRPr lang="en-US"/>
          </a:p>
        </p:txBody>
      </p:sp>
      <p:sp>
        <p:nvSpPr>
          <p:cNvPr id="8" name="Text Placeholder 7">
            <a:extLst>
              <a:ext uri="{FF2B5EF4-FFF2-40B4-BE49-F238E27FC236}">
                <a16:creationId xmlns:a16="http://schemas.microsoft.com/office/drawing/2014/main" id="{F8CF0833-D7A3-73AB-F844-A84D112624FD}"/>
              </a:ext>
            </a:extLst>
          </p:cNvPr>
          <p:cNvSpPr>
            <a:spLocks noGrp="1"/>
          </p:cNvSpPr>
          <p:nvPr>
            <p:ph type="body" sz="quarter" idx="13"/>
          </p:nvPr>
        </p:nvSpPr>
        <p:spPr/>
        <p:txBody>
          <a:bodyPr/>
          <a:lstStyle/>
          <a:p>
            <a:endParaRPr lang="en-US"/>
          </a:p>
        </p:txBody>
      </p:sp>
      <p:sp>
        <p:nvSpPr>
          <p:cNvPr id="9" name="Text Placeholder 8">
            <a:extLst>
              <a:ext uri="{FF2B5EF4-FFF2-40B4-BE49-F238E27FC236}">
                <a16:creationId xmlns:a16="http://schemas.microsoft.com/office/drawing/2014/main" id="{31BF0CE9-45C2-DE46-CF00-3D3BC0A7D728}"/>
              </a:ext>
            </a:extLst>
          </p:cNvPr>
          <p:cNvSpPr>
            <a:spLocks noGrp="1"/>
          </p:cNvSpPr>
          <p:nvPr>
            <p:ph type="body" sz="quarter" idx="14"/>
          </p:nvPr>
        </p:nvSpPr>
        <p:spPr/>
        <p:txBody>
          <a:bodyPr/>
          <a:lstStyle/>
          <a:p>
            <a:endParaRPr lang="en-US"/>
          </a:p>
        </p:txBody>
      </p:sp>
      <p:sp>
        <p:nvSpPr>
          <p:cNvPr id="11" name="Text Placeholder 10">
            <a:extLst>
              <a:ext uri="{FF2B5EF4-FFF2-40B4-BE49-F238E27FC236}">
                <a16:creationId xmlns:a16="http://schemas.microsoft.com/office/drawing/2014/main" id="{21E969F1-6064-DBA0-8DC5-51E08D0A627A}"/>
              </a:ext>
            </a:extLst>
          </p:cNvPr>
          <p:cNvSpPr>
            <a:spLocks noGrp="1"/>
          </p:cNvSpPr>
          <p:nvPr>
            <p:ph type="body" sz="quarter" idx="16"/>
          </p:nvPr>
        </p:nvSpPr>
        <p:spPr/>
        <p:txBody>
          <a:bodyPr/>
          <a:lstStyle/>
          <a:p>
            <a:endParaRPr lang="en-US"/>
          </a:p>
        </p:txBody>
      </p:sp>
      <p:sp>
        <p:nvSpPr>
          <p:cNvPr id="12" name="Text Placeholder 11">
            <a:extLst>
              <a:ext uri="{FF2B5EF4-FFF2-40B4-BE49-F238E27FC236}">
                <a16:creationId xmlns:a16="http://schemas.microsoft.com/office/drawing/2014/main" id="{C9236642-418A-5335-D1B3-1AEF47F54B30}"/>
              </a:ext>
            </a:extLst>
          </p:cNvPr>
          <p:cNvSpPr>
            <a:spLocks noGrp="1"/>
          </p:cNvSpPr>
          <p:nvPr>
            <p:ph type="body" sz="quarter" idx="17"/>
          </p:nvPr>
        </p:nvSpPr>
        <p:spPr/>
        <p:txBody>
          <a:bodyPr/>
          <a:lstStyle/>
          <a:p>
            <a:endParaRPr lang="en-US"/>
          </a:p>
        </p:txBody>
      </p:sp>
      <p:sp>
        <p:nvSpPr>
          <p:cNvPr id="14" name="Text Placeholder 13">
            <a:extLst>
              <a:ext uri="{FF2B5EF4-FFF2-40B4-BE49-F238E27FC236}">
                <a16:creationId xmlns:a16="http://schemas.microsoft.com/office/drawing/2014/main" id="{0AB098DE-7E1B-3A7C-90AB-EBCDF364EB66}"/>
              </a:ext>
            </a:extLst>
          </p:cNvPr>
          <p:cNvSpPr>
            <a:spLocks noGrp="1"/>
          </p:cNvSpPr>
          <p:nvPr>
            <p:ph type="body" sz="quarter" idx="19"/>
          </p:nvPr>
        </p:nvSpPr>
        <p:spPr/>
        <p:txBody>
          <a:bodyPr/>
          <a:lstStyle/>
          <a:p>
            <a:endParaRPr lang="en-US"/>
          </a:p>
        </p:txBody>
      </p:sp>
      <p:sp>
        <p:nvSpPr>
          <p:cNvPr id="15" name="Text Placeholder 14">
            <a:extLst>
              <a:ext uri="{FF2B5EF4-FFF2-40B4-BE49-F238E27FC236}">
                <a16:creationId xmlns:a16="http://schemas.microsoft.com/office/drawing/2014/main" id="{CC91C5EC-2C10-D63D-2EC4-1C98CFD618FF}"/>
              </a:ext>
            </a:extLst>
          </p:cNvPr>
          <p:cNvSpPr>
            <a:spLocks noGrp="1"/>
          </p:cNvSpPr>
          <p:nvPr>
            <p:ph type="body" sz="quarter" idx="20"/>
          </p:nvPr>
        </p:nvSpPr>
        <p:spPr/>
        <p:txBody>
          <a:bodyPr/>
          <a:lstStyle/>
          <a:p>
            <a:endParaRPr lang="en-US"/>
          </a:p>
        </p:txBody>
      </p:sp>
      <p:sp>
        <p:nvSpPr>
          <p:cNvPr id="19" name="Text Placeholder 18">
            <a:extLst>
              <a:ext uri="{FF2B5EF4-FFF2-40B4-BE49-F238E27FC236}">
                <a16:creationId xmlns:a16="http://schemas.microsoft.com/office/drawing/2014/main" id="{9D08DF8D-1387-CC54-9C9E-B42CD2796648}"/>
              </a:ext>
            </a:extLst>
          </p:cNvPr>
          <p:cNvSpPr>
            <a:spLocks noGrp="1"/>
          </p:cNvSpPr>
          <p:nvPr>
            <p:ph type="body" sz="quarter" idx="22"/>
          </p:nvPr>
        </p:nvSpPr>
        <p:spPr/>
        <p:txBody>
          <a:bodyPr/>
          <a:lstStyle/>
          <a:p>
            <a:endParaRPr lang="en-US"/>
          </a:p>
        </p:txBody>
      </p:sp>
      <p:sp>
        <p:nvSpPr>
          <p:cNvPr id="20" name="Text Placeholder 19">
            <a:extLst>
              <a:ext uri="{FF2B5EF4-FFF2-40B4-BE49-F238E27FC236}">
                <a16:creationId xmlns:a16="http://schemas.microsoft.com/office/drawing/2014/main" id="{542C7AE8-4A44-A217-08E0-1CED82C52A63}"/>
              </a:ext>
            </a:extLst>
          </p:cNvPr>
          <p:cNvSpPr>
            <a:spLocks noGrp="1"/>
          </p:cNvSpPr>
          <p:nvPr>
            <p:ph type="body" sz="quarter" idx="23"/>
          </p:nvPr>
        </p:nvSpPr>
        <p:spPr/>
        <p:txBody>
          <a:bodyPr/>
          <a:lstStyle/>
          <a:p>
            <a:endParaRPr lang="en-US"/>
          </a:p>
        </p:txBody>
      </p:sp>
      <p:sp>
        <p:nvSpPr>
          <p:cNvPr id="10" name="Picture Placeholder 9">
            <a:extLst>
              <a:ext uri="{FF2B5EF4-FFF2-40B4-BE49-F238E27FC236}">
                <a16:creationId xmlns:a16="http://schemas.microsoft.com/office/drawing/2014/main" id="{E1D7B52E-D36A-19A5-EF57-9EAB522774E0}"/>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US"/>
          </a:p>
        </p:txBody>
      </p:sp>
      <p:sp>
        <p:nvSpPr>
          <p:cNvPr id="13" name="Picture Placeholder 12">
            <a:extLst>
              <a:ext uri="{FF2B5EF4-FFF2-40B4-BE49-F238E27FC236}">
                <a16:creationId xmlns:a16="http://schemas.microsoft.com/office/drawing/2014/main" id="{166309FF-E796-6689-A647-D3248A63B764}"/>
              </a:ext>
              <a:ext uri="{C183D7F6-B498-43B3-948B-1728B52AA6E4}">
                <adec:decorative xmlns:adec="http://schemas.microsoft.com/office/drawing/2017/decorative" val="1"/>
              </a:ext>
            </a:extLst>
          </p:cNvPr>
          <p:cNvSpPr>
            <a:spLocks noGrp="1"/>
          </p:cNvSpPr>
          <p:nvPr>
            <p:ph type="pic" sz="quarter" idx="18"/>
          </p:nvPr>
        </p:nvSpPr>
        <p:spPr/>
        <p:txBody>
          <a:bodyPr/>
          <a:lstStyle/>
          <a:p>
            <a:endParaRPr lang="en-US"/>
          </a:p>
        </p:txBody>
      </p:sp>
      <p:sp>
        <p:nvSpPr>
          <p:cNvPr id="18" name="Picture Placeholder 17">
            <a:extLst>
              <a:ext uri="{FF2B5EF4-FFF2-40B4-BE49-F238E27FC236}">
                <a16:creationId xmlns:a16="http://schemas.microsoft.com/office/drawing/2014/main" id="{DDF23B23-C00C-0472-ED94-C502BF586C5B}"/>
              </a:ext>
              <a:ext uri="{C183D7F6-B498-43B3-948B-1728B52AA6E4}">
                <adec:decorative xmlns:adec="http://schemas.microsoft.com/office/drawing/2017/decorative" val="1"/>
              </a:ext>
            </a:extLst>
          </p:cNvPr>
          <p:cNvSpPr>
            <a:spLocks noGrp="1"/>
          </p:cNvSpPr>
          <p:nvPr>
            <p:ph type="pic" sz="quarter" idx="21"/>
          </p:nvPr>
        </p:nvSpPr>
        <p:spPr/>
        <p:txBody>
          <a:bodyPr/>
          <a:lstStyle/>
          <a:p>
            <a:endParaRPr lang="en-US"/>
          </a:p>
        </p:txBody>
      </p:sp>
      <p:sp>
        <p:nvSpPr>
          <p:cNvPr id="21" name="Picture Placeholder 20">
            <a:extLst>
              <a:ext uri="{FF2B5EF4-FFF2-40B4-BE49-F238E27FC236}">
                <a16:creationId xmlns:a16="http://schemas.microsoft.com/office/drawing/2014/main" id="{A9DB99BC-6EAF-3451-F0A1-795D13EBE224}"/>
              </a:ext>
              <a:ext uri="{C183D7F6-B498-43B3-948B-1728B52AA6E4}">
                <adec:decorative xmlns:adec="http://schemas.microsoft.com/office/drawing/2017/decorative" val="1"/>
              </a:ext>
            </a:extLst>
          </p:cNvPr>
          <p:cNvSpPr>
            <a:spLocks noGrp="1"/>
          </p:cNvSpPr>
          <p:nvPr>
            <p:ph type="pic" sz="quarter" idx="24"/>
          </p:nvPr>
        </p:nvSpPr>
        <p:spPr/>
        <p:txBody>
          <a:bodyPr/>
          <a:lstStyle/>
          <a:p>
            <a:endParaRPr lang="en-US"/>
          </a:p>
        </p:txBody>
      </p:sp>
    </p:spTree>
    <p:extLst>
      <p:ext uri="{BB962C8B-B14F-4D97-AF65-F5344CB8AC3E}">
        <p14:creationId xmlns:p14="http://schemas.microsoft.com/office/powerpoint/2010/main" val="34197106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F880E-8430-EFBD-5559-1D258D47FB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A9D56-ECDA-84F8-9747-871B022907C2}"/>
              </a:ext>
            </a:extLst>
          </p:cNvPr>
          <p:cNvSpPr>
            <a:spLocks noGrp="1"/>
          </p:cNvSpPr>
          <p:nvPr>
            <p:ph type="title"/>
          </p:nvPr>
        </p:nvSpPr>
        <p:spPr>
          <a:xfrm>
            <a:off x="485523" y="369888"/>
            <a:ext cx="11224347" cy="470898"/>
          </a:xfrm>
        </p:spPr>
        <p:txBody>
          <a:bodyPr/>
          <a:lstStyle/>
          <a:p>
            <a:r>
              <a:rPr lang="en-US" dirty="0"/>
              <a:t>Title only template layout</a:t>
            </a:r>
          </a:p>
        </p:txBody>
      </p:sp>
      <p:sp>
        <p:nvSpPr>
          <p:cNvPr id="6" name="Date Placeholder 5">
            <a:extLst>
              <a:ext uri="{FF2B5EF4-FFF2-40B4-BE49-F238E27FC236}">
                <a16:creationId xmlns:a16="http://schemas.microsoft.com/office/drawing/2014/main" id="{26478859-59BD-F83B-AF2F-56A6BF8FA094}"/>
              </a:ext>
            </a:extLst>
          </p:cNvPr>
          <p:cNvSpPr>
            <a:spLocks noGrp="1"/>
          </p:cNvSpPr>
          <p:nvPr>
            <p:ph type="dt" sz="half" idx="10"/>
          </p:nvPr>
        </p:nvSpPr>
        <p:spPr>
          <a:xfrm>
            <a:off x="994845" y="6437115"/>
            <a:ext cx="1275686" cy="123111"/>
          </a:xfrm>
        </p:spPr>
        <p:txBody>
          <a:bodyPr/>
          <a:lstStyle/>
          <a:p>
            <a:fld id="{7693B2AD-226B-45AF-B9C3-B19D917DC0A9}" type="datetime3">
              <a:rPr lang="en-US" smtClean="0"/>
              <a:t>11 July 2026</a:t>
            </a:fld>
            <a:endParaRPr lang="en-US"/>
          </a:p>
        </p:txBody>
      </p:sp>
      <p:sp>
        <p:nvSpPr>
          <p:cNvPr id="4" name="Footer Placeholder 3">
            <a:extLst>
              <a:ext uri="{FF2B5EF4-FFF2-40B4-BE49-F238E27FC236}">
                <a16:creationId xmlns:a16="http://schemas.microsoft.com/office/drawing/2014/main" id="{832435FB-4396-47D5-0D2D-CAE15CB30EB2}"/>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5" name="Slide Number Placeholder 4">
            <a:extLst>
              <a:ext uri="{FF2B5EF4-FFF2-40B4-BE49-F238E27FC236}">
                <a16:creationId xmlns:a16="http://schemas.microsoft.com/office/drawing/2014/main" id="{22465CDB-0D0B-F459-0F6A-DBA5F30C164A}"/>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40</a:t>
            </a:fld>
            <a:endParaRPr lang="en-US"/>
          </a:p>
        </p:txBody>
      </p:sp>
    </p:spTree>
    <p:extLst>
      <p:ext uri="{BB962C8B-B14F-4D97-AF65-F5344CB8AC3E}">
        <p14:creationId xmlns:p14="http://schemas.microsoft.com/office/powerpoint/2010/main" val="26260337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85000"/>
          </a:schemeClr>
        </a:solidFill>
        <a:effectLst/>
      </p:bgPr>
    </p:bg>
    <p:spTree>
      <p:nvGrpSpPr>
        <p:cNvPr id="1" name="">
          <a:extLst>
            <a:ext uri="{FF2B5EF4-FFF2-40B4-BE49-F238E27FC236}">
              <a16:creationId xmlns:a16="http://schemas.microsoft.com/office/drawing/2014/main" id="{CAC66D0D-D0F1-D8F0-2821-06398F27E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B2A1D0-C803-5473-8D3C-48C196D89C0C}"/>
              </a:ext>
            </a:extLst>
          </p:cNvPr>
          <p:cNvSpPr txBox="1">
            <a:spLocks noGrp="1"/>
          </p:cNvSpPr>
          <p:nvPr>
            <p:ph type="title" idx="4294967295"/>
          </p:nvPr>
        </p:nvSpPr>
        <p:spPr>
          <a:xfrm>
            <a:off x="1095022" y="1950646"/>
            <a:ext cx="10001956" cy="2956707"/>
          </a:xfrm>
          <a:prstGeom prst="rect">
            <a:avLst/>
          </a:prstGeom>
          <a:noFill/>
          <a:ln>
            <a:noFill/>
            <a:prstDash/>
          </a:ln>
          <a:effectLst/>
        </p:spPr>
        <p:txBody>
          <a:bodyPr rot="0" spcFirstLastPara="0" vertOverflow="overflow" horzOverflow="overflow" vert="horz" wrap="square" lIns="0" tIns="36576"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90000"/>
              </a:lnSpc>
              <a:spcBef>
                <a:spcPts val="400"/>
              </a:spcBef>
              <a:spcAft>
                <a:spcPts val="400"/>
              </a:spcAft>
              <a:buClr>
                <a:schemeClr val="tx2"/>
              </a:buClr>
              <a:buSzPct val="100000"/>
              <a:buFontTx/>
              <a:buNone/>
              <a:tabLst/>
              <a:defRPr/>
            </a:pPr>
            <a:r>
              <a:rPr kumimoji="0" lang="en-US" sz="6600" b="0" i="0" u="none" strike="noStrike" kern="1200" cap="none" spc="0" normalizeH="0" baseline="0" noProof="0" dirty="0">
                <a:ln>
                  <a:noFill/>
                </a:ln>
                <a:solidFill>
                  <a:schemeClr val="bg1"/>
                </a:solidFill>
                <a:effectLst/>
                <a:uLnTx/>
                <a:uFillTx/>
                <a:latin typeface="+mn-lt"/>
                <a:ea typeface="+mn-ea"/>
                <a:cs typeface="+mn-cs"/>
              </a:rPr>
              <a:t>Small content </a:t>
            </a:r>
            <a:r>
              <a:rPr kumimoji="0" lang="en-US" sz="6600" b="1" i="0" u="none" strike="noStrike" kern="1200" cap="none" spc="0" normalizeH="0" baseline="0" noProof="0" dirty="0">
                <a:ln>
                  <a:noFill/>
                </a:ln>
                <a:solidFill>
                  <a:schemeClr val="bg1"/>
                </a:solidFill>
                <a:effectLst/>
                <a:uLnTx/>
                <a:uFillTx/>
                <a:ea typeface="+mn-ea"/>
                <a:cs typeface="+mn-cs"/>
              </a:rPr>
              <a:t>light</a:t>
            </a:r>
            <a:r>
              <a:rPr kumimoji="0" lang="en-US" sz="6600" b="0" i="0" u="none" strike="noStrike" kern="1200" cap="none" spc="0" normalizeH="0" baseline="0" noProof="0" dirty="0">
                <a:ln>
                  <a:noFill/>
                </a:ln>
                <a:solidFill>
                  <a:schemeClr val="bg1"/>
                </a:solidFill>
                <a:effectLst/>
                <a:uLnTx/>
                <a:uFillTx/>
                <a:latin typeface="+mn-lt"/>
                <a:ea typeface="+mn-ea"/>
                <a:cs typeface="+mn-cs"/>
              </a:rPr>
              <a:t> </a:t>
            </a:r>
            <a:br>
              <a:rPr kumimoji="0" lang="en-US" sz="6600" b="0" i="0" u="none" strike="noStrike" kern="1200" cap="none" spc="0" normalizeH="0" baseline="0" noProof="0" dirty="0">
                <a:ln>
                  <a:noFill/>
                </a:ln>
                <a:solidFill>
                  <a:schemeClr val="bg1"/>
                </a:solidFill>
                <a:effectLst/>
                <a:uLnTx/>
                <a:uFillTx/>
                <a:latin typeface="+mn-lt"/>
                <a:ea typeface="+mn-ea"/>
                <a:cs typeface="+mn-cs"/>
              </a:rPr>
            </a:br>
            <a:r>
              <a:rPr kumimoji="0" lang="en-US" sz="6600" b="0" i="0" u="none" strike="noStrike" kern="1200" cap="none" spc="0" normalizeH="0" baseline="0" noProof="0" dirty="0">
                <a:ln>
                  <a:noFill/>
                </a:ln>
                <a:solidFill>
                  <a:schemeClr val="bg1"/>
                </a:solidFill>
                <a:effectLst/>
                <a:uLnTx/>
                <a:uFillTx/>
                <a:latin typeface="+mn-lt"/>
                <a:ea typeface="+mn-ea"/>
                <a:cs typeface="+mn-cs"/>
              </a:rPr>
              <a:t>template layouts</a:t>
            </a:r>
          </a:p>
          <a:p>
            <a:pPr marL="0" marR="0" lvl="0" indent="0" algn="ctr" defTabSz="914400" rtl="0" eaLnBrk="1" fontAlgn="auto" latinLnBrk="0" hangingPunct="1">
              <a:lnSpc>
                <a:spcPct val="90000"/>
              </a:lnSpc>
              <a:spcBef>
                <a:spcPts val="400"/>
              </a:spcBef>
              <a:spcAft>
                <a:spcPts val="400"/>
              </a:spcAft>
              <a:buClr>
                <a:schemeClr val="tx2"/>
              </a:buClr>
              <a:buSzPct val="100000"/>
              <a:buFontTx/>
              <a:buNone/>
              <a:tabLst/>
              <a:defRPr/>
            </a:pPr>
            <a:endParaRPr kumimoji="0" lang="en-US" sz="3200" b="0" i="0" u="none" strike="noStrike" kern="1200" cap="none" spc="0" normalizeH="0" baseline="0" noProof="0" dirty="0">
              <a:ln>
                <a:noFill/>
              </a:ln>
              <a:solidFill>
                <a:schemeClr val="bg1"/>
              </a:solidFill>
              <a:effectLst/>
              <a:uLnTx/>
              <a:uFillTx/>
              <a:latin typeface="+mn-lt"/>
              <a:ea typeface="+mn-ea"/>
              <a:cs typeface="+mn-cs"/>
            </a:endParaRPr>
          </a:p>
          <a:p>
            <a:pPr marL="0" marR="0" lvl="0" indent="0" algn="ctr" defTabSz="914400" rtl="0" eaLnBrk="1" fontAlgn="auto" latinLnBrk="0" hangingPunct="1">
              <a:lnSpc>
                <a:spcPct val="90000"/>
              </a:lnSpc>
              <a:spcBef>
                <a:spcPts val="400"/>
              </a:spcBef>
              <a:spcAft>
                <a:spcPts val="400"/>
              </a:spcAft>
              <a:buClr>
                <a:schemeClr val="tx2"/>
              </a:buClr>
              <a:buSzPct val="100000"/>
              <a:buFontTx/>
              <a:buNone/>
              <a:tabLst/>
              <a:defRPr/>
            </a:pPr>
            <a:r>
              <a:rPr kumimoji="0" lang="en-US" sz="3200" b="0" i="0" u="none" strike="noStrike" kern="1200" cap="none" spc="0" normalizeH="0" baseline="0" noProof="0" dirty="0">
                <a:ln>
                  <a:noFill/>
                </a:ln>
                <a:solidFill>
                  <a:schemeClr val="bg1"/>
                </a:solidFill>
                <a:effectLst/>
                <a:uLnTx/>
                <a:uFillTx/>
                <a:latin typeface="+mn-lt"/>
                <a:ea typeface="+mn-ea"/>
                <a:cs typeface="+mn-cs"/>
              </a:rPr>
              <a:t>13 slide layouts to use</a:t>
            </a:r>
          </a:p>
        </p:txBody>
      </p:sp>
    </p:spTree>
    <p:extLst>
      <p:ext uri="{BB962C8B-B14F-4D97-AF65-F5344CB8AC3E}">
        <p14:creationId xmlns:p14="http://schemas.microsoft.com/office/powerpoint/2010/main" val="19159946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BCCCF-00D2-C07E-FF24-BDDE2C4B482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F46E798-1B30-97BA-87F0-14DFF758AE2C}"/>
              </a:ext>
            </a:extLst>
          </p:cNvPr>
          <p:cNvSpPr>
            <a:spLocks noGrp="1"/>
          </p:cNvSpPr>
          <p:nvPr>
            <p:ph type="title"/>
          </p:nvPr>
        </p:nvSpPr>
        <p:spPr>
          <a:xfrm>
            <a:off x="485523" y="382588"/>
            <a:ext cx="11224347" cy="638175"/>
          </a:xfrm>
        </p:spPr>
        <p:txBody>
          <a:bodyPr/>
          <a:lstStyle/>
          <a:p>
            <a:r>
              <a:rPr lang="en-US" dirty="0"/>
              <a:t>Title and content template layout</a:t>
            </a:r>
          </a:p>
        </p:txBody>
      </p:sp>
      <p:sp>
        <p:nvSpPr>
          <p:cNvPr id="11" name="Content Placeholder 10">
            <a:extLst>
              <a:ext uri="{FF2B5EF4-FFF2-40B4-BE49-F238E27FC236}">
                <a16:creationId xmlns:a16="http://schemas.microsoft.com/office/drawing/2014/main" id="{38AB5DF5-8656-0B56-BFEF-283E5DB726A1}"/>
              </a:ext>
            </a:extLst>
          </p:cNvPr>
          <p:cNvSpPr>
            <a:spLocks noGrp="1"/>
          </p:cNvSpPr>
          <p:nvPr>
            <p:ph sz="quarter" idx="16"/>
          </p:nvPr>
        </p:nvSpPr>
        <p:spPr/>
        <p:txBody>
          <a:bodyPr/>
          <a:lstStyle/>
          <a:p>
            <a:endParaRPr lang="en-US"/>
          </a:p>
        </p:txBody>
      </p:sp>
      <p:sp>
        <p:nvSpPr>
          <p:cNvPr id="10" name="SmartArt Placeholder 9">
            <a:extLst>
              <a:ext uri="{FF2B5EF4-FFF2-40B4-BE49-F238E27FC236}">
                <a16:creationId xmlns:a16="http://schemas.microsoft.com/office/drawing/2014/main" id="{09FF333F-218A-8C98-3152-87EAB1FC0D03}"/>
              </a:ext>
            </a:extLst>
          </p:cNvPr>
          <p:cNvSpPr>
            <a:spLocks noGrp="1"/>
          </p:cNvSpPr>
          <p:nvPr>
            <p:ph type="dgm" sz="quarter" idx="15"/>
          </p:nvPr>
        </p:nvSpPr>
        <p:spPr/>
        <p:txBody>
          <a:bodyPr/>
          <a:lstStyle/>
          <a:p>
            <a:endParaRPr lang="en-US"/>
          </a:p>
        </p:txBody>
      </p:sp>
    </p:spTree>
    <p:extLst>
      <p:ext uri="{BB962C8B-B14F-4D97-AF65-F5344CB8AC3E}">
        <p14:creationId xmlns:p14="http://schemas.microsoft.com/office/powerpoint/2010/main" val="2462236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BCCCF-00D2-C07E-FF24-BDDE2C4B482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F46E798-1B30-97BA-87F0-14DFF758AE2C}"/>
              </a:ext>
            </a:extLst>
          </p:cNvPr>
          <p:cNvSpPr>
            <a:spLocks noGrp="1"/>
          </p:cNvSpPr>
          <p:nvPr>
            <p:ph type="title"/>
          </p:nvPr>
        </p:nvSpPr>
        <p:spPr>
          <a:xfrm>
            <a:off x="485523" y="382588"/>
            <a:ext cx="11224347" cy="638175"/>
          </a:xfrm>
        </p:spPr>
        <p:txBody>
          <a:bodyPr/>
          <a:lstStyle/>
          <a:p>
            <a:r>
              <a:rPr lang="en-US" dirty="0"/>
              <a:t>Two content template layout</a:t>
            </a:r>
          </a:p>
        </p:txBody>
      </p:sp>
      <p:sp>
        <p:nvSpPr>
          <p:cNvPr id="11" name="Content Placeholder 10">
            <a:extLst>
              <a:ext uri="{FF2B5EF4-FFF2-40B4-BE49-F238E27FC236}">
                <a16:creationId xmlns:a16="http://schemas.microsoft.com/office/drawing/2014/main" id="{6499266D-9BE1-0A4B-AC11-D753CF671F67}"/>
              </a:ext>
            </a:extLst>
          </p:cNvPr>
          <p:cNvSpPr>
            <a:spLocks noGrp="1"/>
          </p:cNvSpPr>
          <p:nvPr>
            <p:ph sz="quarter" idx="16"/>
          </p:nvPr>
        </p:nvSpPr>
        <p:spPr/>
        <p:txBody>
          <a:bodyPr/>
          <a:lstStyle/>
          <a:p>
            <a:endParaRPr lang="en-US" dirty="0"/>
          </a:p>
        </p:txBody>
      </p:sp>
      <p:sp>
        <p:nvSpPr>
          <p:cNvPr id="10" name="Content Placeholder 9">
            <a:extLst>
              <a:ext uri="{FF2B5EF4-FFF2-40B4-BE49-F238E27FC236}">
                <a16:creationId xmlns:a16="http://schemas.microsoft.com/office/drawing/2014/main" id="{96B198DE-1E08-F748-4CD9-6B0E7A9C26D3}"/>
              </a:ext>
            </a:extLst>
          </p:cNvPr>
          <p:cNvSpPr>
            <a:spLocks noGrp="1"/>
          </p:cNvSpPr>
          <p:nvPr>
            <p:ph sz="quarter" idx="15"/>
          </p:nvPr>
        </p:nvSpPr>
        <p:spPr/>
        <p:txBody>
          <a:bodyPr/>
          <a:lstStyle/>
          <a:p>
            <a:endParaRPr lang="en-US"/>
          </a:p>
        </p:txBody>
      </p:sp>
      <p:sp>
        <p:nvSpPr>
          <p:cNvPr id="5" name="Slide Number Placeholder 4">
            <a:extLst>
              <a:ext uri="{FF2B5EF4-FFF2-40B4-BE49-F238E27FC236}">
                <a16:creationId xmlns:a16="http://schemas.microsoft.com/office/drawing/2014/main" id="{EDE5E68A-263F-3489-531A-D97FB95E6AE2}"/>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43</a:t>
            </a:fld>
            <a:endParaRPr lang="en-US"/>
          </a:p>
        </p:txBody>
      </p:sp>
      <p:sp>
        <p:nvSpPr>
          <p:cNvPr id="2" name="Date Placeholder 1">
            <a:extLst>
              <a:ext uri="{FF2B5EF4-FFF2-40B4-BE49-F238E27FC236}">
                <a16:creationId xmlns:a16="http://schemas.microsoft.com/office/drawing/2014/main" id="{6EA56336-1969-92A6-CD25-C19AC060B2F0}"/>
              </a:ext>
            </a:extLst>
          </p:cNvPr>
          <p:cNvSpPr>
            <a:spLocks noGrp="1"/>
          </p:cNvSpPr>
          <p:nvPr>
            <p:ph type="dt" sz="half" idx="10"/>
          </p:nvPr>
        </p:nvSpPr>
        <p:spPr>
          <a:xfrm>
            <a:off x="994845" y="6437115"/>
            <a:ext cx="1275686" cy="123111"/>
          </a:xfrm>
        </p:spPr>
        <p:txBody>
          <a:bodyPr/>
          <a:lstStyle/>
          <a:p>
            <a:fld id="{8AE8B087-0ED7-4D0C-89F3-02E6E8D2F977}" type="datetime3">
              <a:rPr lang="en-US" smtClean="0"/>
              <a:t>11 July 2026</a:t>
            </a:fld>
            <a:endParaRPr lang="en-US"/>
          </a:p>
        </p:txBody>
      </p:sp>
      <p:sp>
        <p:nvSpPr>
          <p:cNvPr id="4" name="Footer Placeholder 3">
            <a:extLst>
              <a:ext uri="{FF2B5EF4-FFF2-40B4-BE49-F238E27FC236}">
                <a16:creationId xmlns:a16="http://schemas.microsoft.com/office/drawing/2014/main" id="{F2F274A9-F127-87E0-F01B-E08C78E1A3ED}"/>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12" name="SmartArt Placeholder 11">
            <a:extLst>
              <a:ext uri="{FF2B5EF4-FFF2-40B4-BE49-F238E27FC236}">
                <a16:creationId xmlns:a16="http://schemas.microsoft.com/office/drawing/2014/main" id="{F07D91A2-BF49-D4A3-BB11-D25BAB9C165F}"/>
              </a:ext>
              <a:ext uri="{C183D7F6-B498-43B3-948B-1728B52AA6E4}">
                <adec:decorative xmlns:adec="http://schemas.microsoft.com/office/drawing/2017/decorative" val="1"/>
              </a:ext>
            </a:extLst>
          </p:cNvPr>
          <p:cNvSpPr>
            <a:spLocks noGrp="1"/>
          </p:cNvSpPr>
          <p:nvPr>
            <p:ph type="dgm" sz="quarter" idx="17"/>
          </p:nvPr>
        </p:nvSpPr>
        <p:spPr/>
        <p:txBody>
          <a:bodyPr/>
          <a:lstStyle/>
          <a:p>
            <a:endParaRPr lang="en-US"/>
          </a:p>
        </p:txBody>
      </p:sp>
    </p:spTree>
    <p:extLst>
      <p:ext uri="{BB962C8B-B14F-4D97-AF65-F5344CB8AC3E}">
        <p14:creationId xmlns:p14="http://schemas.microsoft.com/office/powerpoint/2010/main" val="21455327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90646-1C34-A1FE-0CB3-CAA4B33D3F64}"/>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28325035-83FD-E343-5491-8D165719A084}"/>
              </a:ext>
            </a:extLst>
          </p:cNvPr>
          <p:cNvSpPr>
            <a:spLocks noGrp="1"/>
          </p:cNvSpPr>
          <p:nvPr>
            <p:ph idx="1"/>
          </p:nvPr>
        </p:nvSpPr>
        <p:spPr/>
        <p:txBody>
          <a:bodyPr/>
          <a:lstStyle/>
          <a:p>
            <a:endParaRPr lang="en-US"/>
          </a:p>
        </p:txBody>
      </p:sp>
      <p:sp>
        <p:nvSpPr>
          <p:cNvPr id="11" name="Content Placeholder 10">
            <a:extLst>
              <a:ext uri="{FF2B5EF4-FFF2-40B4-BE49-F238E27FC236}">
                <a16:creationId xmlns:a16="http://schemas.microsoft.com/office/drawing/2014/main" id="{EE2124B9-4A90-41FA-B57C-D5FE01B9CC7C}"/>
              </a:ext>
            </a:extLst>
          </p:cNvPr>
          <p:cNvSpPr>
            <a:spLocks noGrp="1"/>
          </p:cNvSpPr>
          <p:nvPr>
            <p:ph idx="13"/>
          </p:nvPr>
        </p:nvSpPr>
        <p:spPr/>
        <p:txBody>
          <a:bodyPr/>
          <a:lstStyle/>
          <a:p>
            <a:endParaRPr lang="en-US"/>
          </a:p>
        </p:txBody>
      </p:sp>
      <p:sp>
        <p:nvSpPr>
          <p:cNvPr id="12" name="Content Placeholder 11">
            <a:extLst>
              <a:ext uri="{FF2B5EF4-FFF2-40B4-BE49-F238E27FC236}">
                <a16:creationId xmlns:a16="http://schemas.microsoft.com/office/drawing/2014/main" id="{00D8E240-6962-6E49-11CB-629425494015}"/>
              </a:ext>
            </a:extLst>
          </p:cNvPr>
          <p:cNvSpPr>
            <a:spLocks noGrp="1"/>
          </p:cNvSpPr>
          <p:nvPr>
            <p:ph idx="14"/>
          </p:nvPr>
        </p:nvSpPr>
        <p:spPr/>
        <p:txBody>
          <a:bodyPr/>
          <a:lstStyle/>
          <a:p>
            <a:endParaRPr lang="en-US"/>
          </a:p>
        </p:txBody>
      </p:sp>
      <p:sp>
        <p:nvSpPr>
          <p:cNvPr id="5" name="Slide Number Placeholder 4">
            <a:extLst>
              <a:ext uri="{FF2B5EF4-FFF2-40B4-BE49-F238E27FC236}">
                <a16:creationId xmlns:a16="http://schemas.microsoft.com/office/drawing/2014/main" id="{6B866336-D4EF-A6C1-19E7-4FB32FD8941A}"/>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44</a:t>
            </a:fld>
            <a:endParaRPr lang="en-US"/>
          </a:p>
        </p:txBody>
      </p:sp>
      <p:sp>
        <p:nvSpPr>
          <p:cNvPr id="2" name="Date Placeholder 1">
            <a:extLst>
              <a:ext uri="{FF2B5EF4-FFF2-40B4-BE49-F238E27FC236}">
                <a16:creationId xmlns:a16="http://schemas.microsoft.com/office/drawing/2014/main" id="{834763AA-2001-9F06-B7D6-3838A95C30B8}"/>
              </a:ext>
            </a:extLst>
          </p:cNvPr>
          <p:cNvSpPr>
            <a:spLocks noGrp="1"/>
          </p:cNvSpPr>
          <p:nvPr>
            <p:ph type="dt" sz="half" idx="10"/>
          </p:nvPr>
        </p:nvSpPr>
        <p:spPr>
          <a:xfrm>
            <a:off x="994845" y="6437115"/>
            <a:ext cx="1275686" cy="123111"/>
          </a:xfrm>
        </p:spPr>
        <p:txBody>
          <a:bodyPr/>
          <a:lstStyle/>
          <a:p>
            <a:fld id="{22F988B3-BD54-4A72-B71B-E49CB77A804B}" type="datetime3">
              <a:rPr lang="en-US" smtClean="0"/>
              <a:t>11 July 2026</a:t>
            </a:fld>
            <a:endParaRPr lang="en-US"/>
          </a:p>
        </p:txBody>
      </p:sp>
      <p:sp>
        <p:nvSpPr>
          <p:cNvPr id="4" name="Footer Placeholder 3">
            <a:extLst>
              <a:ext uri="{FF2B5EF4-FFF2-40B4-BE49-F238E27FC236}">
                <a16:creationId xmlns:a16="http://schemas.microsoft.com/office/drawing/2014/main" id="{85420E60-7DC7-2B85-1462-AC1117B97D8D}"/>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6" name="Title 5">
            <a:extLst>
              <a:ext uri="{FF2B5EF4-FFF2-40B4-BE49-F238E27FC236}">
                <a16:creationId xmlns:a16="http://schemas.microsoft.com/office/drawing/2014/main" id="{2F3FFE9B-0232-924C-A0B4-E7294CBB7078}"/>
              </a:ext>
            </a:extLst>
          </p:cNvPr>
          <p:cNvSpPr>
            <a:spLocks noGrp="1"/>
          </p:cNvSpPr>
          <p:nvPr>
            <p:ph type="title"/>
          </p:nvPr>
        </p:nvSpPr>
        <p:spPr>
          <a:xfrm>
            <a:off x="485523" y="382588"/>
            <a:ext cx="11224347" cy="638175"/>
          </a:xfrm>
        </p:spPr>
        <p:txBody>
          <a:bodyPr/>
          <a:lstStyle/>
          <a:p>
            <a:r>
              <a:rPr lang="en-US" dirty="0"/>
              <a:t>Three content template layout</a:t>
            </a:r>
          </a:p>
        </p:txBody>
      </p:sp>
      <p:sp>
        <p:nvSpPr>
          <p:cNvPr id="13" name="SmartArt Placeholder 12">
            <a:extLst>
              <a:ext uri="{FF2B5EF4-FFF2-40B4-BE49-F238E27FC236}">
                <a16:creationId xmlns:a16="http://schemas.microsoft.com/office/drawing/2014/main" id="{299D511F-1907-74CA-A395-768CD5F0059B}"/>
              </a:ext>
              <a:ext uri="{C183D7F6-B498-43B3-948B-1728B52AA6E4}">
                <adec:decorative xmlns:adec="http://schemas.microsoft.com/office/drawing/2017/decorative" val="1"/>
              </a:ext>
            </a:extLst>
          </p:cNvPr>
          <p:cNvSpPr>
            <a:spLocks noGrp="1"/>
          </p:cNvSpPr>
          <p:nvPr>
            <p:ph type="dgm" sz="quarter" idx="15"/>
          </p:nvPr>
        </p:nvSpPr>
        <p:spPr/>
        <p:txBody>
          <a:bodyPr/>
          <a:lstStyle/>
          <a:p>
            <a:endParaRPr lang="en-US"/>
          </a:p>
        </p:txBody>
      </p:sp>
    </p:spTree>
    <p:extLst>
      <p:ext uri="{BB962C8B-B14F-4D97-AF65-F5344CB8AC3E}">
        <p14:creationId xmlns:p14="http://schemas.microsoft.com/office/powerpoint/2010/main" val="36573917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63C3B-F744-0E7D-DA78-3C4D5808DD43}"/>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A20AC7A3-FFB0-1029-9020-55698A28DA22}"/>
              </a:ext>
            </a:extLst>
          </p:cNvPr>
          <p:cNvSpPr>
            <a:spLocks noGrp="1"/>
          </p:cNvSpPr>
          <p:nvPr>
            <p:ph idx="1"/>
          </p:nvPr>
        </p:nvSpPr>
        <p:spPr/>
        <p:txBody>
          <a:bodyPr/>
          <a:lstStyle/>
          <a:p>
            <a:endParaRPr lang="en-US"/>
          </a:p>
        </p:txBody>
      </p:sp>
      <p:sp>
        <p:nvSpPr>
          <p:cNvPr id="11" name="Content Placeholder 10">
            <a:extLst>
              <a:ext uri="{FF2B5EF4-FFF2-40B4-BE49-F238E27FC236}">
                <a16:creationId xmlns:a16="http://schemas.microsoft.com/office/drawing/2014/main" id="{4DB8217D-CEA2-0776-DDC5-60F1CBD8ACE0}"/>
              </a:ext>
            </a:extLst>
          </p:cNvPr>
          <p:cNvSpPr>
            <a:spLocks noGrp="1"/>
          </p:cNvSpPr>
          <p:nvPr>
            <p:ph idx="13"/>
          </p:nvPr>
        </p:nvSpPr>
        <p:spPr/>
        <p:txBody>
          <a:bodyPr/>
          <a:lstStyle/>
          <a:p>
            <a:endParaRPr lang="en-US"/>
          </a:p>
        </p:txBody>
      </p:sp>
      <p:sp>
        <p:nvSpPr>
          <p:cNvPr id="12" name="Content Placeholder 11">
            <a:extLst>
              <a:ext uri="{FF2B5EF4-FFF2-40B4-BE49-F238E27FC236}">
                <a16:creationId xmlns:a16="http://schemas.microsoft.com/office/drawing/2014/main" id="{279C3451-3968-3A6E-9A53-CCDD0933D8D4}"/>
              </a:ext>
            </a:extLst>
          </p:cNvPr>
          <p:cNvSpPr>
            <a:spLocks noGrp="1"/>
          </p:cNvSpPr>
          <p:nvPr>
            <p:ph idx="14"/>
          </p:nvPr>
        </p:nvSpPr>
        <p:spPr/>
        <p:txBody>
          <a:bodyPr/>
          <a:lstStyle/>
          <a:p>
            <a:endParaRPr lang="en-US"/>
          </a:p>
        </p:txBody>
      </p:sp>
      <p:sp>
        <p:nvSpPr>
          <p:cNvPr id="5" name="Slide Number Placeholder 4">
            <a:extLst>
              <a:ext uri="{FF2B5EF4-FFF2-40B4-BE49-F238E27FC236}">
                <a16:creationId xmlns:a16="http://schemas.microsoft.com/office/drawing/2014/main" id="{21A91163-DC54-890F-3106-A27357E4767E}"/>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45</a:t>
            </a:fld>
            <a:endParaRPr lang="en-US"/>
          </a:p>
        </p:txBody>
      </p:sp>
      <p:sp>
        <p:nvSpPr>
          <p:cNvPr id="2" name="Date Placeholder 1">
            <a:extLst>
              <a:ext uri="{FF2B5EF4-FFF2-40B4-BE49-F238E27FC236}">
                <a16:creationId xmlns:a16="http://schemas.microsoft.com/office/drawing/2014/main" id="{CFFD4309-F039-51B1-A0AF-28B58CC8AFB8}"/>
              </a:ext>
            </a:extLst>
          </p:cNvPr>
          <p:cNvSpPr>
            <a:spLocks noGrp="1"/>
          </p:cNvSpPr>
          <p:nvPr>
            <p:ph type="dt" sz="half" idx="10"/>
          </p:nvPr>
        </p:nvSpPr>
        <p:spPr>
          <a:xfrm>
            <a:off x="994845" y="6437115"/>
            <a:ext cx="1275686" cy="123111"/>
          </a:xfrm>
        </p:spPr>
        <p:txBody>
          <a:bodyPr/>
          <a:lstStyle/>
          <a:p>
            <a:fld id="{80E9E6E1-22E5-42C6-8ED1-EE04BE04ABE6}" type="datetime3">
              <a:rPr lang="en-US" smtClean="0"/>
              <a:t>11 July 2026</a:t>
            </a:fld>
            <a:endParaRPr lang="en-US"/>
          </a:p>
        </p:txBody>
      </p:sp>
      <p:sp>
        <p:nvSpPr>
          <p:cNvPr id="4" name="Footer Placeholder 3">
            <a:extLst>
              <a:ext uri="{FF2B5EF4-FFF2-40B4-BE49-F238E27FC236}">
                <a16:creationId xmlns:a16="http://schemas.microsoft.com/office/drawing/2014/main" id="{B8873BD5-89E4-7A3B-7E1D-334919AE8967}"/>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6" name="Title 5">
            <a:extLst>
              <a:ext uri="{FF2B5EF4-FFF2-40B4-BE49-F238E27FC236}">
                <a16:creationId xmlns:a16="http://schemas.microsoft.com/office/drawing/2014/main" id="{5922F2E8-FF43-66BC-577E-805377B43C16}"/>
              </a:ext>
            </a:extLst>
          </p:cNvPr>
          <p:cNvSpPr>
            <a:spLocks noGrp="1"/>
          </p:cNvSpPr>
          <p:nvPr>
            <p:ph type="title"/>
          </p:nvPr>
        </p:nvSpPr>
        <p:spPr>
          <a:xfrm>
            <a:off x="485523" y="382588"/>
            <a:ext cx="11224347" cy="638175"/>
          </a:xfrm>
        </p:spPr>
        <p:txBody>
          <a:bodyPr/>
          <a:lstStyle/>
          <a:p>
            <a:r>
              <a:rPr lang="en-US" dirty="0"/>
              <a:t>Four content template layout</a:t>
            </a:r>
          </a:p>
        </p:txBody>
      </p:sp>
      <p:sp>
        <p:nvSpPr>
          <p:cNvPr id="13" name="Content Placeholder 12">
            <a:extLst>
              <a:ext uri="{FF2B5EF4-FFF2-40B4-BE49-F238E27FC236}">
                <a16:creationId xmlns:a16="http://schemas.microsoft.com/office/drawing/2014/main" id="{1B2E46D9-7991-E630-DCCA-18565E1FFDD9}"/>
              </a:ext>
            </a:extLst>
          </p:cNvPr>
          <p:cNvSpPr>
            <a:spLocks noGrp="1"/>
          </p:cNvSpPr>
          <p:nvPr>
            <p:ph idx="15"/>
          </p:nvPr>
        </p:nvSpPr>
        <p:spPr/>
        <p:txBody>
          <a:bodyPr/>
          <a:lstStyle/>
          <a:p>
            <a:endParaRPr lang="en-US"/>
          </a:p>
        </p:txBody>
      </p:sp>
      <p:sp>
        <p:nvSpPr>
          <p:cNvPr id="14" name="SmartArt Placeholder 13">
            <a:extLst>
              <a:ext uri="{FF2B5EF4-FFF2-40B4-BE49-F238E27FC236}">
                <a16:creationId xmlns:a16="http://schemas.microsoft.com/office/drawing/2014/main" id="{E860832C-6639-A64E-EED3-2E13B7CFC17F}"/>
              </a:ext>
              <a:ext uri="{C183D7F6-B498-43B3-948B-1728B52AA6E4}">
                <adec:decorative xmlns:adec="http://schemas.microsoft.com/office/drawing/2017/decorative" val="1"/>
              </a:ext>
            </a:extLst>
          </p:cNvPr>
          <p:cNvSpPr>
            <a:spLocks noGrp="1"/>
          </p:cNvSpPr>
          <p:nvPr>
            <p:ph type="dgm" sz="quarter" idx="16"/>
          </p:nvPr>
        </p:nvSpPr>
        <p:spPr/>
        <p:txBody>
          <a:bodyPr/>
          <a:lstStyle/>
          <a:p>
            <a:endParaRPr lang="en-US"/>
          </a:p>
        </p:txBody>
      </p:sp>
    </p:spTree>
    <p:extLst>
      <p:ext uri="{BB962C8B-B14F-4D97-AF65-F5344CB8AC3E}">
        <p14:creationId xmlns:p14="http://schemas.microsoft.com/office/powerpoint/2010/main" val="38675208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01178-43FA-F25F-D652-FBABDEC2C074}"/>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5EF6FBC0-B308-E0BE-4470-1153812A21B0}"/>
              </a:ext>
            </a:extLst>
          </p:cNvPr>
          <p:cNvSpPr>
            <a:spLocks noGrp="1"/>
          </p:cNvSpPr>
          <p:nvPr>
            <p:ph idx="1"/>
          </p:nvPr>
        </p:nvSpPr>
        <p:spPr/>
        <p:txBody>
          <a:bodyPr/>
          <a:lstStyle/>
          <a:p>
            <a:endParaRPr lang="en-US"/>
          </a:p>
        </p:txBody>
      </p:sp>
      <p:sp>
        <p:nvSpPr>
          <p:cNvPr id="11" name="Content Placeholder 10">
            <a:extLst>
              <a:ext uri="{FF2B5EF4-FFF2-40B4-BE49-F238E27FC236}">
                <a16:creationId xmlns:a16="http://schemas.microsoft.com/office/drawing/2014/main" id="{6A4913BE-3CEB-44AA-09E8-483E4084428C}"/>
              </a:ext>
            </a:extLst>
          </p:cNvPr>
          <p:cNvSpPr>
            <a:spLocks noGrp="1"/>
          </p:cNvSpPr>
          <p:nvPr>
            <p:ph idx="13"/>
          </p:nvPr>
        </p:nvSpPr>
        <p:spPr/>
        <p:txBody>
          <a:bodyPr/>
          <a:lstStyle/>
          <a:p>
            <a:endParaRPr lang="en-US"/>
          </a:p>
        </p:txBody>
      </p:sp>
      <p:sp>
        <p:nvSpPr>
          <p:cNvPr id="12" name="Content Placeholder 11">
            <a:extLst>
              <a:ext uri="{FF2B5EF4-FFF2-40B4-BE49-F238E27FC236}">
                <a16:creationId xmlns:a16="http://schemas.microsoft.com/office/drawing/2014/main" id="{756711B4-4391-6EEE-0FF8-DA5595954042}"/>
              </a:ext>
            </a:extLst>
          </p:cNvPr>
          <p:cNvSpPr>
            <a:spLocks noGrp="1"/>
          </p:cNvSpPr>
          <p:nvPr>
            <p:ph idx="14"/>
          </p:nvPr>
        </p:nvSpPr>
        <p:spPr/>
        <p:txBody>
          <a:bodyPr/>
          <a:lstStyle/>
          <a:p>
            <a:endParaRPr lang="en-US"/>
          </a:p>
        </p:txBody>
      </p:sp>
      <p:sp>
        <p:nvSpPr>
          <p:cNvPr id="5" name="Slide Number Placeholder 4">
            <a:extLst>
              <a:ext uri="{FF2B5EF4-FFF2-40B4-BE49-F238E27FC236}">
                <a16:creationId xmlns:a16="http://schemas.microsoft.com/office/drawing/2014/main" id="{CA671098-B94E-DF4C-74A2-9F43B7F6DC12}"/>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46</a:t>
            </a:fld>
            <a:endParaRPr lang="en-US"/>
          </a:p>
        </p:txBody>
      </p:sp>
      <p:sp>
        <p:nvSpPr>
          <p:cNvPr id="2" name="Date Placeholder 1">
            <a:extLst>
              <a:ext uri="{FF2B5EF4-FFF2-40B4-BE49-F238E27FC236}">
                <a16:creationId xmlns:a16="http://schemas.microsoft.com/office/drawing/2014/main" id="{8907B5F1-D784-1C0B-A89E-B08B4BD18219}"/>
              </a:ext>
            </a:extLst>
          </p:cNvPr>
          <p:cNvSpPr>
            <a:spLocks noGrp="1"/>
          </p:cNvSpPr>
          <p:nvPr>
            <p:ph type="dt" sz="half" idx="10"/>
          </p:nvPr>
        </p:nvSpPr>
        <p:spPr>
          <a:xfrm>
            <a:off x="994845" y="6437115"/>
            <a:ext cx="1275686" cy="123111"/>
          </a:xfrm>
        </p:spPr>
        <p:txBody>
          <a:bodyPr/>
          <a:lstStyle/>
          <a:p>
            <a:fld id="{0E86ECE8-2F80-489B-B211-7F6E2D554197}" type="datetime3">
              <a:rPr lang="en-US" smtClean="0"/>
              <a:t>11 July 2026</a:t>
            </a:fld>
            <a:endParaRPr lang="en-US"/>
          </a:p>
        </p:txBody>
      </p:sp>
      <p:sp>
        <p:nvSpPr>
          <p:cNvPr id="4" name="Footer Placeholder 3">
            <a:extLst>
              <a:ext uri="{FF2B5EF4-FFF2-40B4-BE49-F238E27FC236}">
                <a16:creationId xmlns:a16="http://schemas.microsoft.com/office/drawing/2014/main" id="{C5857851-FA8A-DA46-A06C-7E0CFE8D32F1}"/>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6" name="Title 5">
            <a:extLst>
              <a:ext uri="{FF2B5EF4-FFF2-40B4-BE49-F238E27FC236}">
                <a16:creationId xmlns:a16="http://schemas.microsoft.com/office/drawing/2014/main" id="{48606EE8-ECE9-A184-782A-5FFC56514EDE}"/>
              </a:ext>
            </a:extLst>
          </p:cNvPr>
          <p:cNvSpPr>
            <a:spLocks noGrp="1"/>
          </p:cNvSpPr>
          <p:nvPr>
            <p:ph type="title"/>
          </p:nvPr>
        </p:nvSpPr>
        <p:spPr>
          <a:xfrm>
            <a:off x="485523" y="382588"/>
            <a:ext cx="11224347" cy="638175"/>
          </a:xfrm>
        </p:spPr>
        <p:txBody>
          <a:bodyPr/>
          <a:lstStyle/>
          <a:p>
            <a:r>
              <a:rPr lang="en-US" dirty="0"/>
              <a:t>Eight content template layout</a:t>
            </a:r>
          </a:p>
        </p:txBody>
      </p:sp>
      <p:sp>
        <p:nvSpPr>
          <p:cNvPr id="13" name="Content Placeholder 12">
            <a:extLst>
              <a:ext uri="{FF2B5EF4-FFF2-40B4-BE49-F238E27FC236}">
                <a16:creationId xmlns:a16="http://schemas.microsoft.com/office/drawing/2014/main" id="{3453F023-F6D1-C8BE-2006-4E69E8E98CD1}"/>
              </a:ext>
            </a:extLst>
          </p:cNvPr>
          <p:cNvSpPr>
            <a:spLocks noGrp="1"/>
          </p:cNvSpPr>
          <p:nvPr>
            <p:ph idx="15"/>
          </p:nvPr>
        </p:nvSpPr>
        <p:spPr/>
        <p:txBody>
          <a:bodyPr/>
          <a:lstStyle/>
          <a:p>
            <a:endParaRPr lang="en-US"/>
          </a:p>
        </p:txBody>
      </p:sp>
      <p:sp>
        <p:nvSpPr>
          <p:cNvPr id="14" name="Content Placeholder 13">
            <a:extLst>
              <a:ext uri="{FF2B5EF4-FFF2-40B4-BE49-F238E27FC236}">
                <a16:creationId xmlns:a16="http://schemas.microsoft.com/office/drawing/2014/main" id="{DC484AFF-5AA0-2B96-7850-71373E11FFD7}"/>
              </a:ext>
            </a:extLst>
          </p:cNvPr>
          <p:cNvSpPr>
            <a:spLocks noGrp="1"/>
          </p:cNvSpPr>
          <p:nvPr>
            <p:ph idx="16"/>
          </p:nvPr>
        </p:nvSpPr>
        <p:spPr/>
        <p:txBody>
          <a:bodyPr/>
          <a:lstStyle/>
          <a:p>
            <a:endParaRPr lang="en-US"/>
          </a:p>
        </p:txBody>
      </p:sp>
      <p:sp>
        <p:nvSpPr>
          <p:cNvPr id="15" name="Content Placeholder 14">
            <a:extLst>
              <a:ext uri="{FF2B5EF4-FFF2-40B4-BE49-F238E27FC236}">
                <a16:creationId xmlns:a16="http://schemas.microsoft.com/office/drawing/2014/main" id="{AAE1C1E6-C509-12B4-1294-5299A9099B1E}"/>
              </a:ext>
            </a:extLst>
          </p:cNvPr>
          <p:cNvSpPr>
            <a:spLocks noGrp="1"/>
          </p:cNvSpPr>
          <p:nvPr>
            <p:ph idx="17"/>
          </p:nvPr>
        </p:nvSpPr>
        <p:spPr/>
        <p:txBody>
          <a:bodyPr/>
          <a:lstStyle/>
          <a:p>
            <a:endParaRPr lang="en-US"/>
          </a:p>
        </p:txBody>
      </p:sp>
      <p:sp>
        <p:nvSpPr>
          <p:cNvPr id="16" name="Content Placeholder 15">
            <a:extLst>
              <a:ext uri="{FF2B5EF4-FFF2-40B4-BE49-F238E27FC236}">
                <a16:creationId xmlns:a16="http://schemas.microsoft.com/office/drawing/2014/main" id="{DF153D1B-E5BD-952B-0C53-697E05772CE1}"/>
              </a:ext>
            </a:extLst>
          </p:cNvPr>
          <p:cNvSpPr>
            <a:spLocks noGrp="1"/>
          </p:cNvSpPr>
          <p:nvPr>
            <p:ph idx="18"/>
          </p:nvPr>
        </p:nvSpPr>
        <p:spPr/>
        <p:txBody>
          <a:bodyPr/>
          <a:lstStyle/>
          <a:p>
            <a:endParaRPr lang="en-US"/>
          </a:p>
        </p:txBody>
      </p:sp>
      <p:sp>
        <p:nvSpPr>
          <p:cNvPr id="17" name="Content Placeholder 16">
            <a:extLst>
              <a:ext uri="{FF2B5EF4-FFF2-40B4-BE49-F238E27FC236}">
                <a16:creationId xmlns:a16="http://schemas.microsoft.com/office/drawing/2014/main" id="{4CCDFCA2-85E2-5928-EF26-1A4F551E9E25}"/>
              </a:ext>
            </a:extLst>
          </p:cNvPr>
          <p:cNvSpPr>
            <a:spLocks noGrp="1"/>
          </p:cNvSpPr>
          <p:nvPr>
            <p:ph idx="19"/>
          </p:nvPr>
        </p:nvSpPr>
        <p:spPr/>
        <p:txBody>
          <a:bodyPr/>
          <a:lstStyle/>
          <a:p>
            <a:endParaRPr lang="en-US"/>
          </a:p>
        </p:txBody>
      </p:sp>
      <p:sp>
        <p:nvSpPr>
          <p:cNvPr id="18" name="SmartArt Placeholder 17">
            <a:extLst>
              <a:ext uri="{FF2B5EF4-FFF2-40B4-BE49-F238E27FC236}">
                <a16:creationId xmlns:a16="http://schemas.microsoft.com/office/drawing/2014/main" id="{DD342FB2-BE82-7A07-1855-34F5F3FBC538}"/>
              </a:ext>
              <a:ext uri="{C183D7F6-B498-43B3-948B-1728B52AA6E4}">
                <adec:decorative xmlns:adec="http://schemas.microsoft.com/office/drawing/2017/decorative" val="1"/>
              </a:ext>
            </a:extLst>
          </p:cNvPr>
          <p:cNvSpPr>
            <a:spLocks noGrp="1"/>
          </p:cNvSpPr>
          <p:nvPr>
            <p:ph type="dgm" sz="quarter" idx="20"/>
          </p:nvPr>
        </p:nvSpPr>
        <p:spPr/>
        <p:txBody>
          <a:bodyPr/>
          <a:lstStyle/>
          <a:p>
            <a:endParaRPr lang="en-US"/>
          </a:p>
        </p:txBody>
      </p:sp>
    </p:spTree>
    <p:extLst>
      <p:ext uri="{BB962C8B-B14F-4D97-AF65-F5344CB8AC3E}">
        <p14:creationId xmlns:p14="http://schemas.microsoft.com/office/powerpoint/2010/main" val="33904333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19AE5-80E4-067F-4785-63E79F193231}"/>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C06D7963-C149-0F54-A302-014F9B9AD101}"/>
              </a:ext>
            </a:extLst>
          </p:cNvPr>
          <p:cNvSpPr>
            <a:spLocks noGrp="1"/>
          </p:cNvSpPr>
          <p:nvPr>
            <p:ph idx="1"/>
          </p:nvPr>
        </p:nvSpPr>
        <p:spPr/>
        <p:txBody>
          <a:bodyPr/>
          <a:lstStyle/>
          <a:p>
            <a:endParaRPr lang="en-US"/>
          </a:p>
        </p:txBody>
      </p:sp>
      <p:sp>
        <p:nvSpPr>
          <p:cNvPr id="11" name="Content Placeholder 10">
            <a:extLst>
              <a:ext uri="{FF2B5EF4-FFF2-40B4-BE49-F238E27FC236}">
                <a16:creationId xmlns:a16="http://schemas.microsoft.com/office/drawing/2014/main" id="{CD641C3B-4977-EAA4-8FE4-266494BF20EF}"/>
              </a:ext>
            </a:extLst>
          </p:cNvPr>
          <p:cNvSpPr>
            <a:spLocks noGrp="1"/>
          </p:cNvSpPr>
          <p:nvPr>
            <p:ph idx="13"/>
          </p:nvPr>
        </p:nvSpPr>
        <p:spPr/>
        <p:txBody>
          <a:bodyPr/>
          <a:lstStyle/>
          <a:p>
            <a:endParaRPr lang="en-US"/>
          </a:p>
        </p:txBody>
      </p:sp>
      <p:sp>
        <p:nvSpPr>
          <p:cNvPr id="12" name="Content Placeholder 11">
            <a:extLst>
              <a:ext uri="{FF2B5EF4-FFF2-40B4-BE49-F238E27FC236}">
                <a16:creationId xmlns:a16="http://schemas.microsoft.com/office/drawing/2014/main" id="{4D198B86-86DA-BB3B-3592-2649933E8684}"/>
              </a:ext>
            </a:extLst>
          </p:cNvPr>
          <p:cNvSpPr>
            <a:spLocks noGrp="1"/>
          </p:cNvSpPr>
          <p:nvPr>
            <p:ph idx="14"/>
          </p:nvPr>
        </p:nvSpPr>
        <p:spPr/>
        <p:txBody>
          <a:bodyPr/>
          <a:lstStyle/>
          <a:p>
            <a:endParaRPr lang="en-US"/>
          </a:p>
        </p:txBody>
      </p:sp>
      <p:sp>
        <p:nvSpPr>
          <p:cNvPr id="5" name="Slide Number Placeholder 4">
            <a:extLst>
              <a:ext uri="{FF2B5EF4-FFF2-40B4-BE49-F238E27FC236}">
                <a16:creationId xmlns:a16="http://schemas.microsoft.com/office/drawing/2014/main" id="{D0DBB2C4-7CAF-DC32-42C5-864823D3B4AD}"/>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47</a:t>
            </a:fld>
            <a:endParaRPr lang="en-US"/>
          </a:p>
        </p:txBody>
      </p:sp>
      <p:sp>
        <p:nvSpPr>
          <p:cNvPr id="2" name="Date Placeholder 1">
            <a:extLst>
              <a:ext uri="{FF2B5EF4-FFF2-40B4-BE49-F238E27FC236}">
                <a16:creationId xmlns:a16="http://schemas.microsoft.com/office/drawing/2014/main" id="{81AD29B0-A39A-56CD-BDE9-53A49A91B57C}"/>
              </a:ext>
            </a:extLst>
          </p:cNvPr>
          <p:cNvSpPr>
            <a:spLocks noGrp="1"/>
          </p:cNvSpPr>
          <p:nvPr>
            <p:ph type="dt" sz="half" idx="10"/>
          </p:nvPr>
        </p:nvSpPr>
        <p:spPr>
          <a:xfrm>
            <a:off x="994845" y="6437115"/>
            <a:ext cx="1275686" cy="123111"/>
          </a:xfrm>
        </p:spPr>
        <p:txBody>
          <a:bodyPr/>
          <a:lstStyle/>
          <a:p>
            <a:fld id="{440FB9FF-BDA3-4717-84FD-B50CBE47A22D}" type="datetime3">
              <a:rPr lang="en-US" smtClean="0"/>
              <a:t>11 July 2026</a:t>
            </a:fld>
            <a:endParaRPr lang="en-US"/>
          </a:p>
        </p:txBody>
      </p:sp>
      <p:sp>
        <p:nvSpPr>
          <p:cNvPr id="4" name="Footer Placeholder 3">
            <a:extLst>
              <a:ext uri="{FF2B5EF4-FFF2-40B4-BE49-F238E27FC236}">
                <a16:creationId xmlns:a16="http://schemas.microsoft.com/office/drawing/2014/main" id="{5E0104A1-7731-9CB6-6216-A9C0607B8647}"/>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13" name="SmartArt Placeholder 12">
            <a:extLst>
              <a:ext uri="{FF2B5EF4-FFF2-40B4-BE49-F238E27FC236}">
                <a16:creationId xmlns:a16="http://schemas.microsoft.com/office/drawing/2014/main" id="{1EA376C4-A319-717E-0FAA-890E1A9867DD}"/>
              </a:ext>
              <a:ext uri="{C183D7F6-B498-43B3-948B-1728B52AA6E4}">
                <adec:decorative xmlns:adec="http://schemas.microsoft.com/office/drawing/2017/decorative" val="1"/>
              </a:ext>
            </a:extLst>
          </p:cNvPr>
          <p:cNvSpPr>
            <a:spLocks noGrp="1"/>
          </p:cNvSpPr>
          <p:nvPr>
            <p:ph type="dgm" sz="quarter" idx="15"/>
          </p:nvPr>
        </p:nvSpPr>
        <p:spPr/>
        <p:txBody>
          <a:bodyPr/>
          <a:lstStyle/>
          <a:p>
            <a:endParaRPr lang="en-US"/>
          </a:p>
        </p:txBody>
      </p:sp>
      <p:sp>
        <p:nvSpPr>
          <p:cNvPr id="14" name="SmartArt Placeholder 13">
            <a:extLst>
              <a:ext uri="{FF2B5EF4-FFF2-40B4-BE49-F238E27FC236}">
                <a16:creationId xmlns:a16="http://schemas.microsoft.com/office/drawing/2014/main" id="{3A910BF4-B1CD-28FF-2366-DD2063D9FD5B}"/>
              </a:ext>
              <a:ext uri="{C183D7F6-B498-43B3-948B-1728B52AA6E4}">
                <adec:decorative xmlns:adec="http://schemas.microsoft.com/office/drawing/2017/decorative" val="1"/>
              </a:ext>
            </a:extLst>
          </p:cNvPr>
          <p:cNvSpPr>
            <a:spLocks noGrp="1"/>
          </p:cNvSpPr>
          <p:nvPr>
            <p:ph type="dgm" sz="quarter" idx="16"/>
          </p:nvPr>
        </p:nvSpPr>
        <p:spPr/>
        <p:txBody>
          <a:bodyPr/>
          <a:lstStyle/>
          <a:p>
            <a:endParaRPr lang="en-US"/>
          </a:p>
        </p:txBody>
      </p:sp>
      <p:sp>
        <p:nvSpPr>
          <p:cNvPr id="15" name="SmartArt Placeholder 14">
            <a:extLst>
              <a:ext uri="{FF2B5EF4-FFF2-40B4-BE49-F238E27FC236}">
                <a16:creationId xmlns:a16="http://schemas.microsoft.com/office/drawing/2014/main" id="{FF7BDB72-E0B7-8941-B8CF-0B87A978A898}"/>
              </a:ext>
              <a:ext uri="{C183D7F6-B498-43B3-948B-1728B52AA6E4}">
                <adec:decorative xmlns:adec="http://schemas.microsoft.com/office/drawing/2017/decorative" val="1"/>
              </a:ext>
            </a:extLst>
          </p:cNvPr>
          <p:cNvSpPr>
            <a:spLocks noGrp="1"/>
          </p:cNvSpPr>
          <p:nvPr>
            <p:ph type="dgm" sz="quarter" idx="17"/>
          </p:nvPr>
        </p:nvSpPr>
        <p:spPr/>
        <p:txBody>
          <a:bodyPr/>
          <a:lstStyle/>
          <a:p>
            <a:endParaRPr lang="en-US"/>
          </a:p>
        </p:txBody>
      </p:sp>
      <p:sp>
        <p:nvSpPr>
          <p:cNvPr id="6" name="Title 5">
            <a:extLst>
              <a:ext uri="{FF2B5EF4-FFF2-40B4-BE49-F238E27FC236}">
                <a16:creationId xmlns:a16="http://schemas.microsoft.com/office/drawing/2014/main" id="{E8A34619-675B-D796-75FA-573C6C5DAB0C}"/>
              </a:ext>
            </a:extLst>
          </p:cNvPr>
          <p:cNvSpPr>
            <a:spLocks noGrp="1"/>
          </p:cNvSpPr>
          <p:nvPr>
            <p:ph type="title"/>
          </p:nvPr>
        </p:nvSpPr>
        <p:spPr>
          <a:xfrm>
            <a:off x="485523" y="382588"/>
            <a:ext cx="11224347" cy="638175"/>
          </a:xfrm>
        </p:spPr>
        <p:txBody>
          <a:bodyPr/>
          <a:lstStyle/>
          <a:p>
            <a:r>
              <a:rPr lang="en-US" dirty="0"/>
              <a:t>Three content with highlight template layout</a:t>
            </a:r>
          </a:p>
        </p:txBody>
      </p:sp>
    </p:spTree>
    <p:extLst>
      <p:ext uri="{BB962C8B-B14F-4D97-AF65-F5344CB8AC3E}">
        <p14:creationId xmlns:p14="http://schemas.microsoft.com/office/powerpoint/2010/main" val="11967768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4B986-C372-A041-F6D4-2A3E44292D3B}"/>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078933F-FACD-B9AA-46EC-1125115AA375}"/>
              </a:ext>
            </a:extLst>
          </p:cNvPr>
          <p:cNvSpPr>
            <a:spLocks noGrp="1"/>
          </p:cNvSpPr>
          <p:nvPr>
            <p:ph type="dt" sz="half" idx="10"/>
          </p:nvPr>
        </p:nvSpPr>
        <p:spPr>
          <a:xfrm>
            <a:off x="994845" y="6437115"/>
            <a:ext cx="1275686" cy="123111"/>
          </a:xfrm>
        </p:spPr>
        <p:txBody>
          <a:bodyPr/>
          <a:lstStyle/>
          <a:p>
            <a:fld id="{391BC3C7-76F2-441E-979A-F55489A05BF4}" type="datetime3">
              <a:rPr lang="en-US" smtClean="0"/>
              <a:t>11 July 2026</a:t>
            </a:fld>
            <a:endParaRPr lang="en-US" dirty="0"/>
          </a:p>
        </p:txBody>
      </p:sp>
      <p:sp>
        <p:nvSpPr>
          <p:cNvPr id="7" name="Footer Placeholder 6">
            <a:extLst>
              <a:ext uri="{FF2B5EF4-FFF2-40B4-BE49-F238E27FC236}">
                <a16:creationId xmlns:a16="http://schemas.microsoft.com/office/drawing/2014/main" id="{58417C69-9640-9CC9-E3F7-5D5D84293B20}"/>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5" name="Slide Number Placeholder 4">
            <a:extLst>
              <a:ext uri="{FF2B5EF4-FFF2-40B4-BE49-F238E27FC236}">
                <a16:creationId xmlns:a16="http://schemas.microsoft.com/office/drawing/2014/main" id="{E6408078-AD17-2549-30DB-01238E8EDA73}"/>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48</a:t>
            </a:fld>
            <a:endParaRPr lang="en-US"/>
          </a:p>
        </p:txBody>
      </p:sp>
      <p:sp>
        <p:nvSpPr>
          <p:cNvPr id="9" name="Content Placeholder 8">
            <a:extLst>
              <a:ext uri="{FF2B5EF4-FFF2-40B4-BE49-F238E27FC236}">
                <a16:creationId xmlns:a16="http://schemas.microsoft.com/office/drawing/2014/main" id="{D2BA716A-E52F-168F-7DA4-13881C3AEFB4}"/>
              </a:ext>
            </a:extLst>
          </p:cNvPr>
          <p:cNvSpPr>
            <a:spLocks noGrp="1"/>
          </p:cNvSpPr>
          <p:nvPr>
            <p:ph idx="1"/>
          </p:nvPr>
        </p:nvSpPr>
        <p:spPr/>
        <p:txBody>
          <a:bodyPr/>
          <a:lstStyle/>
          <a:p>
            <a:endParaRPr lang="en-US"/>
          </a:p>
        </p:txBody>
      </p:sp>
      <p:sp>
        <p:nvSpPr>
          <p:cNvPr id="10" name="Picture Placeholder 9">
            <a:extLst>
              <a:ext uri="{FF2B5EF4-FFF2-40B4-BE49-F238E27FC236}">
                <a16:creationId xmlns:a16="http://schemas.microsoft.com/office/drawing/2014/main" id="{D8BC3D54-2E52-6AFE-1B98-6A69F7021462}"/>
              </a:ext>
              <a:ext uri="{C183D7F6-B498-43B3-948B-1728B52AA6E4}">
                <adec:decorative xmlns:adec="http://schemas.microsoft.com/office/drawing/2017/decorative" val="1"/>
              </a:ext>
            </a:extLst>
          </p:cNvPr>
          <p:cNvSpPr>
            <a:spLocks noGrp="1"/>
          </p:cNvSpPr>
          <p:nvPr>
            <p:ph type="pic" sz="quarter" idx="13"/>
          </p:nvPr>
        </p:nvSpPr>
        <p:spPr/>
        <p:txBody>
          <a:bodyPr/>
          <a:lstStyle/>
          <a:p>
            <a:endParaRPr lang="en-US"/>
          </a:p>
        </p:txBody>
      </p:sp>
      <p:sp>
        <p:nvSpPr>
          <p:cNvPr id="12" name="Title 11">
            <a:extLst>
              <a:ext uri="{FF2B5EF4-FFF2-40B4-BE49-F238E27FC236}">
                <a16:creationId xmlns:a16="http://schemas.microsoft.com/office/drawing/2014/main" id="{DD8384C8-8428-390B-DA07-E938C5149FC4}"/>
              </a:ext>
            </a:extLst>
          </p:cNvPr>
          <p:cNvSpPr>
            <a:spLocks noGrp="1"/>
          </p:cNvSpPr>
          <p:nvPr>
            <p:ph type="title"/>
          </p:nvPr>
        </p:nvSpPr>
        <p:spPr>
          <a:xfrm>
            <a:off x="485523" y="382588"/>
            <a:ext cx="5610477" cy="638175"/>
          </a:xfrm>
        </p:spPr>
        <p:txBody>
          <a:bodyPr/>
          <a:lstStyle/>
          <a:p>
            <a:r>
              <a:rPr lang="en-US" dirty="0"/>
              <a:t>Content and image template layout</a:t>
            </a:r>
          </a:p>
        </p:txBody>
      </p:sp>
      <p:sp>
        <p:nvSpPr>
          <p:cNvPr id="11" name="SmartArt Placeholder 10" descr="Yellow Beam">
            <a:extLst>
              <a:ext uri="{FF2B5EF4-FFF2-40B4-BE49-F238E27FC236}">
                <a16:creationId xmlns:a16="http://schemas.microsoft.com/office/drawing/2014/main" id="{941E7F28-889F-FE6C-4A52-8038B1719293}"/>
              </a:ext>
            </a:extLst>
          </p:cNvPr>
          <p:cNvSpPr>
            <a:spLocks noGrp="1"/>
          </p:cNvSpPr>
          <p:nvPr>
            <p:ph type="dgm" sz="quarter" idx="28"/>
          </p:nvPr>
        </p:nvSpPr>
        <p:spPr/>
        <p:txBody>
          <a:bodyPr/>
          <a:lstStyle/>
          <a:p>
            <a:endParaRPr lang="en-US"/>
          </a:p>
        </p:txBody>
      </p:sp>
      <p:sp>
        <p:nvSpPr>
          <p:cNvPr id="13" name="SmartArt Placeholder 12" descr="EY">
            <a:extLst>
              <a:ext uri="{FF2B5EF4-FFF2-40B4-BE49-F238E27FC236}">
                <a16:creationId xmlns:a16="http://schemas.microsoft.com/office/drawing/2014/main" id="{8BF4C75D-F35E-4B00-F885-3F1727554DD6}"/>
              </a:ext>
            </a:extLst>
          </p:cNvPr>
          <p:cNvSpPr>
            <a:spLocks noGrp="1"/>
          </p:cNvSpPr>
          <p:nvPr>
            <p:ph type="dgm" sz="quarter" idx="29"/>
          </p:nvPr>
        </p:nvSpPr>
        <p:spPr/>
        <p:txBody>
          <a:bodyPr/>
          <a:lstStyle/>
          <a:p>
            <a:endParaRPr lang="en-US"/>
          </a:p>
        </p:txBody>
      </p:sp>
    </p:spTree>
    <p:extLst>
      <p:ext uri="{BB962C8B-B14F-4D97-AF65-F5344CB8AC3E}">
        <p14:creationId xmlns:p14="http://schemas.microsoft.com/office/powerpoint/2010/main" val="21112384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E50BC-B350-1A27-5214-B256AAAC7F5D}"/>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5A24116E-A5D4-8197-548B-A7321E7A1346}"/>
              </a:ext>
            </a:extLst>
          </p:cNvPr>
          <p:cNvSpPr>
            <a:spLocks noGrp="1"/>
          </p:cNvSpPr>
          <p:nvPr>
            <p:ph type="dt" sz="half" idx="10"/>
          </p:nvPr>
        </p:nvSpPr>
        <p:spPr>
          <a:xfrm>
            <a:off x="994845" y="6437115"/>
            <a:ext cx="1275686" cy="123111"/>
          </a:xfrm>
        </p:spPr>
        <p:txBody>
          <a:bodyPr/>
          <a:lstStyle/>
          <a:p>
            <a:fld id="{62F1E34A-BDC0-473A-895F-6028AB9FBF84}" type="datetime3">
              <a:rPr lang="en-US" smtClean="0"/>
              <a:t>11 July 2026</a:t>
            </a:fld>
            <a:endParaRPr lang="en-US" dirty="0"/>
          </a:p>
        </p:txBody>
      </p:sp>
      <p:sp>
        <p:nvSpPr>
          <p:cNvPr id="7" name="Footer Placeholder 6">
            <a:extLst>
              <a:ext uri="{FF2B5EF4-FFF2-40B4-BE49-F238E27FC236}">
                <a16:creationId xmlns:a16="http://schemas.microsoft.com/office/drawing/2014/main" id="{C9D7FEBB-8619-E0A0-05E3-0B3DEB16BCE6}"/>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5" name="Slide Number Placeholder 4">
            <a:extLst>
              <a:ext uri="{FF2B5EF4-FFF2-40B4-BE49-F238E27FC236}">
                <a16:creationId xmlns:a16="http://schemas.microsoft.com/office/drawing/2014/main" id="{A213FCFE-9B82-BE72-014B-A196CEC71498}"/>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49</a:t>
            </a:fld>
            <a:endParaRPr lang="en-US"/>
          </a:p>
        </p:txBody>
      </p:sp>
      <p:sp>
        <p:nvSpPr>
          <p:cNvPr id="10" name="Content Placeholder 9">
            <a:extLst>
              <a:ext uri="{FF2B5EF4-FFF2-40B4-BE49-F238E27FC236}">
                <a16:creationId xmlns:a16="http://schemas.microsoft.com/office/drawing/2014/main" id="{AF75414A-6AA5-489B-8FB2-FAF13EAE0FB7}"/>
              </a:ext>
            </a:extLst>
          </p:cNvPr>
          <p:cNvSpPr>
            <a:spLocks noGrp="1"/>
          </p:cNvSpPr>
          <p:nvPr>
            <p:ph idx="1"/>
          </p:nvPr>
        </p:nvSpPr>
        <p:spPr/>
        <p:txBody>
          <a:bodyPr/>
          <a:lstStyle/>
          <a:p>
            <a:endParaRPr lang="en-US"/>
          </a:p>
        </p:txBody>
      </p:sp>
      <p:sp>
        <p:nvSpPr>
          <p:cNvPr id="11" name="Picture Placeholder 10">
            <a:extLst>
              <a:ext uri="{FF2B5EF4-FFF2-40B4-BE49-F238E27FC236}">
                <a16:creationId xmlns:a16="http://schemas.microsoft.com/office/drawing/2014/main" id="{78BF2BFA-60C4-68D8-D161-C6D3E3C61A27}"/>
              </a:ext>
              <a:ext uri="{C183D7F6-B498-43B3-948B-1728B52AA6E4}">
                <adec:decorative xmlns:adec="http://schemas.microsoft.com/office/drawing/2017/decorative" val="1"/>
              </a:ext>
            </a:extLst>
          </p:cNvPr>
          <p:cNvSpPr>
            <a:spLocks noGrp="1"/>
          </p:cNvSpPr>
          <p:nvPr>
            <p:ph type="pic" sz="quarter" idx="13"/>
          </p:nvPr>
        </p:nvSpPr>
        <p:spPr/>
        <p:txBody>
          <a:bodyPr/>
          <a:lstStyle/>
          <a:p>
            <a:endParaRPr lang="en-US"/>
          </a:p>
        </p:txBody>
      </p:sp>
      <p:sp>
        <p:nvSpPr>
          <p:cNvPr id="14" name="Content Placeholder 13">
            <a:extLst>
              <a:ext uri="{FF2B5EF4-FFF2-40B4-BE49-F238E27FC236}">
                <a16:creationId xmlns:a16="http://schemas.microsoft.com/office/drawing/2014/main" id="{23045E10-120E-E6DE-BB15-D85315BBD5D3}"/>
              </a:ext>
            </a:extLst>
          </p:cNvPr>
          <p:cNvSpPr>
            <a:spLocks noGrp="1"/>
          </p:cNvSpPr>
          <p:nvPr>
            <p:ph idx="30"/>
          </p:nvPr>
        </p:nvSpPr>
        <p:spPr/>
        <p:txBody>
          <a:bodyPr/>
          <a:lstStyle/>
          <a:p>
            <a:endParaRPr lang="en-US"/>
          </a:p>
        </p:txBody>
      </p:sp>
      <p:sp>
        <p:nvSpPr>
          <p:cNvPr id="2" name="Title 1">
            <a:extLst>
              <a:ext uri="{FF2B5EF4-FFF2-40B4-BE49-F238E27FC236}">
                <a16:creationId xmlns:a16="http://schemas.microsoft.com/office/drawing/2014/main" id="{785D1D62-2EF9-30BD-6517-7FCA2FD1B20B}"/>
              </a:ext>
            </a:extLst>
          </p:cNvPr>
          <p:cNvSpPr>
            <a:spLocks noGrp="1"/>
          </p:cNvSpPr>
          <p:nvPr>
            <p:ph type="title"/>
          </p:nvPr>
        </p:nvSpPr>
        <p:spPr>
          <a:xfrm>
            <a:off x="485523" y="382588"/>
            <a:ext cx="7394953" cy="638175"/>
          </a:xfrm>
        </p:spPr>
        <p:txBody>
          <a:bodyPr/>
          <a:lstStyle/>
          <a:p>
            <a:r>
              <a:rPr lang="en-US" dirty="0"/>
              <a:t>Content and two image template layout</a:t>
            </a:r>
          </a:p>
        </p:txBody>
      </p:sp>
      <p:sp>
        <p:nvSpPr>
          <p:cNvPr id="12" name="SmartArt Placeholder 11" descr="Yellow Beam">
            <a:extLst>
              <a:ext uri="{FF2B5EF4-FFF2-40B4-BE49-F238E27FC236}">
                <a16:creationId xmlns:a16="http://schemas.microsoft.com/office/drawing/2014/main" id="{EE4D9062-8C2C-0839-3A6D-BA6A4D6EDA60}"/>
              </a:ext>
            </a:extLst>
          </p:cNvPr>
          <p:cNvSpPr>
            <a:spLocks noGrp="1"/>
          </p:cNvSpPr>
          <p:nvPr>
            <p:ph type="dgm" sz="quarter" idx="28"/>
          </p:nvPr>
        </p:nvSpPr>
        <p:spPr/>
        <p:txBody>
          <a:bodyPr/>
          <a:lstStyle/>
          <a:p>
            <a:endParaRPr lang="en-US"/>
          </a:p>
        </p:txBody>
      </p:sp>
      <p:sp>
        <p:nvSpPr>
          <p:cNvPr id="13" name="SmartArt Placeholder 12" descr="EY">
            <a:extLst>
              <a:ext uri="{FF2B5EF4-FFF2-40B4-BE49-F238E27FC236}">
                <a16:creationId xmlns:a16="http://schemas.microsoft.com/office/drawing/2014/main" id="{617DBCD7-7A70-4580-E1B8-9D1C15692FF5}"/>
              </a:ext>
            </a:extLst>
          </p:cNvPr>
          <p:cNvSpPr>
            <a:spLocks noGrp="1"/>
          </p:cNvSpPr>
          <p:nvPr>
            <p:ph type="dgm" sz="quarter" idx="29"/>
          </p:nvPr>
        </p:nvSpPr>
        <p:spPr/>
        <p:txBody>
          <a:bodyPr/>
          <a:lstStyle/>
          <a:p>
            <a:endParaRPr lang="en-US"/>
          </a:p>
        </p:txBody>
      </p:sp>
    </p:spTree>
    <p:extLst>
      <p:ext uri="{BB962C8B-B14F-4D97-AF65-F5344CB8AC3E}">
        <p14:creationId xmlns:p14="http://schemas.microsoft.com/office/powerpoint/2010/main" val="8431049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EB426-FD3E-44D3-1367-AE6ACD9318D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10A0434-9FDD-C2C0-85C0-FB6EEE401BA1}"/>
              </a:ext>
            </a:extLst>
          </p:cNvPr>
          <p:cNvSpPr>
            <a:spLocks noGrp="1"/>
          </p:cNvSpPr>
          <p:nvPr>
            <p:ph type="dt" sz="half" idx="10"/>
          </p:nvPr>
        </p:nvSpPr>
        <p:spPr>
          <a:xfrm>
            <a:off x="994845" y="6437115"/>
            <a:ext cx="1275686" cy="123111"/>
          </a:xfrm>
        </p:spPr>
        <p:txBody>
          <a:bodyPr/>
          <a:lstStyle/>
          <a:p>
            <a:fld id="{817F5ECE-E4BB-44F6-93C2-33E9AD17A721}" type="datetime3">
              <a:rPr lang="en-US" smtClean="0"/>
              <a:t>11 July 2026</a:t>
            </a:fld>
            <a:endParaRPr lang="en-US" dirty="0"/>
          </a:p>
        </p:txBody>
      </p:sp>
      <p:sp>
        <p:nvSpPr>
          <p:cNvPr id="7" name="Footer Placeholder 6">
            <a:extLst>
              <a:ext uri="{FF2B5EF4-FFF2-40B4-BE49-F238E27FC236}">
                <a16:creationId xmlns:a16="http://schemas.microsoft.com/office/drawing/2014/main" id="{9E4902DF-E261-18C5-9F02-ED4CBB2AE27C}"/>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5" name="Slide Number Placeholder 4">
            <a:extLst>
              <a:ext uri="{FF2B5EF4-FFF2-40B4-BE49-F238E27FC236}">
                <a16:creationId xmlns:a16="http://schemas.microsoft.com/office/drawing/2014/main" id="{490DF219-CC5D-A64F-D61B-EC9F978EC731}"/>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50</a:t>
            </a:fld>
            <a:endParaRPr lang="en-US"/>
          </a:p>
        </p:txBody>
      </p:sp>
      <p:sp>
        <p:nvSpPr>
          <p:cNvPr id="9" name="Content Placeholder 8">
            <a:extLst>
              <a:ext uri="{FF2B5EF4-FFF2-40B4-BE49-F238E27FC236}">
                <a16:creationId xmlns:a16="http://schemas.microsoft.com/office/drawing/2014/main" id="{6A5DBD51-7C1A-BEBE-3ABC-56C1F1A5C594}"/>
              </a:ext>
            </a:extLst>
          </p:cNvPr>
          <p:cNvSpPr>
            <a:spLocks noGrp="1"/>
          </p:cNvSpPr>
          <p:nvPr>
            <p:ph idx="1"/>
          </p:nvPr>
        </p:nvSpPr>
        <p:spPr/>
        <p:txBody>
          <a:bodyPr/>
          <a:lstStyle/>
          <a:p>
            <a:endParaRPr lang="en-US"/>
          </a:p>
        </p:txBody>
      </p:sp>
      <p:sp>
        <p:nvSpPr>
          <p:cNvPr id="10" name="Picture Placeholder 9">
            <a:extLst>
              <a:ext uri="{FF2B5EF4-FFF2-40B4-BE49-F238E27FC236}">
                <a16:creationId xmlns:a16="http://schemas.microsoft.com/office/drawing/2014/main" id="{8B78B510-1D64-5F81-FC47-A03FDAD0C9FD}"/>
              </a:ext>
              <a:ext uri="{C183D7F6-B498-43B3-948B-1728B52AA6E4}">
                <adec:decorative xmlns:adec="http://schemas.microsoft.com/office/drawing/2017/decorative" val="1"/>
              </a:ext>
            </a:extLst>
          </p:cNvPr>
          <p:cNvSpPr>
            <a:spLocks noGrp="1"/>
          </p:cNvSpPr>
          <p:nvPr>
            <p:ph type="pic" sz="quarter" idx="13"/>
          </p:nvPr>
        </p:nvSpPr>
        <p:spPr/>
        <p:txBody>
          <a:bodyPr/>
          <a:lstStyle/>
          <a:p>
            <a:endParaRPr lang="en-US"/>
          </a:p>
        </p:txBody>
      </p:sp>
      <p:sp>
        <p:nvSpPr>
          <p:cNvPr id="14" name="Content Placeholder 13">
            <a:extLst>
              <a:ext uri="{FF2B5EF4-FFF2-40B4-BE49-F238E27FC236}">
                <a16:creationId xmlns:a16="http://schemas.microsoft.com/office/drawing/2014/main" id="{987581E9-13BA-5283-793D-62EB968C0DD8}"/>
              </a:ext>
            </a:extLst>
          </p:cNvPr>
          <p:cNvSpPr>
            <a:spLocks noGrp="1"/>
          </p:cNvSpPr>
          <p:nvPr>
            <p:ph idx="30"/>
          </p:nvPr>
        </p:nvSpPr>
        <p:spPr/>
        <p:txBody>
          <a:bodyPr/>
          <a:lstStyle/>
          <a:p>
            <a:endParaRPr lang="en-US"/>
          </a:p>
        </p:txBody>
      </p:sp>
      <p:sp>
        <p:nvSpPr>
          <p:cNvPr id="15" name="Content Placeholder 14">
            <a:extLst>
              <a:ext uri="{FF2B5EF4-FFF2-40B4-BE49-F238E27FC236}">
                <a16:creationId xmlns:a16="http://schemas.microsoft.com/office/drawing/2014/main" id="{B06D41EF-7ACC-05D7-CA07-AA8F7FE6A997}"/>
              </a:ext>
            </a:extLst>
          </p:cNvPr>
          <p:cNvSpPr>
            <a:spLocks noGrp="1"/>
          </p:cNvSpPr>
          <p:nvPr>
            <p:ph idx="31"/>
          </p:nvPr>
        </p:nvSpPr>
        <p:spPr/>
        <p:txBody>
          <a:bodyPr/>
          <a:lstStyle/>
          <a:p>
            <a:endParaRPr lang="en-US"/>
          </a:p>
        </p:txBody>
      </p:sp>
      <p:sp>
        <p:nvSpPr>
          <p:cNvPr id="11" name="Title 10">
            <a:extLst>
              <a:ext uri="{FF2B5EF4-FFF2-40B4-BE49-F238E27FC236}">
                <a16:creationId xmlns:a16="http://schemas.microsoft.com/office/drawing/2014/main" id="{00F43006-907D-A595-8FF1-1CB679E28669}"/>
              </a:ext>
            </a:extLst>
          </p:cNvPr>
          <p:cNvSpPr>
            <a:spLocks noGrp="1"/>
          </p:cNvSpPr>
          <p:nvPr>
            <p:ph type="title"/>
          </p:nvPr>
        </p:nvSpPr>
        <p:spPr>
          <a:xfrm>
            <a:off x="485524" y="382588"/>
            <a:ext cx="8181910" cy="638175"/>
          </a:xfrm>
        </p:spPr>
        <p:txBody>
          <a:bodyPr/>
          <a:lstStyle/>
          <a:p>
            <a:r>
              <a:rPr lang="en-US" dirty="0"/>
              <a:t>Content and three image template layout</a:t>
            </a:r>
          </a:p>
        </p:txBody>
      </p:sp>
      <p:sp>
        <p:nvSpPr>
          <p:cNvPr id="12" name="SmartArt Placeholder 11" descr="Yellow Beam">
            <a:extLst>
              <a:ext uri="{FF2B5EF4-FFF2-40B4-BE49-F238E27FC236}">
                <a16:creationId xmlns:a16="http://schemas.microsoft.com/office/drawing/2014/main" id="{995EAD77-2B07-A114-40EF-94F5B26AD958}"/>
              </a:ext>
            </a:extLst>
          </p:cNvPr>
          <p:cNvSpPr>
            <a:spLocks noGrp="1"/>
          </p:cNvSpPr>
          <p:nvPr>
            <p:ph type="dgm" sz="quarter" idx="28"/>
          </p:nvPr>
        </p:nvSpPr>
        <p:spPr/>
        <p:txBody>
          <a:bodyPr/>
          <a:lstStyle/>
          <a:p>
            <a:endParaRPr lang="en-US"/>
          </a:p>
        </p:txBody>
      </p:sp>
      <p:sp>
        <p:nvSpPr>
          <p:cNvPr id="13" name="SmartArt Placeholder 12" descr="EY">
            <a:extLst>
              <a:ext uri="{FF2B5EF4-FFF2-40B4-BE49-F238E27FC236}">
                <a16:creationId xmlns:a16="http://schemas.microsoft.com/office/drawing/2014/main" id="{62C7D78E-A3DC-5446-618A-AFB6D1F176E9}"/>
              </a:ext>
            </a:extLst>
          </p:cNvPr>
          <p:cNvSpPr>
            <a:spLocks noGrp="1"/>
          </p:cNvSpPr>
          <p:nvPr>
            <p:ph type="dgm" sz="quarter" idx="29"/>
          </p:nvPr>
        </p:nvSpPr>
        <p:spPr/>
        <p:txBody>
          <a:bodyPr/>
          <a:lstStyle/>
          <a:p>
            <a:endParaRPr lang="en-US"/>
          </a:p>
        </p:txBody>
      </p:sp>
    </p:spTree>
    <p:extLst>
      <p:ext uri="{BB962C8B-B14F-4D97-AF65-F5344CB8AC3E}">
        <p14:creationId xmlns:p14="http://schemas.microsoft.com/office/powerpoint/2010/main" val="24778055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246FC-B312-B9F9-424C-D3AE708E22E2}"/>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7641A8F0-5AEB-B8A7-7C4F-93948F597A5A}"/>
              </a:ext>
            </a:extLst>
          </p:cNvPr>
          <p:cNvSpPr>
            <a:spLocks noGrp="1"/>
          </p:cNvSpPr>
          <p:nvPr>
            <p:ph type="title"/>
          </p:nvPr>
        </p:nvSpPr>
        <p:spPr>
          <a:xfrm>
            <a:off x="485523" y="382588"/>
            <a:ext cx="11224347" cy="638175"/>
          </a:xfrm>
        </p:spPr>
        <p:txBody>
          <a:bodyPr/>
          <a:lstStyle/>
          <a:p>
            <a:r>
              <a:rPr lang="en-US" dirty="0"/>
              <a:t>Video and caption template layout</a:t>
            </a:r>
          </a:p>
        </p:txBody>
      </p:sp>
      <p:sp>
        <p:nvSpPr>
          <p:cNvPr id="2" name="Date Placeholder 1">
            <a:extLst>
              <a:ext uri="{FF2B5EF4-FFF2-40B4-BE49-F238E27FC236}">
                <a16:creationId xmlns:a16="http://schemas.microsoft.com/office/drawing/2014/main" id="{9FA7E972-C2C3-B5D5-4698-CF013209B835}"/>
              </a:ext>
            </a:extLst>
          </p:cNvPr>
          <p:cNvSpPr>
            <a:spLocks noGrp="1"/>
          </p:cNvSpPr>
          <p:nvPr>
            <p:ph type="dt" sz="half" idx="10"/>
          </p:nvPr>
        </p:nvSpPr>
        <p:spPr>
          <a:xfrm>
            <a:off x="994845" y="6437115"/>
            <a:ext cx="1275686" cy="123111"/>
          </a:xfrm>
        </p:spPr>
        <p:txBody>
          <a:bodyPr/>
          <a:lstStyle/>
          <a:p>
            <a:fld id="{026E2750-591A-4D1A-B0DA-A09B65E2C1D6}" type="datetime3">
              <a:rPr lang="en-US" smtClean="0"/>
              <a:t>11 July 2026</a:t>
            </a:fld>
            <a:endParaRPr lang="en-US"/>
          </a:p>
        </p:txBody>
      </p:sp>
      <p:sp>
        <p:nvSpPr>
          <p:cNvPr id="4" name="Footer Placeholder 3">
            <a:extLst>
              <a:ext uri="{FF2B5EF4-FFF2-40B4-BE49-F238E27FC236}">
                <a16:creationId xmlns:a16="http://schemas.microsoft.com/office/drawing/2014/main" id="{72F2924B-D1CB-C899-D79E-44D06009D273}"/>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5" name="Slide Number Placeholder 4">
            <a:extLst>
              <a:ext uri="{FF2B5EF4-FFF2-40B4-BE49-F238E27FC236}">
                <a16:creationId xmlns:a16="http://schemas.microsoft.com/office/drawing/2014/main" id="{3A8FE74A-1B0C-348A-76A6-F83FE736A975}"/>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51</a:t>
            </a:fld>
            <a:endParaRPr lang="en-US"/>
          </a:p>
        </p:txBody>
      </p:sp>
      <p:sp>
        <p:nvSpPr>
          <p:cNvPr id="9" name="Media Placeholder 8">
            <a:extLst>
              <a:ext uri="{FF2B5EF4-FFF2-40B4-BE49-F238E27FC236}">
                <a16:creationId xmlns:a16="http://schemas.microsoft.com/office/drawing/2014/main" id="{1D27E9E4-C784-F4E7-D9BA-77E416C516E2}"/>
              </a:ext>
              <a:ext uri="{C183D7F6-B498-43B3-948B-1728B52AA6E4}">
                <adec:decorative xmlns:adec="http://schemas.microsoft.com/office/drawing/2017/decorative" val="1"/>
              </a:ext>
            </a:extLst>
          </p:cNvPr>
          <p:cNvSpPr>
            <a:spLocks noGrp="1"/>
          </p:cNvSpPr>
          <p:nvPr>
            <p:ph type="media" sz="quarter" idx="13"/>
          </p:nvPr>
        </p:nvSpPr>
        <p:spPr/>
        <p:txBody>
          <a:bodyPr/>
          <a:lstStyle/>
          <a:p>
            <a:endParaRPr lang="en-US"/>
          </a:p>
        </p:txBody>
      </p:sp>
      <p:sp>
        <p:nvSpPr>
          <p:cNvPr id="11" name="Text Placeholder 10">
            <a:extLst>
              <a:ext uri="{FF2B5EF4-FFF2-40B4-BE49-F238E27FC236}">
                <a16:creationId xmlns:a16="http://schemas.microsoft.com/office/drawing/2014/main" id="{AEB53DAB-DD97-0D93-1768-6984D74F08CD}"/>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34288561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938AB-C053-ACFD-9A6D-46F2252763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48F35-5B76-1586-FC55-B045D93B9F91}"/>
              </a:ext>
            </a:extLst>
          </p:cNvPr>
          <p:cNvSpPr>
            <a:spLocks noGrp="1"/>
          </p:cNvSpPr>
          <p:nvPr>
            <p:ph type="title"/>
          </p:nvPr>
        </p:nvSpPr>
        <p:spPr>
          <a:xfrm>
            <a:off x="485523" y="382588"/>
            <a:ext cx="11224347" cy="638175"/>
          </a:xfrm>
        </p:spPr>
        <p:txBody>
          <a:bodyPr/>
          <a:lstStyle/>
          <a:p>
            <a:r>
              <a:rPr lang="en-US" dirty="0"/>
              <a:t>Team</a:t>
            </a:r>
          </a:p>
        </p:txBody>
      </p:sp>
      <p:sp>
        <p:nvSpPr>
          <p:cNvPr id="3" name="Date Placeholder 2">
            <a:extLst>
              <a:ext uri="{FF2B5EF4-FFF2-40B4-BE49-F238E27FC236}">
                <a16:creationId xmlns:a16="http://schemas.microsoft.com/office/drawing/2014/main" id="{4944F69F-A7BB-462D-3E80-B2ADF692599A}"/>
              </a:ext>
            </a:extLst>
          </p:cNvPr>
          <p:cNvSpPr>
            <a:spLocks noGrp="1"/>
          </p:cNvSpPr>
          <p:nvPr>
            <p:ph type="dt" sz="half" idx="10"/>
          </p:nvPr>
        </p:nvSpPr>
        <p:spPr>
          <a:xfrm>
            <a:off x="994845" y="6437115"/>
            <a:ext cx="1275686" cy="123111"/>
          </a:xfrm>
        </p:spPr>
        <p:txBody>
          <a:bodyPr/>
          <a:lstStyle/>
          <a:p>
            <a:fld id="{13888D75-4296-43A9-9CAA-2DFCDEE608F5}" type="datetime3">
              <a:rPr lang="en-US" smtClean="0"/>
              <a:t>11 July 2026</a:t>
            </a:fld>
            <a:endParaRPr lang="en-US"/>
          </a:p>
        </p:txBody>
      </p:sp>
      <p:sp>
        <p:nvSpPr>
          <p:cNvPr id="16" name="Footer Placeholder 15">
            <a:extLst>
              <a:ext uri="{FF2B5EF4-FFF2-40B4-BE49-F238E27FC236}">
                <a16:creationId xmlns:a16="http://schemas.microsoft.com/office/drawing/2014/main" id="{EBE9CD6C-50AD-7D57-C288-7A13B5ED3D17}"/>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17" name="Slide Number Placeholder 16">
            <a:extLst>
              <a:ext uri="{FF2B5EF4-FFF2-40B4-BE49-F238E27FC236}">
                <a16:creationId xmlns:a16="http://schemas.microsoft.com/office/drawing/2014/main" id="{32DCAB28-BC03-0B2D-1494-5BF683354569}"/>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52</a:t>
            </a:fld>
            <a:endParaRPr lang="en-US"/>
          </a:p>
        </p:txBody>
      </p:sp>
      <p:sp>
        <p:nvSpPr>
          <p:cNvPr id="8" name="Text Placeholder 7">
            <a:extLst>
              <a:ext uri="{FF2B5EF4-FFF2-40B4-BE49-F238E27FC236}">
                <a16:creationId xmlns:a16="http://schemas.microsoft.com/office/drawing/2014/main" id="{0C8B0A4D-7917-A00E-3C80-D129E44FCF43}"/>
              </a:ext>
            </a:extLst>
          </p:cNvPr>
          <p:cNvSpPr>
            <a:spLocks noGrp="1"/>
          </p:cNvSpPr>
          <p:nvPr>
            <p:ph type="body" sz="quarter" idx="13"/>
          </p:nvPr>
        </p:nvSpPr>
        <p:spPr/>
        <p:txBody>
          <a:bodyPr/>
          <a:lstStyle/>
          <a:p>
            <a:endParaRPr lang="en-US"/>
          </a:p>
        </p:txBody>
      </p:sp>
      <p:sp>
        <p:nvSpPr>
          <p:cNvPr id="9" name="Text Placeholder 8">
            <a:extLst>
              <a:ext uri="{FF2B5EF4-FFF2-40B4-BE49-F238E27FC236}">
                <a16:creationId xmlns:a16="http://schemas.microsoft.com/office/drawing/2014/main" id="{439FE566-25A3-9EFB-72DA-A45E9ED8AA6C}"/>
              </a:ext>
            </a:extLst>
          </p:cNvPr>
          <p:cNvSpPr>
            <a:spLocks noGrp="1"/>
          </p:cNvSpPr>
          <p:nvPr>
            <p:ph type="body" sz="quarter" idx="14"/>
          </p:nvPr>
        </p:nvSpPr>
        <p:spPr/>
        <p:txBody>
          <a:bodyPr/>
          <a:lstStyle/>
          <a:p>
            <a:endParaRPr lang="en-US"/>
          </a:p>
        </p:txBody>
      </p:sp>
      <p:sp>
        <p:nvSpPr>
          <p:cNvPr id="11" name="Text Placeholder 10">
            <a:extLst>
              <a:ext uri="{FF2B5EF4-FFF2-40B4-BE49-F238E27FC236}">
                <a16:creationId xmlns:a16="http://schemas.microsoft.com/office/drawing/2014/main" id="{20E0AEB4-E4F0-0F75-F4B2-E06DCF75CD77}"/>
              </a:ext>
            </a:extLst>
          </p:cNvPr>
          <p:cNvSpPr>
            <a:spLocks noGrp="1"/>
          </p:cNvSpPr>
          <p:nvPr>
            <p:ph type="body" sz="quarter" idx="16"/>
          </p:nvPr>
        </p:nvSpPr>
        <p:spPr/>
        <p:txBody>
          <a:bodyPr/>
          <a:lstStyle/>
          <a:p>
            <a:endParaRPr lang="en-US"/>
          </a:p>
        </p:txBody>
      </p:sp>
      <p:sp>
        <p:nvSpPr>
          <p:cNvPr id="12" name="Text Placeholder 11">
            <a:extLst>
              <a:ext uri="{FF2B5EF4-FFF2-40B4-BE49-F238E27FC236}">
                <a16:creationId xmlns:a16="http://schemas.microsoft.com/office/drawing/2014/main" id="{775B890C-77BE-6135-DD07-2BCE4252A09E}"/>
              </a:ext>
            </a:extLst>
          </p:cNvPr>
          <p:cNvSpPr>
            <a:spLocks noGrp="1"/>
          </p:cNvSpPr>
          <p:nvPr>
            <p:ph type="body" sz="quarter" idx="17"/>
          </p:nvPr>
        </p:nvSpPr>
        <p:spPr/>
        <p:txBody>
          <a:bodyPr/>
          <a:lstStyle/>
          <a:p>
            <a:endParaRPr lang="en-US"/>
          </a:p>
        </p:txBody>
      </p:sp>
      <p:sp>
        <p:nvSpPr>
          <p:cNvPr id="14" name="Text Placeholder 13">
            <a:extLst>
              <a:ext uri="{FF2B5EF4-FFF2-40B4-BE49-F238E27FC236}">
                <a16:creationId xmlns:a16="http://schemas.microsoft.com/office/drawing/2014/main" id="{934A6D94-E890-E36A-5364-11E923C02C5C}"/>
              </a:ext>
            </a:extLst>
          </p:cNvPr>
          <p:cNvSpPr>
            <a:spLocks noGrp="1"/>
          </p:cNvSpPr>
          <p:nvPr>
            <p:ph type="body" sz="quarter" idx="19"/>
          </p:nvPr>
        </p:nvSpPr>
        <p:spPr/>
        <p:txBody>
          <a:bodyPr/>
          <a:lstStyle/>
          <a:p>
            <a:endParaRPr lang="en-US"/>
          </a:p>
        </p:txBody>
      </p:sp>
      <p:sp>
        <p:nvSpPr>
          <p:cNvPr id="15" name="Text Placeholder 14">
            <a:extLst>
              <a:ext uri="{FF2B5EF4-FFF2-40B4-BE49-F238E27FC236}">
                <a16:creationId xmlns:a16="http://schemas.microsoft.com/office/drawing/2014/main" id="{03374B61-4A1B-9916-7FD1-363F2566B597}"/>
              </a:ext>
            </a:extLst>
          </p:cNvPr>
          <p:cNvSpPr>
            <a:spLocks noGrp="1"/>
          </p:cNvSpPr>
          <p:nvPr>
            <p:ph type="body" sz="quarter" idx="20"/>
          </p:nvPr>
        </p:nvSpPr>
        <p:spPr/>
        <p:txBody>
          <a:bodyPr/>
          <a:lstStyle/>
          <a:p>
            <a:endParaRPr lang="en-US"/>
          </a:p>
        </p:txBody>
      </p:sp>
      <p:sp>
        <p:nvSpPr>
          <p:cNvPr id="19" name="Text Placeholder 18">
            <a:extLst>
              <a:ext uri="{FF2B5EF4-FFF2-40B4-BE49-F238E27FC236}">
                <a16:creationId xmlns:a16="http://schemas.microsoft.com/office/drawing/2014/main" id="{E68D5C98-4212-410F-B733-5C08477488B4}"/>
              </a:ext>
            </a:extLst>
          </p:cNvPr>
          <p:cNvSpPr>
            <a:spLocks noGrp="1"/>
          </p:cNvSpPr>
          <p:nvPr>
            <p:ph type="body" sz="quarter" idx="22"/>
          </p:nvPr>
        </p:nvSpPr>
        <p:spPr/>
        <p:txBody>
          <a:bodyPr/>
          <a:lstStyle/>
          <a:p>
            <a:endParaRPr lang="en-US"/>
          </a:p>
        </p:txBody>
      </p:sp>
      <p:sp>
        <p:nvSpPr>
          <p:cNvPr id="20" name="Text Placeholder 19">
            <a:extLst>
              <a:ext uri="{FF2B5EF4-FFF2-40B4-BE49-F238E27FC236}">
                <a16:creationId xmlns:a16="http://schemas.microsoft.com/office/drawing/2014/main" id="{940A31C8-3369-F113-71D5-A4F58F61855D}"/>
              </a:ext>
            </a:extLst>
          </p:cNvPr>
          <p:cNvSpPr>
            <a:spLocks noGrp="1"/>
          </p:cNvSpPr>
          <p:nvPr>
            <p:ph type="body" sz="quarter" idx="23"/>
          </p:nvPr>
        </p:nvSpPr>
        <p:spPr/>
        <p:txBody>
          <a:bodyPr/>
          <a:lstStyle/>
          <a:p>
            <a:endParaRPr lang="en-US"/>
          </a:p>
        </p:txBody>
      </p:sp>
      <p:sp>
        <p:nvSpPr>
          <p:cNvPr id="10" name="Picture Placeholder 9">
            <a:extLst>
              <a:ext uri="{FF2B5EF4-FFF2-40B4-BE49-F238E27FC236}">
                <a16:creationId xmlns:a16="http://schemas.microsoft.com/office/drawing/2014/main" id="{CCB00DBD-BC0C-1655-779A-F823A9D9F59B}"/>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US"/>
          </a:p>
        </p:txBody>
      </p:sp>
      <p:sp>
        <p:nvSpPr>
          <p:cNvPr id="13" name="Picture Placeholder 12">
            <a:extLst>
              <a:ext uri="{FF2B5EF4-FFF2-40B4-BE49-F238E27FC236}">
                <a16:creationId xmlns:a16="http://schemas.microsoft.com/office/drawing/2014/main" id="{B5236C85-6468-D955-BB7C-15E4A48D4594}"/>
              </a:ext>
              <a:ext uri="{C183D7F6-B498-43B3-948B-1728B52AA6E4}">
                <adec:decorative xmlns:adec="http://schemas.microsoft.com/office/drawing/2017/decorative" val="1"/>
              </a:ext>
            </a:extLst>
          </p:cNvPr>
          <p:cNvSpPr>
            <a:spLocks noGrp="1"/>
          </p:cNvSpPr>
          <p:nvPr>
            <p:ph type="pic" sz="quarter" idx="18"/>
          </p:nvPr>
        </p:nvSpPr>
        <p:spPr/>
        <p:txBody>
          <a:bodyPr/>
          <a:lstStyle/>
          <a:p>
            <a:endParaRPr lang="en-US"/>
          </a:p>
        </p:txBody>
      </p:sp>
      <p:sp>
        <p:nvSpPr>
          <p:cNvPr id="18" name="Picture Placeholder 17">
            <a:extLst>
              <a:ext uri="{FF2B5EF4-FFF2-40B4-BE49-F238E27FC236}">
                <a16:creationId xmlns:a16="http://schemas.microsoft.com/office/drawing/2014/main" id="{0918BE6E-9231-5AE8-BE04-133A11B3E748}"/>
              </a:ext>
              <a:ext uri="{C183D7F6-B498-43B3-948B-1728B52AA6E4}">
                <adec:decorative xmlns:adec="http://schemas.microsoft.com/office/drawing/2017/decorative" val="1"/>
              </a:ext>
            </a:extLst>
          </p:cNvPr>
          <p:cNvSpPr>
            <a:spLocks noGrp="1"/>
          </p:cNvSpPr>
          <p:nvPr>
            <p:ph type="pic" sz="quarter" idx="21"/>
          </p:nvPr>
        </p:nvSpPr>
        <p:spPr/>
        <p:txBody>
          <a:bodyPr/>
          <a:lstStyle/>
          <a:p>
            <a:endParaRPr lang="en-US"/>
          </a:p>
        </p:txBody>
      </p:sp>
      <p:sp>
        <p:nvSpPr>
          <p:cNvPr id="21" name="Picture Placeholder 20">
            <a:extLst>
              <a:ext uri="{FF2B5EF4-FFF2-40B4-BE49-F238E27FC236}">
                <a16:creationId xmlns:a16="http://schemas.microsoft.com/office/drawing/2014/main" id="{DC21B5EC-418A-98A9-51A0-7F448A3C621A}"/>
              </a:ext>
              <a:ext uri="{C183D7F6-B498-43B3-948B-1728B52AA6E4}">
                <adec:decorative xmlns:adec="http://schemas.microsoft.com/office/drawing/2017/decorative" val="1"/>
              </a:ext>
            </a:extLst>
          </p:cNvPr>
          <p:cNvSpPr>
            <a:spLocks noGrp="1"/>
          </p:cNvSpPr>
          <p:nvPr>
            <p:ph type="pic" sz="quarter" idx="24"/>
          </p:nvPr>
        </p:nvSpPr>
        <p:spPr/>
        <p:txBody>
          <a:bodyPr/>
          <a:lstStyle/>
          <a:p>
            <a:endParaRPr lang="en-US"/>
          </a:p>
        </p:txBody>
      </p:sp>
    </p:spTree>
    <p:extLst>
      <p:ext uri="{BB962C8B-B14F-4D97-AF65-F5344CB8AC3E}">
        <p14:creationId xmlns:p14="http://schemas.microsoft.com/office/powerpoint/2010/main" val="14495557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BC02D-E943-1B8D-B7A9-A5B199AAB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A23037-5E9B-BC2D-C841-8C52B8E54B69}"/>
              </a:ext>
            </a:extLst>
          </p:cNvPr>
          <p:cNvSpPr>
            <a:spLocks noGrp="1"/>
          </p:cNvSpPr>
          <p:nvPr>
            <p:ph type="title"/>
          </p:nvPr>
        </p:nvSpPr>
        <p:spPr>
          <a:xfrm>
            <a:off x="485523" y="382588"/>
            <a:ext cx="11224347" cy="638175"/>
          </a:xfrm>
        </p:spPr>
        <p:txBody>
          <a:bodyPr/>
          <a:lstStyle/>
          <a:p>
            <a:r>
              <a:rPr lang="en-US" dirty="0"/>
              <a:t>Teams</a:t>
            </a:r>
          </a:p>
        </p:txBody>
      </p:sp>
      <p:sp>
        <p:nvSpPr>
          <p:cNvPr id="3" name="Date Placeholder 2">
            <a:extLst>
              <a:ext uri="{FF2B5EF4-FFF2-40B4-BE49-F238E27FC236}">
                <a16:creationId xmlns:a16="http://schemas.microsoft.com/office/drawing/2014/main" id="{D9CD8074-DAC3-BBEE-4391-00DB8396E933}"/>
              </a:ext>
            </a:extLst>
          </p:cNvPr>
          <p:cNvSpPr>
            <a:spLocks noGrp="1"/>
          </p:cNvSpPr>
          <p:nvPr>
            <p:ph type="dt" sz="half" idx="10"/>
          </p:nvPr>
        </p:nvSpPr>
        <p:spPr>
          <a:xfrm>
            <a:off x="994845" y="6437115"/>
            <a:ext cx="1275686" cy="123111"/>
          </a:xfrm>
        </p:spPr>
        <p:txBody>
          <a:bodyPr/>
          <a:lstStyle/>
          <a:p>
            <a:fld id="{921F16A8-C71D-40A6-8951-A76D5ADD52D7}" type="datetime3">
              <a:rPr lang="en-US" smtClean="0"/>
              <a:t>11 July 2026</a:t>
            </a:fld>
            <a:endParaRPr lang="en-US"/>
          </a:p>
        </p:txBody>
      </p:sp>
      <p:sp>
        <p:nvSpPr>
          <p:cNvPr id="16" name="Footer Placeholder 15">
            <a:extLst>
              <a:ext uri="{FF2B5EF4-FFF2-40B4-BE49-F238E27FC236}">
                <a16:creationId xmlns:a16="http://schemas.microsoft.com/office/drawing/2014/main" id="{6C1BAC32-6FF0-F900-F41C-1C50DE06AE25}"/>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17" name="Slide Number Placeholder 16">
            <a:extLst>
              <a:ext uri="{FF2B5EF4-FFF2-40B4-BE49-F238E27FC236}">
                <a16:creationId xmlns:a16="http://schemas.microsoft.com/office/drawing/2014/main" id="{DDAB38A2-25B3-F1DF-AB74-BAFDC9BE9E96}"/>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53</a:t>
            </a:fld>
            <a:endParaRPr lang="en-US"/>
          </a:p>
        </p:txBody>
      </p:sp>
      <p:sp>
        <p:nvSpPr>
          <p:cNvPr id="8" name="Text Placeholder 7">
            <a:extLst>
              <a:ext uri="{FF2B5EF4-FFF2-40B4-BE49-F238E27FC236}">
                <a16:creationId xmlns:a16="http://schemas.microsoft.com/office/drawing/2014/main" id="{27153CCE-BFEF-47C2-EDE2-36D0620386EE}"/>
              </a:ext>
            </a:extLst>
          </p:cNvPr>
          <p:cNvSpPr>
            <a:spLocks noGrp="1"/>
          </p:cNvSpPr>
          <p:nvPr>
            <p:ph type="body" sz="quarter" idx="13"/>
          </p:nvPr>
        </p:nvSpPr>
        <p:spPr/>
        <p:txBody>
          <a:bodyPr/>
          <a:lstStyle/>
          <a:p>
            <a:endParaRPr lang="en-US"/>
          </a:p>
        </p:txBody>
      </p:sp>
      <p:sp>
        <p:nvSpPr>
          <p:cNvPr id="9" name="Text Placeholder 8">
            <a:extLst>
              <a:ext uri="{FF2B5EF4-FFF2-40B4-BE49-F238E27FC236}">
                <a16:creationId xmlns:a16="http://schemas.microsoft.com/office/drawing/2014/main" id="{A7B100F0-14B1-6AB1-8910-C61B0F2F68E1}"/>
              </a:ext>
            </a:extLst>
          </p:cNvPr>
          <p:cNvSpPr>
            <a:spLocks noGrp="1"/>
          </p:cNvSpPr>
          <p:nvPr>
            <p:ph type="body" sz="quarter" idx="14"/>
          </p:nvPr>
        </p:nvSpPr>
        <p:spPr/>
        <p:txBody>
          <a:bodyPr/>
          <a:lstStyle/>
          <a:p>
            <a:endParaRPr lang="en-US"/>
          </a:p>
        </p:txBody>
      </p:sp>
      <p:sp>
        <p:nvSpPr>
          <p:cNvPr id="10" name="Picture Placeholder 9">
            <a:extLst>
              <a:ext uri="{FF2B5EF4-FFF2-40B4-BE49-F238E27FC236}">
                <a16:creationId xmlns:a16="http://schemas.microsoft.com/office/drawing/2014/main" id="{46BCC6A4-9586-BD2C-31EC-AE9358F22F10}"/>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US"/>
          </a:p>
        </p:txBody>
      </p:sp>
      <p:sp>
        <p:nvSpPr>
          <p:cNvPr id="11" name="Text Placeholder 10">
            <a:extLst>
              <a:ext uri="{FF2B5EF4-FFF2-40B4-BE49-F238E27FC236}">
                <a16:creationId xmlns:a16="http://schemas.microsoft.com/office/drawing/2014/main" id="{64A92391-E9EE-E7A4-6BDC-03A1FB57FDC2}"/>
              </a:ext>
            </a:extLst>
          </p:cNvPr>
          <p:cNvSpPr>
            <a:spLocks noGrp="1"/>
          </p:cNvSpPr>
          <p:nvPr>
            <p:ph type="body" sz="quarter" idx="25"/>
          </p:nvPr>
        </p:nvSpPr>
        <p:spPr/>
        <p:txBody>
          <a:bodyPr/>
          <a:lstStyle/>
          <a:p>
            <a:endParaRPr lang="en-US"/>
          </a:p>
        </p:txBody>
      </p:sp>
      <p:sp>
        <p:nvSpPr>
          <p:cNvPr id="12" name="Text Placeholder 11">
            <a:extLst>
              <a:ext uri="{FF2B5EF4-FFF2-40B4-BE49-F238E27FC236}">
                <a16:creationId xmlns:a16="http://schemas.microsoft.com/office/drawing/2014/main" id="{53151A43-94F9-5292-7EBD-3709D34089F6}"/>
              </a:ext>
            </a:extLst>
          </p:cNvPr>
          <p:cNvSpPr>
            <a:spLocks noGrp="1"/>
          </p:cNvSpPr>
          <p:nvPr>
            <p:ph type="body" sz="quarter" idx="26"/>
          </p:nvPr>
        </p:nvSpPr>
        <p:spPr/>
        <p:txBody>
          <a:bodyPr/>
          <a:lstStyle/>
          <a:p>
            <a:endParaRPr lang="en-US"/>
          </a:p>
        </p:txBody>
      </p:sp>
      <p:sp>
        <p:nvSpPr>
          <p:cNvPr id="13" name="Text Placeholder 12">
            <a:extLst>
              <a:ext uri="{FF2B5EF4-FFF2-40B4-BE49-F238E27FC236}">
                <a16:creationId xmlns:a16="http://schemas.microsoft.com/office/drawing/2014/main" id="{B5CBCDB6-4BF1-BCE5-D33B-B818395D389F}"/>
              </a:ext>
            </a:extLst>
          </p:cNvPr>
          <p:cNvSpPr>
            <a:spLocks noGrp="1"/>
          </p:cNvSpPr>
          <p:nvPr>
            <p:ph type="body" sz="quarter" idx="27"/>
          </p:nvPr>
        </p:nvSpPr>
        <p:spPr/>
        <p:txBody>
          <a:bodyPr/>
          <a:lstStyle/>
          <a:p>
            <a:endParaRPr lang="en-US"/>
          </a:p>
        </p:txBody>
      </p:sp>
      <p:sp>
        <p:nvSpPr>
          <p:cNvPr id="14" name="Picture Placeholder 13">
            <a:extLst>
              <a:ext uri="{FF2B5EF4-FFF2-40B4-BE49-F238E27FC236}">
                <a16:creationId xmlns:a16="http://schemas.microsoft.com/office/drawing/2014/main" id="{CF495EFC-8092-2384-3B5E-CDBBEC5C6B1F}"/>
              </a:ext>
              <a:ext uri="{C183D7F6-B498-43B3-948B-1728B52AA6E4}">
                <adec:decorative xmlns:adec="http://schemas.microsoft.com/office/drawing/2017/decorative" val="1"/>
              </a:ext>
            </a:extLst>
          </p:cNvPr>
          <p:cNvSpPr>
            <a:spLocks noGrp="1"/>
          </p:cNvSpPr>
          <p:nvPr>
            <p:ph type="pic" sz="quarter" idx="28"/>
          </p:nvPr>
        </p:nvSpPr>
        <p:spPr/>
        <p:txBody>
          <a:bodyPr/>
          <a:lstStyle/>
          <a:p>
            <a:endParaRPr lang="en-US"/>
          </a:p>
        </p:txBody>
      </p:sp>
      <p:sp>
        <p:nvSpPr>
          <p:cNvPr id="15" name="Text Placeholder 14">
            <a:extLst>
              <a:ext uri="{FF2B5EF4-FFF2-40B4-BE49-F238E27FC236}">
                <a16:creationId xmlns:a16="http://schemas.microsoft.com/office/drawing/2014/main" id="{E0810204-4F02-C7D7-E7AA-C398F97C8757}"/>
              </a:ext>
            </a:extLst>
          </p:cNvPr>
          <p:cNvSpPr>
            <a:spLocks noGrp="1"/>
          </p:cNvSpPr>
          <p:nvPr>
            <p:ph type="body" sz="quarter" idx="29"/>
          </p:nvPr>
        </p:nvSpPr>
        <p:spPr/>
        <p:txBody>
          <a:bodyPr/>
          <a:lstStyle/>
          <a:p>
            <a:endParaRPr lang="en-US"/>
          </a:p>
        </p:txBody>
      </p:sp>
      <p:sp>
        <p:nvSpPr>
          <p:cNvPr id="18" name="Text Placeholder 17">
            <a:extLst>
              <a:ext uri="{FF2B5EF4-FFF2-40B4-BE49-F238E27FC236}">
                <a16:creationId xmlns:a16="http://schemas.microsoft.com/office/drawing/2014/main" id="{092DB255-461D-B888-3BF2-0789FFD775D2}"/>
              </a:ext>
            </a:extLst>
          </p:cNvPr>
          <p:cNvSpPr>
            <a:spLocks noGrp="1"/>
          </p:cNvSpPr>
          <p:nvPr>
            <p:ph type="body" sz="quarter" idx="30"/>
          </p:nvPr>
        </p:nvSpPr>
        <p:spPr/>
        <p:txBody>
          <a:bodyPr/>
          <a:lstStyle/>
          <a:p>
            <a:endParaRPr lang="en-US"/>
          </a:p>
        </p:txBody>
      </p:sp>
      <p:sp>
        <p:nvSpPr>
          <p:cNvPr id="19" name="Picture Placeholder 18">
            <a:extLst>
              <a:ext uri="{FF2B5EF4-FFF2-40B4-BE49-F238E27FC236}">
                <a16:creationId xmlns:a16="http://schemas.microsoft.com/office/drawing/2014/main" id="{9306321D-77C6-B2AE-C4B9-9BB1827B7FC4}"/>
              </a:ext>
              <a:ext uri="{C183D7F6-B498-43B3-948B-1728B52AA6E4}">
                <adec:decorative xmlns:adec="http://schemas.microsoft.com/office/drawing/2017/decorative" val="1"/>
              </a:ext>
            </a:extLst>
          </p:cNvPr>
          <p:cNvSpPr>
            <a:spLocks noGrp="1"/>
          </p:cNvSpPr>
          <p:nvPr>
            <p:ph type="pic" sz="quarter" idx="31"/>
          </p:nvPr>
        </p:nvSpPr>
        <p:spPr/>
        <p:txBody>
          <a:bodyPr/>
          <a:lstStyle/>
          <a:p>
            <a:endParaRPr lang="en-US"/>
          </a:p>
        </p:txBody>
      </p:sp>
      <p:sp>
        <p:nvSpPr>
          <p:cNvPr id="20" name="Text Placeholder 19">
            <a:extLst>
              <a:ext uri="{FF2B5EF4-FFF2-40B4-BE49-F238E27FC236}">
                <a16:creationId xmlns:a16="http://schemas.microsoft.com/office/drawing/2014/main" id="{B9474E39-6215-57EE-1A56-E0475E053CAF}"/>
              </a:ext>
            </a:extLst>
          </p:cNvPr>
          <p:cNvSpPr>
            <a:spLocks noGrp="1"/>
          </p:cNvSpPr>
          <p:nvPr>
            <p:ph type="body" sz="quarter" idx="32"/>
          </p:nvPr>
        </p:nvSpPr>
        <p:spPr/>
        <p:txBody>
          <a:bodyPr/>
          <a:lstStyle/>
          <a:p>
            <a:endParaRPr lang="en-US"/>
          </a:p>
        </p:txBody>
      </p:sp>
      <p:sp>
        <p:nvSpPr>
          <p:cNvPr id="21" name="Text Placeholder 20">
            <a:extLst>
              <a:ext uri="{FF2B5EF4-FFF2-40B4-BE49-F238E27FC236}">
                <a16:creationId xmlns:a16="http://schemas.microsoft.com/office/drawing/2014/main" id="{D2F9C684-CCAC-D8B4-42BD-6B7C5505ECE0}"/>
              </a:ext>
            </a:extLst>
          </p:cNvPr>
          <p:cNvSpPr>
            <a:spLocks noGrp="1"/>
          </p:cNvSpPr>
          <p:nvPr>
            <p:ph type="body" sz="quarter" idx="33"/>
          </p:nvPr>
        </p:nvSpPr>
        <p:spPr/>
        <p:txBody>
          <a:bodyPr/>
          <a:lstStyle/>
          <a:p>
            <a:endParaRPr lang="en-US"/>
          </a:p>
        </p:txBody>
      </p:sp>
      <p:sp>
        <p:nvSpPr>
          <p:cNvPr id="22" name="Picture Placeholder 21">
            <a:extLst>
              <a:ext uri="{FF2B5EF4-FFF2-40B4-BE49-F238E27FC236}">
                <a16:creationId xmlns:a16="http://schemas.microsoft.com/office/drawing/2014/main" id="{9EC6CE0D-075E-F9C1-A5C5-ABAB3D503010}"/>
              </a:ext>
              <a:ext uri="{C183D7F6-B498-43B3-948B-1728B52AA6E4}">
                <adec:decorative xmlns:adec="http://schemas.microsoft.com/office/drawing/2017/decorative" val="1"/>
              </a:ext>
            </a:extLst>
          </p:cNvPr>
          <p:cNvSpPr>
            <a:spLocks noGrp="1"/>
          </p:cNvSpPr>
          <p:nvPr>
            <p:ph type="pic" sz="quarter" idx="34"/>
          </p:nvPr>
        </p:nvSpPr>
        <p:spPr/>
        <p:txBody>
          <a:bodyPr/>
          <a:lstStyle/>
          <a:p>
            <a:endParaRPr lang="en-US"/>
          </a:p>
        </p:txBody>
      </p:sp>
      <p:sp>
        <p:nvSpPr>
          <p:cNvPr id="23" name="Text Placeholder 22">
            <a:extLst>
              <a:ext uri="{FF2B5EF4-FFF2-40B4-BE49-F238E27FC236}">
                <a16:creationId xmlns:a16="http://schemas.microsoft.com/office/drawing/2014/main" id="{F67F706A-A178-12DE-EA03-8BE27BDA5196}"/>
              </a:ext>
            </a:extLst>
          </p:cNvPr>
          <p:cNvSpPr>
            <a:spLocks noGrp="1"/>
          </p:cNvSpPr>
          <p:nvPr>
            <p:ph type="body" sz="quarter" idx="35"/>
          </p:nvPr>
        </p:nvSpPr>
        <p:spPr/>
        <p:txBody>
          <a:bodyPr/>
          <a:lstStyle/>
          <a:p>
            <a:endParaRPr lang="en-US"/>
          </a:p>
        </p:txBody>
      </p:sp>
      <p:sp>
        <p:nvSpPr>
          <p:cNvPr id="24" name="Text Placeholder 23">
            <a:extLst>
              <a:ext uri="{FF2B5EF4-FFF2-40B4-BE49-F238E27FC236}">
                <a16:creationId xmlns:a16="http://schemas.microsoft.com/office/drawing/2014/main" id="{3C1C64A1-5352-2DA7-77B3-1A6073C2E287}"/>
              </a:ext>
            </a:extLst>
          </p:cNvPr>
          <p:cNvSpPr>
            <a:spLocks noGrp="1"/>
          </p:cNvSpPr>
          <p:nvPr>
            <p:ph type="body" sz="quarter" idx="36"/>
          </p:nvPr>
        </p:nvSpPr>
        <p:spPr/>
        <p:txBody>
          <a:bodyPr/>
          <a:lstStyle/>
          <a:p>
            <a:endParaRPr lang="en-US"/>
          </a:p>
        </p:txBody>
      </p:sp>
      <p:sp>
        <p:nvSpPr>
          <p:cNvPr id="25" name="Picture Placeholder 24">
            <a:extLst>
              <a:ext uri="{FF2B5EF4-FFF2-40B4-BE49-F238E27FC236}">
                <a16:creationId xmlns:a16="http://schemas.microsoft.com/office/drawing/2014/main" id="{1B476811-E4FD-2301-1C93-EAA72FBC5FE9}"/>
              </a:ext>
              <a:ext uri="{C183D7F6-B498-43B3-948B-1728B52AA6E4}">
                <adec:decorative xmlns:adec="http://schemas.microsoft.com/office/drawing/2017/decorative" val="1"/>
              </a:ext>
            </a:extLst>
          </p:cNvPr>
          <p:cNvSpPr>
            <a:spLocks noGrp="1"/>
          </p:cNvSpPr>
          <p:nvPr>
            <p:ph type="pic" sz="quarter" idx="37"/>
          </p:nvPr>
        </p:nvSpPr>
        <p:spPr/>
        <p:txBody>
          <a:bodyPr/>
          <a:lstStyle/>
          <a:p>
            <a:endParaRPr lang="en-US"/>
          </a:p>
        </p:txBody>
      </p:sp>
      <p:sp>
        <p:nvSpPr>
          <p:cNvPr id="26" name="Text Placeholder 25">
            <a:extLst>
              <a:ext uri="{FF2B5EF4-FFF2-40B4-BE49-F238E27FC236}">
                <a16:creationId xmlns:a16="http://schemas.microsoft.com/office/drawing/2014/main" id="{AD3CF15E-691F-7D2F-6A38-E03D0DAB4364}"/>
              </a:ext>
            </a:extLst>
          </p:cNvPr>
          <p:cNvSpPr>
            <a:spLocks noGrp="1"/>
          </p:cNvSpPr>
          <p:nvPr>
            <p:ph type="body" sz="quarter" idx="38"/>
          </p:nvPr>
        </p:nvSpPr>
        <p:spPr/>
        <p:txBody>
          <a:bodyPr/>
          <a:lstStyle/>
          <a:p>
            <a:endParaRPr lang="en-US"/>
          </a:p>
        </p:txBody>
      </p:sp>
      <p:sp>
        <p:nvSpPr>
          <p:cNvPr id="27" name="Text Placeholder 26">
            <a:extLst>
              <a:ext uri="{FF2B5EF4-FFF2-40B4-BE49-F238E27FC236}">
                <a16:creationId xmlns:a16="http://schemas.microsoft.com/office/drawing/2014/main" id="{8E78A23D-EFC3-536A-C442-7D83D6D712B1}"/>
              </a:ext>
            </a:extLst>
          </p:cNvPr>
          <p:cNvSpPr>
            <a:spLocks noGrp="1"/>
          </p:cNvSpPr>
          <p:nvPr>
            <p:ph type="body" sz="quarter" idx="39"/>
          </p:nvPr>
        </p:nvSpPr>
        <p:spPr/>
        <p:txBody>
          <a:bodyPr/>
          <a:lstStyle/>
          <a:p>
            <a:endParaRPr lang="en-US"/>
          </a:p>
        </p:txBody>
      </p:sp>
      <p:sp>
        <p:nvSpPr>
          <p:cNvPr id="28" name="Text Placeholder 27">
            <a:extLst>
              <a:ext uri="{FF2B5EF4-FFF2-40B4-BE49-F238E27FC236}">
                <a16:creationId xmlns:a16="http://schemas.microsoft.com/office/drawing/2014/main" id="{29D51786-611C-C87D-0702-01A246011A7F}"/>
              </a:ext>
            </a:extLst>
          </p:cNvPr>
          <p:cNvSpPr>
            <a:spLocks noGrp="1"/>
          </p:cNvSpPr>
          <p:nvPr>
            <p:ph type="body" sz="quarter" idx="40"/>
          </p:nvPr>
        </p:nvSpPr>
        <p:spPr/>
        <p:txBody>
          <a:bodyPr/>
          <a:lstStyle/>
          <a:p>
            <a:endParaRPr lang="en-US"/>
          </a:p>
        </p:txBody>
      </p:sp>
      <p:sp>
        <p:nvSpPr>
          <p:cNvPr id="29" name="Picture Placeholder 28">
            <a:extLst>
              <a:ext uri="{FF2B5EF4-FFF2-40B4-BE49-F238E27FC236}">
                <a16:creationId xmlns:a16="http://schemas.microsoft.com/office/drawing/2014/main" id="{D66AC087-30D5-11CB-8155-20EAB298C362}"/>
              </a:ext>
              <a:ext uri="{C183D7F6-B498-43B3-948B-1728B52AA6E4}">
                <adec:decorative xmlns:adec="http://schemas.microsoft.com/office/drawing/2017/decorative" val="1"/>
              </a:ext>
            </a:extLst>
          </p:cNvPr>
          <p:cNvSpPr>
            <a:spLocks noGrp="1"/>
          </p:cNvSpPr>
          <p:nvPr>
            <p:ph type="pic" sz="quarter" idx="41"/>
          </p:nvPr>
        </p:nvSpPr>
        <p:spPr/>
        <p:txBody>
          <a:bodyPr/>
          <a:lstStyle/>
          <a:p>
            <a:endParaRPr lang="en-US"/>
          </a:p>
        </p:txBody>
      </p:sp>
      <p:sp>
        <p:nvSpPr>
          <p:cNvPr id="30" name="Text Placeholder 29">
            <a:extLst>
              <a:ext uri="{FF2B5EF4-FFF2-40B4-BE49-F238E27FC236}">
                <a16:creationId xmlns:a16="http://schemas.microsoft.com/office/drawing/2014/main" id="{C95E46E0-9AF3-5709-F8E5-FB84A4500BF7}"/>
              </a:ext>
            </a:extLst>
          </p:cNvPr>
          <p:cNvSpPr>
            <a:spLocks noGrp="1"/>
          </p:cNvSpPr>
          <p:nvPr>
            <p:ph type="body" sz="quarter" idx="42"/>
          </p:nvPr>
        </p:nvSpPr>
        <p:spPr/>
        <p:txBody>
          <a:bodyPr/>
          <a:lstStyle/>
          <a:p>
            <a:endParaRPr lang="en-US"/>
          </a:p>
        </p:txBody>
      </p:sp>
      <p:sp>
        <p:nvSpPr>
          <p:cNvPr id="31" name="Text Placeholder 30">
            <a:extLst>
              <a:ext uri="{FF2B5EF4-FFF2-40B4-BE49-F238E27FC236}">
                <a16:creationId xmlns:a16="http://schemas.microsoft.com/office/drawing/2014/main" id="{6730FCB7-9D7E-271F-F99C-61DAAC9A3AF6}"/>
              </a:ext>
            </a:extLst>
          </p:cNvPr>
          <p:cNvSpPr>
            <a:spLocks noGrp="1"/>
          </p:cNvSpPr>
          <p:nvPr>
            <p:ph type="body" sz="quarter" idx="43"/>
          </p:nvPr>
        </p:nvSpPr>
        <p:spPr/>
        <p:txBody>
          <a:bodyPr/>
          <a:lstStyle/>
          <a:p>
            <a:endParaRPr lang="en-US"/>
          </a:p>
        </p:txBody>
      </p:sp>
      <p:sp>
        <p:nvSpPr>
          <p:cNvPr id="32" name="Picture Placeholder 31">
            <a:extLst>
              <a:ext uri="{FF2B5EF4-FFF2-40B4-BE49-F238E27FC236}">
                <a16:creationId xmlns:a16="http://schemas.microsoft.com/office/drawing/2014/main" id="{BC886593-22AA-C44D-7E9E-5C2C4839D9A6}"/>
              </a:ext>
              <a:ext uri="{C183D7F6-B498-43B3-948B-1728B52AA6E4}">
                <adec:decorative xmlns:adec="http://schemas.microsoft.com/office/drawing/2017/decorative" val="1"/>
              </a:ext>
            </a:extLst>
          </p:cNvPr>
          <p:cNvSpPr>
            <a:spLocks noGrp="1"/>
          </p:cNvSpPr>
          <p:nvPr>
            <p:ph type="pic" sz="quarter" idx="44"/>
          </p:nvPr>
        </p:nvSpPr>
        <p:spPr/>
        <p:txBody>
          <a:bodyPr/>
          <a:lstStyle/>
          <a:p>
            <a:endParaRPr lang="en-US"/>
          </a:p>
        </p:txBody>
      </p:sp>
      <p:sp>
        <p:nvSpPr>
          <p:cNvPr id="33" name="Text Placeholder 32">
            <a:extLst>
              <a:ext uri="{FF2B5EF4-FFF2-40B4-BE49-F238E27FC236}">
                <a16:creationId xmlns:a16="http://schemas.microsoft.com/office/drawing/2014/main" id="{AAD56C31-FACC-2B38-0E2F-42A0034CC99F}"/>
              </a:ext>
            </a:extLst>
          </p:cNvPr>
          <p:cNvSpPr>
            <a:spLocks noGrp="1"/>
          </p:cNvSpPr>
          <p:nvPr>
            <p:ph type="body" sz="quarter" idx="45"/>
          </p:nvPr>
        </p:nvSpPr>
        <p:spPr/>
        <p:txBody>
          <a:bodyPr/>
          <a:lstStyle/>
          <a:p>
            <a:endParaRPr lang="en-US"/>
          </a:p>
        </p:txBody>
      </p:sp>
      <p:sp>
        <p:nvSpPr>
          <p:cNvPr id="34" name="Text Placeholder 33">
            <a:extLst>
              <a:ext uri="{FF2B5EF4-FFF2-40B4-BE49-F238E27FC236}">
                <a16:creationId xmlns:a16="http://schemas.microsoft.com/office/drawing/2014/main" id="{78BF001B-1661-ED77-2F1E-31C561F08D0D}"/>
              </a:ext>
            </a:extLst>
          </p:cNvPr>
          <p:cNvSpPr>
            <a:spLocks noGrp="1"/>
          </p:cNvSpPr>
          <p:nvPr>
            <p:ph type="body" sz="quarter" idx="46"/>
          </p:nvPr>
        </p:nvSpPr>
        <p:spPr/>
        <p:txBody>
          <a:bodyPr/>
          <a:lstStyle/>
          <a:p>
            <a:endParaRPr lang="en-US"/>
          </a:p>
        </p:txBody>
      </p:sp>
      <p:sp>
        <p:nvSpPr>
          <p:cNvPr id="35" name="Picture Placeholder 34">
            <a:extLst>
              <a:ext uri="{FF2B5EF4-FFF2-40B4-BE49-F238E27FC236}">
                <a16:creationId xmlns:a16="http://schemas.microsoft.com/office/drawing/2014/main" id="{E9869E6E-4AFD-EC86-E7A9-F25C7F43ACCC}"/>
              </a:ext>
              <a:ext uri="{C183D7F6-B498-43B3-948B-1728B52AA6E4}">
                <adec:decorative xmlns:adec="http://schemas.microsoft.com/office/drawing/2017/decorative" val="1"/>
              </a:ext>
            </a:extLst>
          </p:cNvPr>
          <p:cNvSpPr>
            <a:spLocks noGrp="1"/>
          </p:cNvSpPr>
          <p:nvPr>
            <p:ph type="pic" sz="quarter" idx="47"/>
          </p:nvPr>
        </p:nvSpPr>
        <p:spPr/>
        <p:txBody>
          <a:bodyPr/>
          <a:lstStyle/>
          <a:p>
            <a:endParaRPr lang="en-US"/>
          </a:p>
        </p:txBody>
      </p:sp>
      <p:sp>
        <p:nvSpPr>
          <p:cNvPr id="36" name="Text Placeholder 35">
            <a:extLst>
              <a:ext uri="{FF2B5EF4-FFF2-40B4-BE49-F238E27FC236}">
                <a16:creationId xmlns:a16="http://schemas.microsoft.com/office/drawing/2014/main" id="{87DA1F30-E2CC-8BE4-2712-4115625381E3}"/>
              </a:ext>
            </a:extLst>
          </p:cNvPr>
          <p:cNvSpPr>
            <a:spLocks noGrp="1"/>
          </p:cNvSpPr>
          <p:nvPr>
            <p:ph type="body" sz="quarter" idx="48"/>
          </p:nvPr>
        </p:nvSpPr>
        <p:spPr/>
        <p:txBody>
          <a:bodyPr/>
          <a:lstStyle/>
          <a:p>
            <a:endParaRPr lang="en-US"/>
          </a:p>
        </p:txBody>
      </p:sp>
      <p:sp>
        <p:nvSpPr>
          <p:cNvPr id="37" name="Text Placeholder 36">
            <a:extLst>
              <a:ext uri="{FF2B5EF4-FFF2-40B4-BE49-F238E27FC236}">
                <a16:creationId xmlns:a16="http://schemas.microsoft.com/office/drawing/2014/main" id="{2A609B17-48D7-AC40-D1C2-2695D81E0DE1}"/>
              </a:ext>
            </a:extLst>
          </p:cNvPr>
          <p:cNvSpPr>
            <a:spLocks noGrp="1"/>
          </p:cNvSpPr>
          <p:nvPr>
            <p:ph type="body" sz="quarter" idx="49"/>
          </p:nvPr>
        </p:nvSpPr>
        <p:spPr/>
        <p:txBody>
          <a:bodyPr/>
          <a:lstStyle/>
          <a:p>
            <a:endParaRPr lang="en-US"/>
          </a:p>
        </p:txBody>
      </p:sp>
      <p:sp>
        <p:nvSpPr>
          <p:cNvPr id="38" name="Picture Placeholder 37">
            <a:extLst>
              <a:ext uri="{FF2B5EF4-FFF2-40B4-BE49-F238E27FC236}">
                <a16:creationId xmlns:a16="http://schemas.microsoft.com/office/drawing/2014/main" id="{F0CADA9E-E659-4CFB-6101-04890381893C}"/>
              </a:ext>
              <a:ext uri="{C183D7F6-B498-43B3-948B-1728B52AA6E4}">
                <adec:decorative xmlns:adec="http://schemas.microsoft.com/office/drawing/2017/decorative" val="1"/>
              </a:ext>
            </a:extLst>
          </p:cNvPr>
          <p:cNvSpPr>
            <a:spLocks noGrp="1"/>
          </p:cNvSpPr>
          <p:nvPr>
            <p:ph type="pic" sz="quarter" idx="50"/>
          </p:nvPr>
        </p:nvSpPr>
        <p:spPr/>
        <p:txBody>
          <a:bodyPr/>
          <a:lstStyle/>
          <a:p>
            <a:endParaRPr lang="en-US"/>
          </a:p>
        </p:txBody>
      </p:sp>
      <p:sp>
        <p:nvSpPr>
          <p:cNvPr id="39" name="Text Placeholder 38">
            <a:extLst>
              <a:ext uri="{FF2B5EF4-FFF2-40B4-BE49-F238E27FC236}">
                <a16:creationId xmlns:a16="http://schemas.microsoft.com/office/drawing/2014/main" id="{4A403449-EAC0-81C3-3059-0D89D61A5434}"/>
              </a:ext>
            </a:extLst>
          </p:cNvPr>
          <p:cNvSpPr>
            <a:spLocks noGrp="1"/>
          </p:cNvSpPr>
          <p:nvPr>
            <p:ph type="body" sz="quarter" idx="51"/>
          </p:nvPr>
        </p:nvSpPr>
        <p:spPr/>
        <p:txBody>
          <a:bodyPr/>
          <a:lstStyle/>
          <a:p>
            <a:endParaRPr lang="en-US"/>
          </a:p>
        </p:txBody>
      </p:sp>
      <p:sp>
        <p:nvSpPr>
          <p:cNvPr id="40" name="Text Placeholder 39">
            <a:extLst>
              <a:ext uri="{FF2B5EF4-FFF2-40B4-BE49-F238E27FC236}">
                <a16:creationId xmlns:a16="http://schemas.microsoft.com/office/drawing/2014/main" id="{34629760-BDB3-A589-EE60-E13C0BE946D3}"/>
              </a:ext>
            </a:extLst>
          </p:cNvPr>
          <p:cNvSpPr>
            <a:spLocks noGrp="1"/>
          </p:cNvSpPr>
          <p:nvPr>
            <p:ph type="body" sz="quarter" idx="52"/>
          </p:nvPr>
        </p:nvSpPr>
        <p:spPr/>
        <p:txBody>
          <a:bodyPr/>
          <a:lstStyle/>
          <a:p>
            <a:endParaRPr lang="en-US"/>
          </a:p>
        </p:txBody>
      </p:sp>
      <p:sp>
        <p:nvSpPr>
          <p:cNvPr id="41" name="Text Placeholder 40">
            <a:extLst>
              <a:ext uri="{FF2B5EF4-FFF2-40B4-BE49-F238E27FC236}">
                <a16:creationId xmlns:a16="http://schemas.microsoft.com/office/drawing/2014/main" id="{91D366D6-D192-5B5F-7A4B-E7AB493615D9}"/>
              </a:ext>
            </a:extLst>
          </p:cNvPr>
          <p:cNvSpPr>
            <a:spLocks noGrp="1"/>
          </p:cNvSpPr>
          <p:nvPr>
            <p:ph type="body" sz="quarter" idx="53"/>
          </p:nvPr>
        </p:nvSpPr>
        <p:spPr/>
        <p:txBody>
          <a:bodyPr/>
          <a:lstStyle/>
          <a:p>
            <a:endParaRPr lang="en-US"/>
          </a:p>
        </p:txBody>
      </p:sp>
      <p:sp>
        <p:nvSpPr>
          <p:cNvPr id="42" name="Picture Placeholder 41">
            <a:extLst>
              <a:ext uri="{FF2B5EF4-FFF2-40B4-BE49-F238E27FC236}">
                <a16:creationId xmlns:a16="http://schemas.microsoft.com/office/drawing/2014/main" id="{2E05608A-56DC-0D94-7AFD-3318B86C96A3}"/>
              </a:ext>
              <a:ext uri="{C183D7F6-B498-43B3-948B-1728B52AA6E4}">
                <adec:decorative xmlns:adec="http://schemas.microsoft.com/office/drawing/2017/decorative" val="1"/>
              </a:ext>
            </a:extLst>
          </p:cNvPr>
          <p:cNvSpPr>
            <a:spLocks noGrp="1"/>
          </p:cNvSpPr>
          <p:nvPr>
            <p:ph type="pic" sz="quarter" idx="54"/>
          </p:nvPr>
        </p:nvSpPr>
        <p:spPr/>
        <p:txBody>
          <a:bodyPr/>
          <a:lstStyle/>
          <a:p>
            <a:endParaRPr lang="en-US"/>
          </a:p>
        </p:txBody>
      </p:sp>
      <p:sp>
        <p:nvSpPr>
          <p:cNvPr id="43" name="Text Placeholder 42">
            <a:extLst>
              <a:ext uri="{FF2B5EF4-FFF2-40B4-BE49-F238E27FC236}">
                <a16:creationId xmlns:a16="http://schemas.microsoft.com/office/drawing/2014/main" id="{8665D765-FF99-2463-4B6A-F79CBFB13882}"/>
              </a:ext>
            </a:extLst>
          </p:cNvPr>
          <p:cNvSpPr>
            <a:spLocks noGrp="1"/>
          </p:cNvSpPr>
          <p:nvPr>
            <p:ph type="body" sz="quarter" idx="55"/>
          </p:nvPr>
        </p:nvSpPr>
        <p:spPr/>
        <p:txBody>
          <a:bodyPr/>
          <a:lstStyle/>
          <a:p>
            <a:endParaRPr lang="en-US"/>
          </a:p>
        </p:txBody>
      </p:sp>
      <p:sp>
        <p:nvSpPr>
          <p:cNvPr id="44" name="Text Placeholder 43">
            <a:extLst>
              <a:ext uri="{FF2B5EF4-FFF2-40B4-BE49-F238E27FC236}">
                <a16:creationId xmlns:a16="http://schemas.microsoft.com/office/drawing/2014/main" id="{23D2E370-2382-9B65-6B6C-056E232CBBA9}"/>
              </a:ext>
            </a:extLst>
          </p:cNvPr>
          <p:cNvSpPr>
            <a:spLocks noGrp="1"/>
          </p:cNvSpPr>
          <p:nvPr>
            <p:ph type="body" sz="quarter" idx="56"/>
          </p:nvPr>
        </p:nvSpPr>
        <p:spPr/>
        <p:txBody>
          <a:bodyPr/>
          <a:lstStyle/>
          <a:p>
            <a:endParaRPr lang="en-US"/>
          </a:p>
        </p:txBody>
      </p:sp>
      <p:sp>
        <p:nvSpPr>
          <p:cNvPr id="45" name="Picture Placeholder 44">
            <a:extLst>
              <a:ext uri="{FF2B5EF4-FFF2-40B4-BE49-F238E27FC236}">
                <a16:creationId xmlns:a16="http://schemas.microsoft.com/office/drawing/2014/main" id="{16735240-C9FD-3BF1-FE41-98789528CEA4}"/>
              </a:ext>
              <a:ext uri="{C183D7F6-B498-43B3-948B-1728B52AA6E4}">
                <adec:decorative xmlns:adec="http://schemas.microsoft.com/office/drawing/2017/decorative" val="1"/>
              </a:ext>
            </a:extLst>
          </p:cNvPr>
          <p:cNvSpPr>
            <a:spLocks noGrp="1"/>
          </p:cNvSpPr>
          <p:nvPr>
            <p:ph type="pic" sz="quarter" idx="57"/>
          </p:nvPr>
        </p:nvSpPr>
        <p:spPr/>
        <p:txBody>
          <a:bodyPr/>
          <a:lstStyle/>
          <a:p>
            <a:endParaRPr lang="en-US"/>
          </a:p>
        </p:txBody>
      </p:sp>
      <p:sp>
        <p:nvSpPr>
          <p:cNvPr id="46" name="Text Placeholder 45">
            <a:extLst>
              <a:ext uri="{FF2B5EF4-FFF2-40B4-BE49-F238E27FC236}">
                <a16:creationId xmlns:a16="http://schemas.microsoft.com/office/drawing/2014/main" id="{49A139D0-D84E-B0DE-93EE-4DAF7D17462C}"/>
              </a:ext>
            </a:extLst>
          </p:cNvPr>
          <p:cNvSpPr>
            <a:spLocks noGrp="1"/>
          </p:cNvSpPr>
          <p:nvPr>
            <p:ph type="body" sz="quarter" idx="58"/>
          </p:nvPr>
        </p:nvSpPr>
        <p:spPr/>
        <p:txBody>
          <a:bodyPr/>
          <a:lstStyle/>
          <a:p>
            <a:endParaRPr lang="en-US"/>
          </a:p>
        </p:txBody>
      </p:sp>
      <p:sp>
        <p:nvSpPr>
          <p:cNvPr id="47" name="Text Placeholder 46">
            <a:extLst>
              <a:ext uri="{FF2B5EF4-FFF2-40B4-BE49-F238E27FC236}">
                <a16:creationId xmlns:a16="http://schemas.microsoft.com/office/drawing/2014/main" id="{D096ED6E-6484-01D4-728D-8F62B83BFF73}"/>
              </a:ext>
            </a:extLst>
          </p:cNvPr>
          <p:cNvSpPr>
            <a:spLocks noGrp="1"/>
          </p:cNvSpPr>
          <p:nvPr>
            <p:ph type="body" sz="quarter" idx="59"/>
          </p:nvPr>
        </p:nvSpPr>
        <p:spPr/>
        <p:txBody>
          <a:bodyPr/>
          <a:lstStyle/>
          <a:p>
            <a:endParaRPr lang="en-US"/>
          </a:p>
        </p:txBody>
      </p:sp>
      <p:sp>
        <p:nvSpPr>
          <p:cNvPr id="48" name="Picture Placeholder 47">
            <a:extLst>
              <a:ext uri="{FF2B5EF4-FFF2-40B4-BE49-F238E27FC236}">
                <a16:creationId xmlns:a16="http://schemas.microsoft.com/office/drawing/2014/main" id="{7652415C-6AB0-9404-65BD-017BBB37162D}"/>
              </a:ext>
              <a:ext uri="{C183D7F6-B498-43B3-948B-1728B52AA6E4}">
                <adec:decorative xmlns:adec="http://schemas.microsoft.com/office/drawing/2017/decorative" val="1"/>
              </a:ext>
            </a:extLst>
          </p:cNvPr>
          <p:cNvSpPr>
            <a:spLocks noGrp="1"/>
          </p:cNvSpPr>
          <p:nvPr>
            <p:ph type="pic" sz="quarter" idx="60"/>
          </p:nvPr>
        </p:nvSpPr>
        <p:spPr/>
        <p:txBody>
          <a:bodyPr/>
          <a:lstStyle/>
          <a:p>
            <a:endParaRPr lang="en-US"/>
          </a:p>
        </p:txBody>
      </p:sp>
      <p:sp>
        <p:nvSpPr>
          <p:cNvPr id="49" name="Text Placeholder 48">
            <a:extLst>
              <a:ext uri="{FF2B5EF4-FFF2-40B4-BE49-F238E27FC236}">
                <a16:creationId xmlns:a16="http://schemas.microsoft.com/office/drawing/2014/main" id="{CDCBDED7-A0A3-928E-D394-A66E2C42BA18}"/>
              </a:ext>
            </a:extLst>
          </p:cNvPr>
          <p:cNvSpPr>
            <a:spLocks noGrp="1"/>
          </p:cNvSpPr>
          <p:nvPr>
            <p:ph type="body" sz="quarter" idx="61"/>
          </p:nvPr>
        </p:nvSpPr>
        <p:spPr/>
        <p:txBody>
          <a:bodyPr/>
          <a:lstStyle/>
          <a:p>
            <a:endParaRPr lang="en-US"/>
          </a:p>
        </p:txBody>
      </p:sp>
      <p:sp>
        <p:nvSpPr>
          <p:cNvPr id="50" name="Text Placeholder 49">
            <a:extLst>
              <a:ext uri="{FF2B5EF4-FFF2-40B4-BE49-F238E27FC236}">
                <a16:creationId xmlns:a16="http://schemas.microsoft.com/office/drawing/2014/main" id="{45201BD8-00A6-1AC3-4488-6B99CA3E3700}"/>
              </a:ext>
            </a:extLst>
          </p:cNvPr>
          <p:cNvSpPr>
            <a:spLocks noGrp="1"/>
          </p:cNvSpPr>
          <p:nvPr>
            <p:ph type="body" sz="quarter" idx="62"/>
          </p:nvPr>
        </p:nvSpPr>
        <p:spPr/>
        <p:txBody>
          <a:bodyPr/>
          <a:lstStyle/>
          <a:p>
            <a:endParaRPr lang="en-US"/>
          </a:p>
        </p:txBody>
      </p:sp>
      <p:sp>
        <p:nvSpPr>
          <p:cNvPr id="51" name="Picture Placeholder 50">
            <a:extLst>
              <a:ext uri="{FF2B5EF4-FFF2-40B4-BE49-F238E27FC236}">
                <a16:creationId xmlns:a16="http://schemas.microsoft.com/office/drawing/2014/main" id="{E8963702-318D-D0A4-0ABD-427332629402}"/>
              </a:ext>
              <a:ext uri="{C183D7F6-B498-43B3-948B-1728B52AA6E4}">
                <adec:decorative xmlns:adec="http://schemas.microsoft.com/office/drawing/2017/decorative" val="1"/>
              </a:ext>
            </a:extLst>
          </p:cNvPr>
          <p:cNvSpPr>
            <a:spLocks noGrp="1"/>
          </p:cNvSpPr>
          <p:nvPr>
            <p:ph type="pic" sz="quarter" idx="63"/>
          </p:nvPr>
        </p:nvSpPr>
        <p:spPr/>
        <p:txBody>
          <a:bodyPr/>
          <a:lstStyle/>
          <a:p>
            <a:endParaRPr lang="en-US"/>
          </a:p>
        </p:txBody>
      </p:sp>
      <p:sp>
        <p:nvSpPr>
          <p:cNvPr id="52" name="Text Placeholder 51">
            <a:extLst>
              <a:ext uri="{FF2B5EF4-FFF2-40B4-BE49-F238E27FC236}">
                <a16:creationId xmlns:a16="http://schemas.microsoft.com/office/drawing/2014/main" id="{1568B980-52A4-3169-BEC1-62E2AFBCCF10}"/>
              </a:ext>
            </a:extLst>
          </p:cNvPr>
          <p:cNvSpPr>
            <a:spLocks noGrp="1"/>
          </p:cNvSpPr>
          <p:nvPr>
            <p:ph type="body" sz="quarter" idx="64"/>
          </p:nvPr>
        </p:nvSpPr>
        <p:spPr/>
        <p:txBody>
          <a:bodyPr/>
          <a:lstStyle/>
          <a:p>
            <a:endParaRPr lang="en-US"/>
          </a:p>
        </p:txBody>
      </p:sp>
      <p:sp>
        <p:nvSpPr>
          <p:cNvPr id="53" name="Text Placeholder 52">
            <a:extLst>
              <a:ext uri="{FF2B5EF4-FFF2-40B4-BE49-F238E27FC236}">
                <a16:creationId xmlns:a16="http://schemas.microsoft.com/office/drawing/2014/main" id="{C1082360-9AE0-41FD-680A-BB1410CFE8D5}"/>
              </a:ext>
            </a:extLst>
          </p:cNvPr>
          <p:cNvSpPr>
            <a:spLocks noGrp="1"/>
          </p:cNvSpPr>
          <p:nvPr>
            <p:ph type="body" sz="quarter" idx="65"/>
          </p:nvPr>
        </p:nvSpPr>
        <p:spPr/>
        <p:txBody>
          <a:bodyPr/>
          <a:lstStyle/>
          <a:p>
            <a:endParaRPr lang="en-US"/>
          </a:p>
        </p:txBody>
      </p:sp>
      <p:sp>
        <p:nvSpPr>
          <p:cNvPr id="54" name="Text Placeholder 53">
            <a:extLst>
              <a:ext uri="{FF2B5EF4-FFF2-40B4-BE49-F238E27FC236}">
                <a16:creationId xmlns:a16="http://schemas.microsoft.com/office/drawing/2014/main" id="{204273BD-E4AA-8338-4736-A6F43840B293}"/>
              </a:ext>
            </a:extLst>
          </p:cNvPr>
          <p:cNvSpPr>
            <a:spLocks noGrp="1"/>
          </p:cNvSpPr>
          <p:nvPr>
            <p:ph type="body" sz="quarter" idx="66"/>
          </p:nvPr>
        </p:nvSpPr>
        <p:spPr/>
        <p:txBody>
          <a:bodyPr/>
          <a:lstStyle/>
          <a:p>
            <a:endParaRPr lang="en-US"/>
          </a:p>
        </p:txBody>
      </p:sp>
      <p:sp>
        <p:nvSpPr>
          <p:cNvPr id="55" name="Picture Placeholder 54">
            <a:extLst>
              <a:ext uri="{FF2B5EF4-FFF2-40B4-BE49-F238E27FC236}">
                <a16:creationId xmlns:a16="http://schemas.microsoft.com/office/drawing/2014/main" id="{72F78C75-1AA9-2FEE-E190-4ED4D76E02AB}"/>
              </a:ext>
              <a:ext uri="{C183D7F6-B498-43B3-948B-1728B52AA6E4}">
                <adec:decorative xmlns:adec="http://schemas.microsoft.com/office/drawing/2017/decorative" val="1"/>
              </a:ext>
            </a:extLst>
          </p:cNvPr>
          <p:cNvSpPr>
            <a:spLocks noGrp="1"/>
          </p:cNvSpPr>
          <p:nvPr>
            <p:ph type="pic" sz="quarter" idx="67"/>
          </p:nvPr>
        </p:nvSpPr>
        <p:spPr/>
        <p:txBody>
          <a:bodyPr/>
          <a:lstStyle/>
          <a:p>
            <a:endParaRPr lang="en-US"/>
          </a:p>
        </p:txBody>
      </p:sp>
      <p:sp>
        <p:nvSpPr>
          <p:cNvPr id="56" name="Text Placeholder 55">
            <a:extLst>
              <a:ext uri="{FF2B5EF4-FFF2-40B4-BE49-F238E27FC236}">
                <a16:creationId xmlns:a16="http://schemas.microsoft.com/office/drawing/2014/main" id="{490FD4F1-8983-5B3F-DE0E-6D6045447A40}"/>
              </a:ext>
            </a:extLst>
          </p:cNvPr>
          <p:cNvSpPr>
            <a:spLocks noGrp="1"/>
          </p:cNvSpPr>
          <p:nvPr>
            <p:ph type="body" sz="quarter" idx="68"/>
          </p:nvPr>
        </p:nvSpPr>
        <p:spPr/>
        <p:txBody>
          <a:bodyPr/>
          <a:lstStyle/>
          <a:p>
            <a:endParaRPr lang="en-US"/>
          </a:p>
        </p:txBody>
      </p:sp>
      <p:sp>
        <p:nvSpPr>
          <p:cNvPr id="57" name="Text Placeholder 56">
            <a:extLst>
              <a:ext uri="{FF2B5EF4-FFF2-40B4-BE49-F238E27FC236}">
                <a16:creationId xmlns:a16="http://schemas.microsoft.com/office/drawing/2014/main" id="{CFBB04F9-98C3-08DB-2489-575507761BA4}"/>
              </a:ext>
            </a:extLst>
          </p:cNvPr>
          <p:cNvSpPr>
            <a:spLocks noGrp="1"/>
          </p:cNvSpPr>
          <p:nvPr>
            <p:ph type="body" sz="quarter" idx="69"/>
          </p:nvPr>
        </p:nvSpPr>
        <p:spPr/>
        <p:txBody>
          <a:bodyPr/>
          <a:lstStyle/>
          <a:p>
            <a:endParaRPr lang="en-US"/>
          </a:p>
        </p:txBody>
      </p:sp>
      <p:sp>
        <p:nvSpPr>
          <p:cNvPr id="58" name="Picture Placeholder 57">
            <a:extLst>
              <a:ext uri="{FF2B5EF4-FFF2-40B4-BE49-F238E27FC236}">
                <a16:creationId xmlns:a16="http://schemas.microsoft.com/office/drawing/2014/main" id="{8E81B4E3-2354-98CD-2229-33EC76545BE8}"/>
              </a:ext>
              <a:ext uri="{C183D7F6-B498-43B3-948B-1728B52AA6E4}">
                <adec:decorative xmlns:adec="http://schemas.microsoft.com/office/drawing/2017/decorative" val="1"/>
              </a:ext>
            </a:extLst>
          </p:cNvPr>
          <p:cNvSpPr>
            <a:spLocks noGrp="1"/>
          </p:cNvSpPr>
          <p:nvPr>
            <p:ph type="pic" sz="quarter" idx="70"/>
          </p:nvPr>
        </p:nvSpPr>
        <p:spPr/>
        <p:txBody>
          <a:bodyPr/>
          <a:lstStyle/>
          <a:p>
            <a:endParaRPr lang="en-US"/>
          </a:p>
        </p:txBody>
      </p:sp>
      <p:sp>
        <p:nvSpPr>
          <p:cNvPr id="59" name="Text Placeholder 58">
            <a:extLst>
              <a:ext uri="{FF2B5EF4-FFF2-40B4-BE49-F238E27FC236}">
                <a16:creationId xmlns:a16="http://schemas.microsoft.com/office/drawing/2014/main" id="{770A17C1-A8D0-D821-ADE0-8FF653D7F9D8}"/>
              </a:ext>
            </a:extLst>
          </p:cNvPr>
          <p:cNvSpPr>
            <a:spLocks noGrp="1"/>
          </p:cNvSpPr>
          <p:nvPr>
            <p:ph type="body" sz="quarter" idx="71"/>
          </p:nvPr>
        </p:nvSpPr>
        <p:spPr/>
        <p:txBody>
          <a:bodyPr/>
          <a:lstStyle/>
          <a:p>
            <a:endParaRPr lang="en-US"/>
          </a:p>
        </p:txBody>
      </p:sp>
      <p:sp>
        <p:nvSpPr>
          <p:cNvPr id="60" name="Text Placeholder 59">
            <a:extLst>
              <a:ext uri="{FF2B5EF4-FFF2-40B4-BE49-F238E27FC236}">
                <a16:creationId xmlns:a16="http://schemas.microsoft.com/office/drawing/2014/main" id="{B2AE4DE5-AFEB-6E70-1F54-98F2ED9C97C0}"/>
              </a:ext>
            </a:extLst>
          </p:cNvPr>
          <p:cNvSpPr>
            <a:spLocks noGrp="1"/>
          </p:cNvSpPr>
          <p:nvPr>
            <p:ph type="body" sz="quarter" idx="72"/>
          </p:nvPr>
        </p:nvSpPr>
        <p:spPr/>
        <p:txBody>
          <a:bodyPr/>
          <a:lstStyle/>
          <a:p>
            <a:endParaRPr lang="en-US"/>
          </a:p>
        </p:txBody>
      </p:sp>
      <p:sp>
        <p:nvSpPr>
          <p:cNvPr id="61" name="Picture Placeholder 60">
            <a:extLst>
              <a:ext uri="{FF2B5EF4-FFF2-40B4-BE49-F238E27FC236}">
                <a16:creationId xmlns:a16="http://schemas.microsoft.com/office/drawing/2014/main" id="{AA5BD799-ACA3-A6C1-F6E0-342C5485AE6A}"/>
              </a:ext>
              <a:ext uri="{C183D7F6-B498-43B3-948B-1728B52AA6E4}">
                <adec:decorative xmlns:adec="http://schemas.microsoft.com/office/drawing/2017/decorative" val="1"/>
              </a:ext>
            </a:extLst>
          </p:cNvPr>
          <p:cNvSpPr>
            <a:spLocks noGrp="1"/>
          </p:cNvSpPr>
          <p:nvPr>
            <p:ph type="pic" sz="quarter" idx="73"/>
          </p:nvPr>
        </p:nvSpPr>
        <p:spPr/>
        <p:txBody>
          <a:bodyPr/>
          <a:lstStyle/>
          <a:p>
            <a:endParaRPr lang="en-US"/>
          </a:p>
        </p:txBody>
      </p:sp>
      <p:sp>
        <p:nvSpPr>
          <p:cNvPr id="62" name="SmartArt Placeholder 61">
            <a:extLst>
              <a:ext uri="{FF2B5EF4-FFF2-40B4-BE49-F238E27FC236}">
                <a16:creationId xmlns:a16="http://schemas.microsoft.com/office/drawing/2014/main" id="{5C047596-CD37-4C06-D875-F76330674E69}"/>
              </a:ext>
              <a:ext uri="{C183D7F6-B498-43B3-948B-1728B52AA6E4}">
                <adec:decorative xmlns:adec="http://schemas.microsoft.com/office/drawing/2017/decorative" val="1"/>
              </a:ext>
            </a:extLst>
          </p:cNvPr>
          <p:cNvSpPr>
            <a:spLocks noGrp="1"/>
          </p:cNvSpPr>
          <p:nvPr>
            <p:ph type="dgm" sz="quarter" idx="74"/>
          </p:nvPr>
        </p:nvSpPr>
        <p:spPr/>
        <p:txBody>
          <a:bodyPr/>
          <a:lstStyle/>
          <a:p>
            <a:endParaRPr lang="en-US"/>
          </a:p>
        </p:txBody>
      </p:sp>
      <p:sp>
        <p:nvSpPr>
          <p:cNvPr id="63" name="SmartArt Placeholder 62">
            <a:extLst>
              <a:ext uri="{FF2B5EF4-FFF2-40B4-BE49-F238E27FC236}">
                <a16:creationId xmlns:a16="http://schemas.microsoft.com/office/drawing/2014/main" id="{20AF910C-B7DD-86A9-BD2C-00C034F2F82D}"/>
              </a:ext>
              <a:ext uri="{C183D7F6-B498-43B3-948B-1728B52AA6E4}">
                <adec:decorative xmlns:adec="http://schemas.microsoft.com/office/drawing/2017/decorative" val="1"/>
              </a:ext>
            </a:extLst>
          </p:cNvPr>
          <p:cNvSpPr>
            <a:spLocks noGrp="1"/>
          </p:cNvSpPr>
          <p:nvPr>
            <p:ph type="dgm" sz="quarter" idx="75"/>
          </p:nvPr>
        </p:nvSpPr>
        <p:spPr/>
        <p:txBody>
          <a:bodyPr/>
          <a:lstStyle/>
          <a:p>
            <a:endParaRPr lang="en-US"/>
          </a:p>
        </p:txBody>
      </p:sp>
      <p:sp>
        <p:nvSpPr>
          <p:cNvPr id="64" name="SmartArt Placeholder 63">
            <a:extLst>
              <a:ext uri="{FF2B5EF4-FFF2-40B4-BE49-F238E27FC236}">
                <a16:creationId xmlns:a16="http://schemas.microsoft.com/office/drawing/2014/main" id="{10B73382-D945-0FD1-4163-88D3200493E8}"/>
              </a:ext>
              <a:ext uri="{C183D7F6-B498-43B3-948B-1728B52AA6E4}">
                <adec:decorative xmlns:adec="http://schemas.microsoft.com/office/drawing/2017/decorative" val="1"/>
              </a:ext>
            </a:extLst>
          </p:cNvPr>
          <p:cNvSpPr>
            <a:spLocks noGrp="1"/>
          </p:cNvSpPr>
          <p:nvPr>
            <p:ph type="dgm" sz="quarter" idx="76"/>
          </p:nvPr>
        </p:nvSpPr>
        <p:spPr/>
        <p:txBody>
          <a:bodyPr/>
          <a:lstStyle/>
          <a:p>
            <a:endParaRPr lang="en-US"/>
          </a:p>
        </p:txBody>
      </p:sp>
      <p:sp>
        <p:nvSpPr>
          <p:cNvPr id="65" name="SmartArt Placeholder 64">
            <a:extLst>
              <a:ext uri="{FF2B5EF4-FFF2-40B4-BE49-F238E27FC236}">
                <a16:creationId xmlns:a16="http://schemas.microsoft.com/office/drawing/2014/main" id="{5466CBD5-78EC-9A94-E774-7B85E7607F6B}"/>
              </a:ext>
              <a:ext uri="{C183D7F6-B498-43B3-948B-1728B52AA6E4}">
                <adec:decorative xmlns:adec="http://schemas.microsoft.com/office/drawing/2017/decorative" val="1"/>
              </a:ext>
            </a:extLst>
          </p:cNvPr>
          <p:cNvSpPr>
            <a:spLocks noGrp="1"/>
          </p:cNvSpPr>
          <p:nvPr>
            <p:ph type="dgm" sz="quarter" idx="77"/>
          </p:nvPr>
        </p:nvSpPr>
        <p:spPr/>
        <p:txBody>
          <a:bodyPr/>
          <a:lstStyle/>
          <a:p>
            <a:endParaRPr lang="en-US"/>
          </a:p>
        </p:txBody>
      </p:sp>
    </p:spTree>
    <p:extLst>
      <p:ext uri="{BB962C8B-B14F-4D97-AF65-F5344CB8AC3E}">
        <p14:creationId xmlns:p14="http://schemas.microsoft.com/office/powerpoint/2010/main" val="34261989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1F9BF-1968-7AC3-A29D-FEC667257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6791B2-ECEC-B77D-F765-7E89344E257C}"/>
              </a:ext>
            </a:extLst>
          </p:cNvPr>
          <p:cNvSpPr>
            <a:spLocks noGrp="1"/>
          </p:cNvSpPr>
          <p:nvPr>
            <p:ph type="title"/>
          </p:nvPr>
        </p:nvSpPr>
        <p:spPr>
          <a:xfrm>
            <a:off x="485523" y="382588"/>
            <a:ext cx="11224347" cy="638175"/>
          </a:xfrm>
        </p:spPr>
        <p:txBody>
          <a:bodyPr/>
          <a:lstStyle/>
          <a:p>
            <a:r>
              <a:rPr lang="en-US" dirty="0"/>
              <a:t>Title only template layout</a:t>
            </a:r>
          </a:p>
        </p:txBody>
      </p:sp>
      <p:sp>
        <p:nvSpPr>
          <p:cNvPr id="6" name="Date Placeholder 5">
            <a:extLst>
              <a:ext uri="{FF2B5EF4-FFF2-40B4-BE49-F238E27FC236}">
                <a16:creationId xmlns:a16="http://schemas.microsoft.com/office/drawing/2014/main" id="{3E49E92F-3B20-E0F5-0ECB-4A8D6D53C695}"/>
              </a:ext>
            </a:extLst>
          </p:cNvPr>
          <p:cNvSpPr>
            <a:spLocks noGrp="1"/>
          </p:cNvSpPr>
          <p:nvPr>
            <p:ph type="dt" sz="half" idx="10"/>
          </p:nvPr>
        </p:nvSpPr>
        <p:spPr>
          <a:xfrm>
            <a:off x="994845" y="6437115"/>
            <a:ext cx="1275686" cy="123111"/>
          </a:xfrm>
        </p:spPr>
        <p:txBody>
          <a:bodyPr/>
          <a:lstStyle/>
          <a:p>
            <a:fld id="{E9E116D9-3FDE-4742-9935-FBF9755AABD0}" type="datetime3">
              <a:rPr lang="en-US" smtClean="0"/>
              <a:t>11 July 2026</a:t>
            </a:fld>
            <a:endParaRPr lang="en-US"/>
          </a:p>
        </p:txBody>
      </p:sp>
      <p:sp>
        <p:nvSpPr>
          <p:cNvPr id="4" name="Footer Placeholder 3">
            <a:extLst>
              <a:ext uri="{FF2B5EF4-FFF2-40B4-BE49-F238E27FC236}">
                <a16:creationId xmlns:a16="http://schemas.microsoft.com/office/drawing/2014/main" id="{23F8D429-BCF9-2EE7-2BDB-9391B959AA78}"/>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5" name="Slide Number Placeholder 4">
            <a:extLst>
              <a:ext uri="{FF2B5EF4-FFF2-40B4-BE49-F238E27FC236}">
                <a16:creationId xmlns:a16="http://schemas.microsoft.com/office/drawing/2014/main" id="{1D69E6BB-3DAD-BB0A-D9C3-CCB59D54DFA3}"/>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54</a:t>
            </a:fld>
            <a:endParaRPr lang="en-US"/>
          </a:p>
        </p:txBody>
      </p:sp>
    </p:spTree>
    <p:extLst>
      <p:ext uri="{BB962C8B-B14F-4D97-AF65-F5344CB8AC3E}">
        <p14:creationId xmlns:p14="http://schemas.microsoft.com/office/powerpoint/2010/main" val="25039681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85000"/>
          </a:schemeClr>
        </a:solidFill>
        <a:effectLst/>
      </p:bgPr>
    </p:bg>
    <p:spTree>
      <p:nvGrpSpPr>
        <p:cNvPr id="1" name="">
          <a:extLst>
            <a:ext uri="{FF2B5EF4-FFF2-40B4-BE49-F238E27FC236}">
              <a16:creationId xmlns:a16="http://schemas.microsoft.com/office/drawing/2014/main" id="{CAC66D0D-D0F1-D8F0-2821-06398F27E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B2A1D0-C803-5473-8D3C-48C196D89C0C}"/>
              </a:ext>
            </a:extLst>
          </p:cNvPr>
          <p:cNvSpPr txBox="1">
            <a:spLocks noGrp="1"/>
          </p:cNvSpPr>
          <p:nvPr>
            <p:ph type="title" idx="4294967295"/>
          </p:nvPr>
        </p:nvSpPr>
        <p:spPr>
          <a:xfrm>
            <a:off x="1095022" y="2407694"/>
            <a:ext cx="10001956" cy="2042610"/>
          </a:xfrm>
          <a:prstGeom prst="rect">
            <a:avLst/>
          </a:prstGeom>
          <a:noFill/>
          <a:ln>
            <a:noFill/>
            <a:prstDash/>
          </a:ln>
          <a:effectLst/>
        </p:spPr>
        <p:txBody>
          <a:bodyPr rot="0" spcFirstLastPara="0" vertOverflow="overflow" horzOverflow="overflow" vert="horz" wrap="square" lIns="0" tIns="36576"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90000"/>
              </a:lnSpc>
              <a:spcBef>
                <a:spcPts val="400"/>
              </a:spcBef>
              <a:spcAft>
                <a:spcPts val="400"/>
              </a:spcAft>
              <a:buClr>
                <a:srgbClr val="FFE600"/>
              </a:buClr>
              <a:buSzPct val="100000"/>
              <a:buFontTx/>
              <a:buNone/>
              <a:tabLst/>
              <a:defRPr/>
            </a:pPr>
            <a:r>
              <a:rPr kumimoji="0" lang="en-US" sz="6600" b="0" i="0" u="none" strike="noStrike" kern="1200" cap="none" spc="0" normalizeH="0" baseline="0" noProof="0" dirty="0">
                <a:ln>
                  <a:noFill/>
                </a:ln>
                <a:solidFill>
                  <a:schemeClr val="bg1"/>
                </a:solidFill>
                <a:effectLst/>
                <a:uLnTx/>
                <a:uFillTx/>
                <a:latin typeface="EYInterstate Light"/>
                <a:ea typeface="+mn-ea"/>
                <a:cs typeface="+mn-cs"/>
              </a:rPr>
              <a:t>Data visualization</a:t>
            </a:r>
          </a:p>
          <a:p>
            <a:pPr marL="0" marR="0" lvl="0" indent="0" algn="ctr" defTabSz="914400" rtl="0" eaLnBrk="1" fontAlgn="auto" latinLnBrk="0" hangingPunct="1">
              <a:lnSpc>
                <a:spcPct val="90000"/>
              </a:lnSpc>
              <a:spcBef>
                <a:spcPts val="400"/>
              </a:spcBef>
              <a:spcAft>
                <a:spcPts val="400"/>
              </a:spcAft>
              <a:buClr>
                <a:srgbClr val="FFE600"/>
              </a:buClr>
              <a:buSzPct val="100000"/>
              <a:buFontTx/>
              <a:buNone/>
              <a:tabLst/>
              <a:defRPr/>
            </a:pPr>
            <a:endParaRPr kumimoji="0" lang="en-US" sz="3200" b="0" i="0" u="none" strike="noStrike" kern="1200" cap="none" spc="0" normalizeH="0" baseline="0" noProof="0" dirty="0">
              <a:ln>
                <a:noFill/>
              </a:ln>
              <a:solidFill>
                <a:schemeClr val="bg1"/>
              </a:solidFill>
              <a:effectLst/>
              <a:uLnTx/>
              <a:uFillTx/>
              <a:latin typeface="EYInterstate Light"/>
              <a:ea typeface="+mn-ea"/>
              <a:cs typeface="+mn-cs"/>
            </a:endParaRPr>
          </a:p>
          <a:p>
            <a:pPr marL="0" marR="0" lvl="0" indent="0" algn="ctr" defTabSz="914400" rtl="0" eaLnBrk="1" fontAlgn="auto" latinLnBrk="0" hangingPunct="1">
              <a:lnSpc>
                <a:spcPct val="90000"/>
              </a:lnSpc>
              <a:spcBef>
                <a:spcPts val="400"/>
              </a:spcBef>
              <a:spcAft>
                <a:spcPts val="400"/>
              </a:spcAft>
              <a:buClr>
                <a:srgbClr val="FFE600"/>
              </a:buClr>
              <a:buSzPct val="100000"/>
              <a:buFontTx/>
              <a:buNone/>
              <a:tabLst/>
              <a:defRPr/>
            </a:pPr>
            <a:r>
              <a:rPr kumimoji="0" lang="en-US" sz="3200" b="0" i="0" u="none" strike="noStrike" kern="1200" cap="none" spc="0" normalizeH="0" baseline="0" noProof="0" dirty="0">
                <a:ln>
                  <a:noFill/>
                </a:ln>
                <a:solidFill>
                  <a:schemeClr val="bg1"/>
                </a:solidFill>
                <a:effectLst/>
                <a:uLnTx/>
                <a:uFillTx/>
                <a:latin typeface="EYInterstate Light"/>
                <a:ea typeface="+mn-ea"/>
                <a:cs typeface="+mn-cs"/>
              </a:rPr>
              <a:t>9 slide layouts to use</a:t>
            </a:r>
          </a:p>
        </p:txBody>
      </p:sp>
    </p:spTree>
    <p:extLst>
      <p:ext uri="{BB962C8B-B14F-4D97-AF65-F5344CB8AC3E}">
        <p14:creationId xmlns:p14="http://schemas.microsoft.com/office/powerpoint/2010/main" val="7560711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1B4E7DC-9B51-1365-1F93-449E07D1D15E}"/>
              </a:ext>
            </a:extLst>
          </p:cNvPr>
          <p:cNvSpPr>
            <a:spLocks noGrp="1"/>
          </p:cNvSpPr>
          <p:nvPr>
            <p:ph type="title"/>
          </p:nvPr>
        </p:nvSpPr>
        <p:spPr>
          <a:xfrm>
            <a:off x="485523" y="369888"/>
            <a:ext cx="11224347" cy="470898"/>
          </a:xfrm>
        </p:spPr>
        <p:txBody>
          <a:bodyPr/>
          <a:lstStyle/>
          <a:p>
            <a:r>
              <a:rPr lang="en-US" dirty="0"/>
              <a:t>Primary color diagram</a:t>
            </a:r>
          </a:p>
        </p:txBody>
      </p:sp>
      <p:sp>
        <p:nvSpPr>
          <p:cNvPr id="3" name="Date Placeholder 2">
            <a:extLst>
              <a:ext uri="{FF2B5EF4-FFF2-40B4-BE49-F238E27FC236}">
                <a16:creationId xmlns:a16="http://schemas.microsoft.com/office/drawing/2014/main" id="{03201BE1-0231-1D92-4864-D011581998DA}"/>
              </a:ext>
            </a:extLst>
          </p:cNvPr>
          <p:cNvSpPr>
            <a:spLocks noGrp="1"/>
          </p:cNvSpPr>
          <p:nvPr>
            <p:ph type="dt" sz="half" idx="10"/>
          </p:nvPr>
        </p:nvSpPr>
        <p:spPr>
          <a:xfrm>
            <a:off x="994845" y="6437115"/>
            <a:ext cx="1275686" cy="123111"/>
          </a:xfrm>
        </p:spPr>
        <p:txBody>
          <a:bodyPr/>
          <a:lstStyle/>
          <a:p>
            <a:fld id="{6F6E8CFB-1A92-4E2A-9244-28F9065CDBE3}" type="datetime3">
              <a:rPr lang="en-US" smtClean="0"/>
              <a:t>11 July 2026</a:t>
            </a:fld>
            <a:endParaRPr lang="en-US"/>
          </a:p>
        </p:txBody>
      </p:sp>
      <p:sp>
        <p:nvSpPr>
          <p:cNvPr id="4" name="Footer Placeholder 3">
            <a:extLst>
              <a:ext uri="{FF2B5EF4-FFF2-40B4-BE49-F238E27FC236}">
                <a16:creationId xmlns:a16="http://schemas.microsoft.com/office/drawing/2014/main" id="{C5BC75B9-E480-0CF3-0607-421EA95B4DEB}"/>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5" name="Slide Number Placeholder 4">
            <a:extLst>
              <a:ext uri="{FF2B5EF4-FFF2-40B4-BE49-F238E27FC236}">
                <a16:creationId xmlns:a16="http://schemas.microsoft.com/office/drawing/2014/main" id="{63FB3DC1-E384-CFF4-B06C-1A3D77078832}"/>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56</a:t>
            </a:fld>
            <a:endParaRPr lang="en-US"/>
          </a:p>
        </p:txBody>
      </p:sp>
      <p:sp>
        <p:nvSpPr>
          <p:cNvPr id="78" name="TextBox 77">
            <a:extLst>
              <a:ext uri="{FF2B5EF4-FFF2-40B4-BE49-F238E27FC236}">
                <a16:creationId xmlns:a16="http://schemas.microsoft.com/office/drawing/2014/main" id="{7BAC51CA-5906-0B15-3971-C70011E0F341}"/>
              </a:ext>
            </a:extLst>
          </p:cNvPr>
          <p:cNvSpPr txBox="1"/>
          <p:nvPr/>
        </p:nvSpPr>
        <p:spPr>
          <a:xfrm>
            <a:off x="-1966241" y="0"/>
            <a:ext cx="1828800" cy="1828800"/>
          </a:xfrm>
          <a:prstGeom prst="rect">
            <a:avLst/>
          </a:prstGeom>
          <a:solidFill>
            <a:srgbClr val="C4C4CD"/>
          </a:solidFill>
        </p:spPr>
        <p:txBody>
          <a:bodyPr wrap="square" lIns="108000" tIns="108000" rIns="108000" bIns="108000" rtlCol="0" anchor="t">
            <a:spAutoFit/>
          </a:bodyPr>
          <a:lstStyle/>
          <a:p>
            <a:pPr marL="252000" indent="-252000">
              <a:spcAft>
                <a:spcPts val="600"/>
              </a:spcAft>
              <a:buClr>
                <a:schemeClr val="tx2"/>
              </a:buClr>
              <a:buSzPct val="100000"/>
              <a:buFont typeface="Wingdings" pitchFamily="2" charset="2"/>
              <a:buChar char="§"/>
            </a:pPr>
            <a:r>
              <a:rPr lang="en-US" sz="1050" dirty="0">
                <a:solidFill>
                  <a:schemeClr val="bg2"/>
                </a:solidFill>
              </a:rPr>
              <a:t>Use EY Yellow to highlight, not to decorate.</a:t>
            </a:r>
          </a:p>
          <a:p>
            <a:pPr marL="252000" indent="-252000">
              <a:spcAft>
                <a:spcPts val="600"/>
              </a:spcAft>
              <a:buClr>
                <a:schemeClr val="tx2"/>
              </a:buClr>
              <a:buSzPct val="100000"/>
              <a:buFont typeface="Wingdings" pitchFamily="2" charset="2"/>
              <a:buChar char="§"/>
            </a:pPr>
            <a:r>
              <a:rPr lang="en-US" sz="1050" dirty="0">
                <a:solidFill>
                  <a:schemeClr val="bg2"/>
                </a:solidFill>
              </a:rPr>
              <a:t>Combine neutral greys with EY Yellow to create a balanced visual hierarchy, enabling highlighted elements to stand out. </a:t>
            </a:r>
          </a:p>
        </p:txBody>
      </p:sp>
      <p:sp>
        <p:nvSpPr>
          <p:cNvPr id="112" name="AutoShape 3">
            <a:extLst>
              <a:ext uri="{FF2B5EF4-FFF2-40B4-BE49-F238E27FC236}">
                <a16:creationId xmlns:a16="http://schemas.microsoft.com/office/drawing/2014/main" id="{BC2F0C7A-45BE-BF59-9A50-80E4462E0146}"/>
              </a:ext>
              <a:ext uri="{C183D7F6-B498-43B3-948B-1728B52AA6E4}">
                <adec:decorative xmlns:adec="http://schemas.microsoft.com/office/drawing/2017/decorative" val="1"/>
              </a:ext>
            </a:extLst>
          </p:cNvPr>
          <p:cNvSpPr>
            <a:spLocks noChangeArrowheads="1"/>
          </p:cNvSpPr>
          <p:nvPr/>
        </p:nvSpPr>
        <p:spPr bwMode="gray">
          <a:xfrm>
            <a:off x="4108671" y="1978286"/>
            <a:ext cx="3961811" cy="3285145"/>
          </a:xfrm>
          <a:prstGeom prst="hexagon">
            <a:avLst>
              <a:gd name="adj" fmla="val 30149"/>
              <a:gd name="vf" fmla="val 115470"/>
            </a:avLst>
          </a:prstGeom>
          <a:noFill/>
          <a:ln w="28575" cap="flat" cmpd="sng" algn="ctr">
            <a:solidFill>
              <a:srgbClr val="747480"/>
            </a:solidFill>
            <a:prstDash val="solid"/>
            <a:miter lim="800000"/>
            <a:headEnd type="none" w="med" len="med"/>
            <a:tailEnd type="none" w="med" len="med"/>
          </a:ln>
        </p:spPr>
        <p:txBody>
          <a:bodyPr wrap="none" lIns="90000" tIns="46038" rIns="90000" bIns="46038" anchor="ctr"/>
          <a:lstStyle>
            <a:lvl1pPr eaLnBrk="0" hangingPunct="0">
              <a:defRPr sz="900">
                <a:solidFill>
                  <a:schemeClr val="tx1"/>
                </a:solidFill>
                <a:latin typeface="EYInterstate Light" panose="02000506000000020004" pitchFamily="2" charset="0"/>
              </a:defRPr>
            </a:lvl1pPr>
            <a:lvl2pPr marL="742950" indent="-285750" eaLnBrk="0" hangingPunct="0">
              <a:defRPr sz="900">
                <a:solidFill>
                  <a:schemeClr val="tx1"/>
                </a:solidFill>
                <a:latin typeface="EYInterstate Light" panose="02000506000000020004" pitchFamily="2" charset="0"/>
              </a:defRPr>
            </a:lvl2pPr>
            <a:lvl3pPr marL="1143000" indent="-228600" eaLnBrk="0" hangingPunct="0">
              <a:defRPr sz="900">
                <a:solidFill>
                  <a:schemeClr val="tx1"/>
                </a:solidFill>
                <a:latin typeface="EYInterstate Light" panose="02000506000000020004" pitchFamily="2" charset="0"/>
              </a:defRPr>
            </a:lvl3pPr>
            <a:lvl4pPr marL="1600200" indent="-228600" eaLnBrk="0" hangingPunct="0">
              <a:defRPr sz="900">
                <a:solidFill>
                  <a:schemeClr val="tx1"/>
                </a:solidFill>
                <a:latin typeface="EYInterstate Light" panose="02000506000000020004" pitchFamily="2" charset="0"/>
              </a:defRPr>
            </a:lvl4pPr>
            <a:lvl5pPr marL="2057400" indent="-228600" eaLnBrk="0" hangingPunct="0">
              <a:defRPr sz="900">
                <a:solidFill>
                  <a:schemeClr val="tx1"/>
                </a:solidFill>
                <a:latin typeface="EYInterstate Light" panose="02000506000000020004" pitchFamily="2" charset="0"/>
              </a:defRPr>
            </a:lvl5pPr>
            <a:lvl6pPr marL="2514600" indent="-228600"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6pPr>
            <a:lvl7pPr marL="2971800" indent="-228600"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7pPr>
            <a:lvl8pPr marL="3429000" indent="-228600"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8pPr>
            <a:lvl9pPr marL="3886200" indent="-228600"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9pPr>
          </a:lstStyle>
          <a:p>
            <a:pPr marL="0" marR="0" lvl="0" indent="0" algn="l" defTabSz="914400" rtl="0" eaLnBrk="1" fontAlgn="base" latinLnBrk="0" hangingPunct="1">
              <a:lnSpc>
                <a:spcPct val="100000"/>
              </a:lnSpc>
              <a:spcBef>
                <a:spcPct val="0"/>
              </a:spcBef>
              <a:spcAft>
                <a:spcPct val="50000"/>
              </a:spcAft>
              <a:buClr>
                <a:srgbClr val="FFE600"/>
              </a:buClr>
              <a:buSzPct val="80000"/>
              <a:buFont typeface="Arial" panose="020B0604020202020204" pitchFamily="34" charset="0"/>
              <a:buNone/>
              <a:tabLst/>
              <a:defRPr/>
            </a:pPr>
            <a:endParaRPr kumimoji="0" lang="en-US" altLang="en-US" sz="1400" b="0" i="0" u="none" strike="noStrike" kern="0" cap="none" spc="0" normalizeH="0" baseline="0" noProof="0" dirty="0">
              <a:ln>
                <a:noFill/>
              </a:ln>
              <a:solidFill>
                <a:srgbClr val="000000"/>
              </a:solidFill>
              <a:effectLst/>
              <a:uLnTx/>
              <a:uFillTx/>
              <a:latin typeface="EYInterstate Light" panose="02000506000000020004" pitchFamily="2" charset="0"/>
              <a:ea typeface="+mn-ea"/>
              <a:cs typeface="+mn-cs"/>
            </a:endParaRPr>
          </a:p>
        </p:txBody>
      </p:sp>
      <p:sp>
        <p:nvSpPr>
          <p:cNvPr id="113" name="Line 4">
            <a:extLst>
              <a:ext uri="{FF2B5EF4-FFF2-40B4-BE49-F238E27FC236}">
                <a16:creationId xmlns:a16="http://schemas.microsoft.com/office/drawing/2014/main" id="{C4477D7D-5C8D-EEC2-3A02-700060221294}"/>
              </a:ext>
              <a:ext uri="{C183D7F6-B498-43B3-948B-1728B52AA6E4}">
                <adec:decorative xmlns:adec="http://schemas.microsoft.com/office/drawing/2017/decorative" val="1"/>
              </a:ext>
            </a:extLst>
          </p:cNvPr>
          <p:cNvSpPr>
            <a:spLocks noChangeShapeType="1"/>
          </p:cNvSpPr>
          <p:nvPr/>
        </p:nvSpPr>
        <p:spPr bwMode="gray">
          <a:xfrm flipH="1">
            <a:off x="5108060" y="1978596"/>
            <a:ext cx="1982231" cy="3285145"/>
          </a:xfrm>
          <a:prstGeom prst="line">
            <a:avLst/>
          </a:prstGeom>
          <a:noFill/>
          <a:ln w="12700" cap="flat" cmpd="sng" algn="ctr">
            <a:solidFill>
              <a:srgbClr val="747480"/>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lIns="90000" tIns="46038" rIns="90000" bIns="46038" anchor="ctr"/>
          <a:lstStyle/>
          <a:p>
            <a:pPr marL="0" marR="0" lvl="0" indent="0" algn="l" defTabSz="914400" rtl="0" eaLnBrk="1" fontAlgn="base" latinLnBrk="0" hangingPunct="1">
              <a:lnSpc>
                <a:spcPct val="100000"/>
              </a:lnSpc>
              <a:spcBef>
                <a:spcPct val="0"/>
              </a:spcBef>
              <a:spcAft>
                <a:spcPct val="50000"/>
              </a:spcAft>
              <a:buClr>
                <a:srgbClr val="FFE600"/>
              </a:buClr>
              <a:buSzPct val="80000"/>
              <a:buFont typeface="Arial" panose="020B0604020202020204" pitchFamily="34" charset="0"/>
              <a:buNone/>
              <a:tabLst/>
              <a:defRPr/>
            </a:pPr>
            <a:endParaRPr kumimoji="0" lang="en-US" sz="1400" b="0" i="0" u="none" strike="noStrike" kern="0" cap="none" spc="0" normalizeH="0" baseline="0" noProof="0">
              <a:ln>
                <a:noFill/>
              </a:ln>
              <a:solidFill>
                <a:srgbClr val="000000"/>
              </a:solidFill>
              <a:effectLst/>
              <a:uLnTx/>
              <a:uFillTx/>
              <a:latin typeface="EYInterstate Light" panose="02000506000000020004" pitchFamily="2" charset="0"/>
              <a:ea typeface="+mn-ea"/>
              <a:cs typeface="+mn-cs"/>
            </a:endParaRPr>
          </a:p>
        </p:txBody>
      </p:sp>
      <p:sp>
        <p:nvSpPr>
          <p:cNvPr id="114" name="Line 5">
            <a:extLst>
              <a:ext uri="{FF2B5EF4-FFF2-40B4-BE49-F238E27FC236}">
                <a16:creationId xmlns:a16="http://schemas.microsoft.com/office/drawing/2014/main" id="{8EB86AF3-A202-16E3-5B46-108337BC7A04}"/>
              </a:ext>
              <a:ext uri="{C183D7F6-B498-43B3-948B-1728B52AA6E4}">
                <adec:decorative xmlns:adec="http://schemas.microsoft.com/office/drawing/2017/decorative" val="1"/>
              </a:ext>
            </a:extLst>
          </p:cNvPr>
          <p:cNvSpPr>
            <a:spLocks noChangeShapeType="1"/>
          </p:cNvSpPr>
          <p:nvPr/>
        </p:nvSpPr>
        <p:spPr bwMode="gray">
          <a:xfrm>
            <a:off x="5108060" y="1978596"/>
            <a:ext cx="1982231" cy="3285145"/>
          </a:xfrm>
          <a:prstGeom prst="line">
            <a:avLst/>
          </a:prstGeom>
          <a:noFill/>
          <a:ln w="12700" cap="flat" cmpd="sng" algn="ctr">
            <a:solidFill>
              <a:srgbClr val="747480"/>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lIns="90000" tIns="46038" rIns="90000" bIns="46038" anchor="ctr"/>
          <a:lstStyle/>
          <a:p>
            <a:pPr marL="0" marR="0" lvl="0" indent="0" algn="l" defTabSz="914400" rtl="0" eaLnBrk="1" fontAlgn="base" latinLnBrk="0" hangingPunct="1">
              <a:lnSpc>
                <a:spcPct val="100000"/>
              </a:lnSpc>
              <a:spcBef>
                <a:spcPct val="0"/>
              </a:spcBef>
              <a:spcAft>
                <a:spcPct val="50000"/>
              </a:spcAft>
              <a:buClr>
                <a:srgbClr val="FFE600"/>
              </a:buClr>
              <a:buSzPct val="80000"/>
              <a:buFont typeface="Arial" panose="020B0604020202020204" pitchFamily="34" charset="0"/>
              <a:buNone/>
              <a:tabLst/>
              <a:defRPr/>
            </a:pPr>
            <a:endParaRPr kumimoji="0" lang="en-US" sz="1400" b="0" i="0" u="none" strike="noStrike" kern="0" cap="none" spc="0" normalizeH="0" baseline="0" noProof="0">
              <a:ln>
                <a:noFill/>
              </a:ln>
              <a:solidFill>
                <a:srgbClr val="000000"/>
              </a:solidFill>
              <a:effectLst/>
              <a:uLnTx/>
              <a:uFillTx/>
              <a:latin typeface="EYInterstate Light" panose="02000506000000020004" pitchFamily="2" charset="0"/>
              <a:ea typeface="+mn-ea"/>
              <a:cs typeface="+mn-cs"/>
            </a:endParaRPr>
          </a:p>
        </p:txBody>
      </p:sp>
      <p:sp>
        <p:nvSpPr>
          <p:cNvPr id="115" name="Line 6">
            <a:extLst>
              <a:ext uri="{FF2B5EF4-FFF2-40B4-BE49-F238E27FC236}">
                <a16:creationId xmlns:a16="http://schemas.microsoft.com/office/drawing/2014/main" id="{41C4897D-7D35-30F7-39AE-DF340BDF5780}"/>
              </a:ext>
              <a:ext uri="{C183D7F6-B498-43B3-948B-1728B52AA6E4}">
                <adec:decorative xmlns:adec="http://schemas.microsoft.com/office/drawing/2017/decorative" val="1"/>
              </a:ext>
            </a:extLst>
          </p:cNvPr>
          <p:cNvSpPr>
            <a:spLocks noChangeShapeType="1"/>
          </p:cNvSpPr>
          <p:nvPr/>
        </p:nvSpPr>
        <p:spPr bwMode="gray">
          <a:xfrm>
            <a:off x="4118270" y="3621169"/>
            <a:ext cx="3961811" cy="0"/>
          </a:xfrm>
          <a:prstGeom prst="line">
            <a:avLst/>
          </a:prstGeom>
          <a:noFill/>
          <a:ln w="12700" cap="flat" cmpd="sng" algn="ctr">
            <a:solidFill>
              <a:srgbClr val="747480"/>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lIns="90000" tIns="46038" rIns="90000" bIns="46038" anchor="ctr"/>
          <a:lstStyle/>
          <a:p>
            <a:pPr marL="0" marR="0" lvl="0" indent="0" algn="l" defTabSz="914400" rtl="0" eaLnBrk="1" fontAlgn="base" latinLnBrk="0" hangingPunct="1">
              <a:lnSpc>
                <a:spcPct val="100000"/>
              </a:lnSpc>
              <a:spcBef>
                <a:spcPct val="0"/>
              </a:spcBef>
              <a:spcAft>
                <a:spcPct val="50000"/>
              </a:spcAft>
              <a:buClr>
                <a:srgbClr val="FFE600"/>
              </a:buClr>
              <a:buSzPct val="80000"/>
              <a:buFont typeface="Arial" panose="020B0604020202020204" pitchFamily="34" charset="0"/>
              <a:buNone/>
              <a:tabLst/>
              <a:defRPr/>
            </a:pPr>
            <a:endParaRPr kumimoji="0" lang="en-US" sz="1400" b="0" i="0" u="none" strike="noStrike" kern="0" cap="none" spc="0" normalizeH="0" baseline="0" noProof="0">
              <a:ln>
                <a:noFill/>
              </a:ln>
              <a:solidFill>
                <a:srgbClr val="000000"/>
              </a:solidFill>
              <a:effectLst/>
              <a:uLnTx/>
              <a:uFillTx/>
              <a:latin typeface="EYInterstate Light" panose="02000506000000020004" pitchFamily="2" charset="0"/>
              <a:ea typeface="+mn-ea"/>
              <a:cs typeface="+mn-cs"/>
            </a:endParaRPr>
          </a:p>
        </p:txBody>
      </p:sp>
      <p:sp>
        <p:nvSpPr>
          <p:cNvPr id="116" name="Oval 115">
            <a:extLst>
              <a:ext uri="{FF2B5EF4-FFF2-40B4-BE49-F238E27FC236}">
                <a16:creationId xmlns:a16="http://schemas.microsoft.com/office/drawing/2014/main" id="{65C2F424-AD6A-194B-6EB7-08F86123D8C0}"/>
              </a:ext>
            </a:extLst>
          </p:cNvPr>
          <p:cNvSpPr>
            <a:spLocks noChangeArrowheads="1"/>
          </p:cNvSpPr>
          <p:nvPr/>
        </p:nvSpPr>
        <p:spPr bwMode="gray">
          <a:xfrm>
            <a:off x="4413338" y="1381539"/>
            <a:ext cx="1198800" cy="1198800"/>
          </a:xfrm>
          <a:prstGeom prst="ellipse">
            <a:avLst/>
          </a:prstGeom>
          <a:solidFill>
            <a:srgbClr val="747480"/>
          </a:solidFill>
          <a:ln w="19050" cap="flat" cmpd="sng" algn="ctr">
            <a:noFill/>
            <a:prstDash val="solid"/>
            <a:round/>
            <a:headEnd type="none" w="med" len="med"/>
            <a:tailEnd type="none" w="med" len="med"/>
          </a:ln>
        </p:spPr>
        <p:txBody>
          <a:bodyPr wrap="none" lIns="36000" tIns="36000" rIns="36000" bIns="36000" anchor="ctr"/>
          <a:lstStyle>
            <a:lvl1pPr defTabSz="1042988" eaLnBrk="0" hangingPunct="0">
              <a:defRPr sz="900">
                <a:solidFill>
                  <a:schemeClr val="tx1"/>
                </a:solidFill>
                <a:latin typeface="EYInterstate Light" panose="02000506000000020004" pitchFamily="2" charset="0"/>
              </a:defRPr>
            </a:lvl1pPr>
            <a:lvl2pPr marL="742950" indent="-285750" defTabSz="1042988" eaLnBrk="0" hangingPunct="0">
              <a:defRPr sz="900">
                <a:solidFill>
                  <a:schemeClr val="tx1"/>
                </a:solidFill>
                <a:latin typeface="EYInterstate Light" panose="02000506000000020004" pitchFamily="2" charset="0"/>
              </a:defRPr>
            </a:lvl2pPr>
            <a:lvl3pPr marL="1143000" indent="-228600" defTabSz="1042988" eaLnBrk="0" hangingPunct="0">
              <a:defRPr sz="900">
                <a:solidFill>
                  <a:schemeClr val="tx1"/>
                </a:solidFill>
                <a:latin typeface="EYInterstate Light" panose="02000506000000020004" pitchFamily="2" charset="0"/>
              </a:defRPr>
            </a:lvl3pPr>
            <a:lvl4pPr marL="1600200" indent="-228600" defTabSz="1042988" eaLnBrk="0" hangingPunct="0">
              <a:defRPr sz="900">
                <a:solidFill>
                  <a:schemeClr val="tx1"/>
                </a:solidFill>
                <a:latin typeface="EYInterstate Light" panose="02000506000000020004" pitchFamily="2" charset="0"/>
              </a:defRPr>
            </a:lvl4pPr>
            <a:lvl5pPr marL="2057400" indent="-228600" defTabSz="1042988" eaLnBrk="0" hangingPunct="0">
              <a:defRPr sz="900">
                <a:solidFill>
                  <a:schemeClr val="tx1"/>
                </a:solidFill>
                <a:latin typeface="EYInterstate Light" panose="02000506000000020004" pitchFamily="2" charset="0"/>
              </a:defRPr>
            </a:lvl5pPr>
            <a:lvl6pPr marL="25146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6pPr>
            <a:lvl7pPr marL="29718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7pPr>
            <a:lvl8pPr marL="34290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8pPr>
            <a:lvl9pPr marL="38862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9pPr>
          </a:lstStyle>
          <a:p>
            <a:pPr marL="0" marR="0" lvl="0" indent="0" algn="ctr" defTabSz="1042988" rtl="0" eaLnBrk="0" fontAlgn="base" latinLnBrk="0" hangingPunct="0">
              <a:lnSpc>
                <a:spcPct val="100000"/>
              </a:lnSpc>
              <a:spcBef>
                <a:spcPct val="0"/>
              </a:spcBef>
              <a:spcAft>
                <a:spcPct val="0"/>
              </a:spcAft>
              <a:buClr>
                <a:srgbClr val="00A28A"/>
              </a:buClr>
              <a:buSzTx/>
              <a:buFont typeface="Times" panose="02020603050405020304" pitchFamily="18" charset="0"/>
              <a:buNone/>
              <a:tabLst/>
              <a:defRPr/>
            </a:pPr>
            <a:r>
              <a:rPr kumimoji="0" lang="en-US" altLang="en-US" sz="1400" b="0" i="0" u="none" strike="noStrike" kern="0" cap="none" spc="0" normalizeH="0" baseline="0" noProof="0">
                <a:ln>
                  <a:noFill/>
                </a:ln>
                <a:solidFill>
                  <a:srgbClr val="FFFFFF"/>
                </a:solidFill>
                <a:effectLst/>
                <a:uLnTx/>
                <a:uFillTx/>
                <a:latin typeface="EYInterstate Light" panose="02000506000000020004" pitchFamily="2" charset="0"/>
                <a:ea typeface="+mn-ea"/>
                <a:cs typeface="+mn-cs"/>
              </a:rPr>
              <a:t>Text</a:t>
            </a:r>
            <a:endParaRPr kumimoji="0" lang="en-US" altLang="en-US" sz="1400" b="0" i="0" u="none" strike="noStrike" kern="0" cap="none" spc="0" normalizeH="0" baseline="0" noProof="0" dirty="0">
              <a:ln>
                <a:noFill/>
              </a:ln>
              <a:solidFill>
                <a:srgbClr val="FFFFFF"/>
              </a:solidFill>
              <a:effectLst/>
              <a:uLnTx/>
              <a:uFillTx/>
              <a:latin typeface="EYInterstate Light" panose="02000506000000020004" pitchFamily="2" charset="0"/>
              <a:ea typeface="+mn-ea"/>
              <a:cs typeface="+mn-cs"/>
            </a:endParaRPr>
          </a:p>
        </p:txBody>
      </p:sp>
      <p:sp>
        <p:nvSpPr>
          <p:cNvPr id="117" name="Oval 116">
            <a:extLst>
              <a:ext uri="{FF2B5EF4-FFF2-40B4-BE49-F238E27FC236}">
                <a16:creationId xmlns:a16="http://schemas.microsoft.com/office/drawing/2014/main" id="{24C4D661-121F-9C17-526B-DE79184943DA}"/>
              </a:ext>
            </a:extLst>
          </p:cNvPr>
          <p:cNvSpPr>
            <a:spLocks noChangeArrowheads="1"/>
          </p:cNvSpPr>
          <p:nvPr/>
        </p:nvSpPr>
        <p:spPr bwMode="gray">
          <a:xfrm>
            <a:off x="6567015" y="1381539"/>
            <a:ext cx="1198800" cy="1198800"/>
          </a:xfrm>
          <a:prstGeom prst="ellipse">
            <a:avLst/>
          </a:prstGeom>
          <a:solidFill>
            <a:srgbClr val="747480"/>
          </a:solidFill>
          <a:ln w="19050" cap="flat" cmpd="sng" algn="ctr">
            <a:noFill/>
            <a:prstDash val="solid"/>
            <a:round/>
            <a:headEnd type="none" w="med" len="med"/>
            <a:tailEnd type="none" w="med" len="med"/>
          </a:ln>
        </p:spPr>
        <p:txBody>
          <a:bodyPr wrap="none" lIns="36000" tIns="36000" rIns="36000" bIns="36000" anchor="ctr"/>
          <a:lstStyle>
            <a:lvl1pPr defTabSz="1042988" eaLnBrk="0" hangingPunct="0">
              <a:defRPr sz="900">
                <a:solidFill>
                  <a:schemeClr val="tx1"/>
                </a:solidFill>
                <a:latin typeface="EYInterstate Light" panose="02000506000000020004" pitchFamily="2" charset="0"/>
              </a:defRPr>
            </a:lvl1pPr>
            <a:lvl2pPr marL="742950" indent="-285750" defTabSz="1042988" eaLnBrk="0" hangingPunct="0">
              <a:defRPr sz="900">
                <a:solidFill>
                  <a:schemeClr val="tx1"/>
                </a:solidFill>
                <a:latin typeface="EYInterstate Light" panose="02000506000000020004" pitchFamily="2" charset="0"/>
              </a:defRPr>
            </a:lvl2pPr>
            <a:lvl3pPr marL="1143000" indent="-228600" defTabSz="1042988" eaLnBrk="0" hangingPunct="0">
              <a:defRPr sz="900">
                <a:solidFill>
                  <a:schemeClr val="tx1"/>
                </a:solidFill>
                <a:latin typeface="EYInterstate Light" panose="02000506000000020004" pitchFamily="2" charset="0"/>
              </a:defRPr>
            </a:lvl3pPr>
            <a:lvl4pPr marL="1600200" indent="-228600" defTabSz="1042988" eaLnBrk="0" hangingPunct="0">
              <a:defRPr sz="900">
                <a:solidFill>
                  <a:schemeClr val="tx1"/>
                </a:solidFill>
                <a:latin typeface="EYInterstate Light" panose="02000506000000020004" pitchFamily="2" charset="0"/>
              </a:defRPr>
            </a:lvl4pPr>
            <a:lvl5pPr marL="2057400" indent="-228600" defTabSz="1042988" eaLnBrk="0" hangingPunct="0">
              <a:defRPr sz="900">
                <a:solidFill>
                  <a:schemeClr val="tx1"/>
                </a:solidFill>
                <a:latin typeface="EYInterstate Light" panose="02000506000000020004" pitchFamily="2" charset="0"/>
              </a:defRPr>
            </a:lvl5pPr>
            <a:lvl6pPr marL="25146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6pPr>
            <a:lvl7pPr marL="29718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7pPr>
            <a:lvl8pPr marL="34290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8pPr>
            <a:lvl9pPr marL="38862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9pPr>
          </a:lstStyle>
          <a:p>
            <a:pPr marL="0" marR="0" lvl="0" indent="0" algn="ctr" defTabSz="1042988" rtl="0" eaLnBrk="0" fontAlgn="base" latinLnBrk="0" hangingPunct="0">
              <a:lnSpc>
                <a:spcPct val="100000"/>
              </a:lnSpc>
              <a:spcBef>
                <a:spcPct val="0"/>
              </a:spcBef>
              <a:spcAft>
                <a:spcPct val="0"/>
              </a:spcAft>
              <a:buClr>
                <a:srgbClr val="00A28A"/>
              </a:buClr>
              <a:buSzTx/>
              <a:buFont typeface="Times" panose="02020603050405020304" pitchFamily="18" charset="0"/>
              <a:buNone/>
              <a:tabLst/>
              <a:defRPr/>
            </a:pPr>
            <a:r>
              <a:rPr kumimoji="0" lang="en-US" altLang="en-US" sz="1400" b="0" i="0" u="none" strike="noStrike" kern="0" cap="none" spc="0" normalizeH="0" baseline="0" noProof="0">
                <a:ln>
                  <a:noFill/>
                </a:ln>
                <a:solidFill>
                  <a:srgbClr val="FFFFFF"/>
                </a:solidFill>
                <a:effectLst/>
                <a:uLnTx/>
                <a:uFillTx/>
                <a:latin typeface="EYInterstate Light" panose="02000506000000020004" pitchFamily="2" charset="0"/>
                <a:ea typeface="+mn-ea"/>
                <a:cs typeface="+mn-cs"/>
              </a:rPr>
              <a:t>Text</a:t>
            </a:r>
            <a:endParaRPr kumimoji="0" lang="en-US" altLang="en-US" sz="1400" b="0" i="0" u="none" strike="noStrike" kern="0" cap="none" spc="0" normalizeH="0" baseline="0" noProof="0" dirty="0">
              <a:ln>
                <a:noFill/>
              </a:ln>
              <a:solidFill>
                <a:srgbClr val="FFFFFF"/>
              </a:solidFill>
              <a:effectLst/>
              <a:uLnTx/>
              <a:uFillTx/>
              <a:latin typeface="EYInterstate Light" panose="02000506000000020004" pitchFamily="2" charset="0"/>
              <a:ea typeface="+mn-ea"/>
              <a:cs typeface="+mn-cs"/>
            </a:endParaRPr>
          </a:p>
        </p:txBody>
      </p:sp>
      <p:sp>
        <p:nvSpPr>
          <p:cNvPr id="118" name="Oval 117">
            <a:extLst>
              <a:ext uri="{FF2B5EF4-FFF2-40B4-BE49-F238E27FC236}">
                <a16:creationId xmlns:a16="http://schemas.microsoft.com/office/drawing/2014/main" id="{C5D686F3-A3F0-82E6-FB33-185886B0892D}"/>
              </a:ext>
            </a:extLst>
          </p:cNvPr>
          <p:cNvSpPr>
            <a:spLocks noChangeArrowheads="1"/>
          </p:cNvSpPr>
          <p:nvPr/>
        </p:nvSpPr>
        <p:spPr bwMode="gray">
          <a:xfrm>
            <a:off x="4413338" y="4664029"/>
            <a:ext cx="1198800" cy="1198800"/>
          </a:xfrm>
          <a:prstGeom prst="ellipse">
            <a:avLst/>
          </a:prstGeom>
          <a:solidFill>
            <a:srgbClr val="747480"/>
          </a:solidFill>
          <a:ln w="19050" cap="flat" cmpd="sng" algn="ctr">
            <a:noFill/>
            <a:prstDash val="solid"/>
            <a:round/>
            <a:headEnd type="none" w="med" len="med"/>
            <a:tailEnd type="none" w="med" len="med"/>
          </a:ln>
        </p:spPr>
        <p:txBody>
          <a:bodyPr wrap="none" lIns="36000" tIns="36000" rIns="36000" bIns="36000" anchor="ctr"/>
          <a:lstStyle>
            <a:lvl1pPr defTabSz="1042988" eaLnBrk="0" hangingPunct="0">
              <a:defRPr sz="900">
                <a:solidFill>
                  <a:schemeClr val="tx1"/>
                </a:solidFill>
                <a:latin typeface="EYInterstate Light" panose="02000506000000020004" pitchFamily="2" charset="0"/>
              </a:defRPr>
            </a:lvl1pPr>
            <a:lvl2pPr marL="742950" indent="-285750" defTabSz="1042988" eaLnBrk="0" hangingPunct="0">
              <a:defRPr sz="900">
                <a:solidFill>
                  <a:schemeClr val="tx1"/>
                </a:solidFill>
                <a:latin typeface="EYInterstate Light" panose="02000506000000020004" pitchFamily="2" charset="0"/>
              </a:defRPr>
            </a:lvl2pPr>
            <a:lvl3pPr marL="1143000" indent="-228600" defTabSz="1042988" eaLnBrk="0" hangingPunct="0">
              <a:defRPr sz="900">
                <a:solidFill>
                  <a:schemeClr val="tx1"/>
                </a:solidFill>
                <a:latin typeface="EYInterstate Light" panose="02000506000000020004" pitchFamily="2" charset="0"/>
              </a:defRPr>
            </a:lvl3pPr>
            <a:lvl4pPr marL="1600200" indent="-228600" defTabSz="1042988" eaLnBrk="0" hangingPunct="0">
              <a:defRPr sz="900">
                <a:solidFill>
                  <a:schemeClr val="tx1"/>
                </a:solidFill>
                <a:latin typeface="EYInterstate Light" panose="02000506000000020004" pitchFamily="2" charset="0"/>
              </a:defRPr>
            </a:lvl4pPr>
            <a:lvl5pPr marL="2057400" indent="-228600" defTabSz="1042988" eaLnBrk="0" hangingPunct="0">
              <a:defRPr sz="900">
                <a:solidFill>
                  <a:schemeClr val="tx1"/>
                </a:solidFill>
                <a:latin typeface="EYInterstate Light" panose="02000506000000020004" pitchFamily="2" charset="0"/>
              </a:defRPr>
            </a:lvl5pPr>
            <a:lvl6pPr marL="25146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6pPr>
            <a:lvl7pPr marL="29718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7pPr>
            <a:lvl8pPr marL="34290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8pPr>
            <a:lvl9pPr marL="38862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9pPr>
          </a:lstStyle>
          <a:p>
            <a:pPr marL="0" marR="0" lvl="0" indent="0" algn="ctr" defTabSz="1042988" rtl="0" eaLnBrk="0" fontAlgn="base" latinLnBrk="0" hangingPunct="0">
              <a:lnSpc>
                <a:spcPct val="100000"/>
              </a:lnSpc>
              <a:spcBef>
                <a:spcPct val="0"/>
              </a:spcBef>
              <a:spcAft>
                <a:spcPct val="0"/>
              </a:spcAft>
              <a:buClr>
                <a:srgbClr val="00A28A"/>
              </a:buClr>
              <a:buSzTx/>
              <a:buFont typeface="Times" panose="02020603050405020304" pitchFamily="18" charset="0"/>
              <a:buNone/>
              <a:tabLst/>
              <a:defRPr/>
            </a:pPr>
            <a:r>
              <a:rPr kumimoji="0" lang="en-US" altLang="en-US" sz="1400" b="0" i="0" u="none" strike="noStrike" kern="0" cap="none" spc="0" normalizeH="0" baseline="0" noProof="0">
                <a:ln>
                  <a:noFill/>
                </a:ln>
                <a:solidFill>
                  <a:srgbClr val="FFFFFF"/>
                </a:solidFill>
                <a:effectLst/>
                <a:uLnTx/>
                <a:uFillTx/>
                <a:latin typeface="EYInterstate Light" panose="02000506000000020004" pitchFamily="2" charset="0"/>
                <a:ea typeface="+mn-ea"/>
                <a:cs typeface="+mn-cs"/>
              </a:rPr>
              <a:t>Text</a:t>
            </a:r>
            <a:endParaRPr kumimoji="0" lang="en-US" altLang="en-US" sz="1400" b="0" i="0" u="none" strike="noStrike" kern="0" cap="none" spc="0" normalizeH="0" baseline="0" noProof="0" dirty="0">
              <a:ln>
                <a:noFill/>
              </a:ln>
              <a:solidFill>
                <a:srgbClr val="FFFFFF"/>
              </a:solidFill>
              <a:effectLst/>
              <a:uLnTx/>
              <a:uFillTx/>
              <a:latin typeface="EYInterstate Light" panose="02000506000000020004" pitchFamily="2" charset="0"/>
              <a:ea typeface="+mn-ea"/>
              <a:cs typeface="+mn-cs"/>
            </a:endParaRPr>
          </a:p>
        </p:txBody>
      </p:sp>
      <p:sp>
        <p:nvSpPr>
          <p:cNvPr id="119" name="Oval 118">
            <a:extLst>
              <a:ext uri="{FF2B5EF4-FFF2-40B4-BE49-F238E27FC236}">
                <a16:creationId xmlns:a16="http://schemas.microsoft.com/office/drawing/2014/main" id="{09BF0A7F-EA96-08B4-2240-12D015F52543}"/>
              </a:ext>
            </a:extLst>
          </p:cNvPr>
          <p:cNvSpPr>
            <a:spLocks noChangeArrowheads="1"/>
          </p:cNvSpPr>
          <p:nvPr/>
        </p:nvSpPr>
        <p:spPr bwMode="gray">
          <a:xfrm>
            <a:off x="6567015" y="4664029"/>
            <a:ext cx="1198800" cy="1198800"/>
          </a:xfrm>
          <a:prstGeom prst="ellipse">
            <a:avLst/>
          </a:prstGeom>
          <a:solidFill>
            <a:srgbClr val="747480"/>
          </a:solidFill>
          <a:ln w="19050" cap="flat" cmpd="sng" algn="ctr">
            <a:noFill/>
            <a:prstDash val="solid"/>
            <a:round/>
            <a:headEnd type="none" w="med" len="med"/>
            <a:tailEnd type="none" w="med" len="med"/>
          </a:ln>
        </p:spPr>
        <p:txBody>
          <a:bodyPr wrap="none" lIns="36000" tIns="36000" rIns="36000" bIns="36000" anchor="ctr"/>
          <a:lstStyle>
            <a:lvl1pPr defTabSz="1042988" eaLnBrk="0" hangingPunct="0">
              <a:defRPr sz="900">
                <a:solidFill>
                  <a:schemeClr val="tx1"/>
                </a:solidFill>
                <a:latin typeface="EYInterstate Light" panose="02000506000000020004" pitchFamily="2" charset="0"/>
              </a:defRPr>
            </a:lvl1pPr>
            <a:lvl2pPr marL="742950" indent="-285750" defTabSz="1042988" eaLnBrk="0" hangingPunct="0">
              <a:defRPr sz="900">
                <a:solidFill>
                  <a:schemeClr val="tx1"/>
                </a:solidFill>
                <a:latin typeface="EYInterstate Light" panose="02000506000000020004" pitchFamily="2" charset="0"/>
              </a:defRPr>
            </a:lvl2pPr>
            <a:lvl3pPr marL="1143000" indent="-228600" defTabSz="1042988" eaLnBrk="0" hangingPunct="0">
              <a:defRPr sz="900">
                <a:solidFill>
                  <a:schemeClr val="tx1"/>
                </a:solidFill>
                <a:latin typeface="EYInterstate Light" panose="02000506000000020004" pitchFamily="2" charset="0"/>
              </a:defRPr>
            </a:lvl3pPr>
            <a:lvl4pPr marL="1600200" indent="-228600" defTabSz="1042988" eaLnBrk="0" hangingPunct="0">
              <a:defRPr sz="900">
                <a:solidFill>
                  <a:schemeClr val="tx1"/>
                </a:solidFill>
                <a:latin typeface="EYInterstate Light" panose="02000506000000020004" pitchFamily="2" charset="0"/>
              </a:defRPr>
            </a:lvl4pPr>
            <a:lvl5pPr marL="2057400" indent="-228600" defTabSz="1042988" eaLnBrk="0" hangingPunct="0">
              <a:defRPr sz="900">
                <a:solidFill>
                  <a:schemeClr val="tx1"/>
                </a:solidFill>
                <a:latin typeface="EYInterstate Light" panose="02000506000000020004" pitchFamily="2" charset="0"/>
              </a:defRPr>
            </a:lvl5pPr>
            <a:lvl6pPr marL="25146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6pPr>
            <a:lvl7pPr marL="29718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7pPr>
            <a:lvl8pPr marL="34290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8pPr>
            <a:lvl9pPr marL="38862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9pPr>
          </a:lstStyle>
          <a:p>
            <a:pPr marL="0" marR="0" lvl="0" indent="0" algn="ctr" defTabSz="1042988" rtl="0" eaLnBrk="0" fontAlgn="base" latinLnBrk="0" hangingPunct="0">
              <a:lnSpc>
                <a:spcPct val="100000"/>
              </a:lnSpc>
              <a:spcBef>
                <a:spcPct val="0"/>
              </a:spcBef>
              <a:spcAft>
                <a:spcPct val="0"/>
              </a:spcAft>
              <a:buClr>
                <a:srgbClr val="00A28A"/>
              </a:buClr>
              <a:buSzTx/>
              <a:buFont typeface="Times" panose="02020603050405020304" pitchFamily="18" charset="0"/>
              <a:buNone/>
              <a:tabLst/>
              <a:defRPr/>
            </a:pPr>
            <a:r>
              <a:rPr kumimoji="0" lang="en-US" altLang="en-US" sz="1400" b="0" i="0" u="none" strike="noStrike" kern="0" cap="none" spc="0" normalizeH="0" baseline="0" noProof="0">
                <a:ln>
                  <a:noFill/>
                </a:ln>
                <a:solidFill>
                  <a:srgbClr val="FFFFFF"/>
                </a:solidFill>
                <a:effectLst/>
                <a:uLnTx/>
                <a:uFillTx/>
                <a:latin typeface="EYInterstate Light" panose="02000506000000020004" pitchFamily="2" charset="0"/>
                <a:ea typeface="+mn-ea"/>
                <a:cs typeface="+mn-cs"/>
              </a:rPr>
              <a:t>Text</a:t>
            </a:r>
            <a:endParaRPr kumimoji="0" lang="en-US" altLang="en-US" sz="1400" b="0" i="0" u="none" strike="noStrike" kern="0" cap="none" spc="0" normalizeH="0" baseline="0" noProof="0" dirty="0">
              <a:ln>
                <a:noFill/>
              </a:ln>
              <a:solidFill>
                <a:srgbClr val="FFFFFF"/>
              </a:solidFill>
              <a:effectLst/>
              <a:uLnTx/>
              <a:uFillTx/>
              <a:latin typeface="EYInterstate Light" panose="02000506000000020004" pitchFamily="2" charset="0"/>
              <a:ea typeface="+mn-ea"/>
              <a:cs typeface="+mn-cs"/>
            </a:endParaRPr>
          </a:p>
        </p:txBody>
      </p:sp>
      <p:sp>
        <p:nvSpPr>
          <p:cNvPr id="120" name="Oval 119">
            <a:extLst>
              <a:ext uri="{FF2B5EF4-FFF2-40B4-BE49-F238E27FC236}">
                <a16:creationId xmlns:a16="http://schemas.microsoft.com/office/drawing/2014/main" id="{5787846F-3E83-A04F-9D91-1500BFFD4C4C}"/>
              </a:ext>
            </a:extLst>
          </p:cNvPr>
          <p:cNvSpPr>
            <a:spLocks noChangeArrowheads="1"/>
          </p:cNvSpPr>
          <p:nvPr/>
        </p:nvSpPr>
        <p:spPr bwMode="gray">
          <a:xfrm>
            <a:off x="7395454" y="3021458"/>
            <a:ext cx="1198800" cy="1198800"/>
          </a:xfrm>
          <a:prstGeom prst="ellipse">
            <a:avLst/>
          </a:prstGeom>
          <a:solidFill>
            <a:srgbClr val="747480"/>
          </a:solidFill>
          <a:ln w="19050" cap="flat" cmpd="sng" algn="ctr">
            <a:noFill/>
            <a:prstDash val="solid"/>
            <a:round/>
            <a:headEnd type="none" w="med" len="med"/>
            <a:tailEnd type="none" w="med" len="med"/>
          </a:ln>
        </p:spPr>
        <p:txBody>
          <a:bodyPr wrap="none" lIns="36000" tIns="36000" rIns="36000" bIns="36000" anchor="ctr"/>
          <a:lstStyle>
            <a:lvl1pPr defTabSz="1042988" eaLnBrk="0" hangingPunct="0">
              <a:defRPr sz="900">
                <a:solidFill>
                  <a:schemeClr val="tx1"/>
                </a:solidFill>
                <a:latin typeface="EYInterstate Light" panose="02000506000000020004" pitchFamily="2" charset="0"/>
              </a:defRPr>
            </a:lvl1pPr>
            <a:lvl2pPr marL="742950" indent="-285750" defTabSz="1042988" eaLnBrk="0" hangingPunct="0">
              <a:defRPr sz="900">
                <a:solidFill>
                  <a:schemeClr val="tx1"/>
                </a:solidFill>
                <a:latin typeface="EYInterstate Light" panose="02000506000000020004" pitchFamily="2" charset="0"/>
              </a:defRPr>
            </a:lvl2pPr>
            <a:lvl3pPr marL="1143000" indent="-228600" defTabSz="1042988" eaLnBrk="0" hangingPunct="0">
              <a:defRPr sz="900">
                <a:solidFill>
                  <a:schemeClr val="tx1"/>
                </a:solidFill>
                <a:latin typeface="EYInterstate Light" panose="02000506000000020004" pitchFamily="2" charset="0"/>
              </a:defRPr>
            </a:lvl3pPr>
            <a:lvl4pPr marL="1600200" indent="-228600" defTabSz="1042988" eaLnBrk="0" hangingPunct="0">
              <a:defRPr sz="900">
                <a:solidFill>
                  <a:schemeClr val="tx1"/>
                </a:solidFill>
                <a:latin typeface="EYInterstate Light" panose="02000506000000020004" pitchFamily="2" charset="0"/>
              </a:defRPr>
            </a:lvl4pPr>
            <a:lvl5pPr marL="2057400" indent="-228600" defTabSz="1042988" eaLnBrk="0" hangingPunct="0">
              <a:defRPr sz="900">
                <a:solidFill>
                  <a:schemeClr val="tx1"/>
                </a:solidFill>
                <a:latin typeface="EYInterstate Light" panose="02000506000000020004" pitchFamily="2" charset="0"/>
              </a:defRPr>
            </a:lvl5pPr>
            <a:lvl6pPr marL="25146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6pPr>
            <a:lvl7pPr marL="29718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7pPr>
            <a:lvl8pPr marL="34290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8pPr>
            <a:lvl9pPr marL="38862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9pPr>
          </a:lstStyle>
          <a:p>
            <a:pPr marL="0" marR="0" lvl="0" indent="0" algn="ctr" defTabSz="1042988" rtl="0" eaLnBrk="0" fontAlgn="base" latinLnBrk="0" hangingPunct="0">
              <a:lnSpc>
                <a:spcPct val="100000"/>
              </a:lnSpc>
              <a:spcBef>
                <a:spcPct val="0"/>
              </a:spcBef>
              <a:spcAft>
                <a:spcPct val="0"/>
              </a:spcAft>
              <a:buClr>
                <a:srgbClr val="00A28A"/>
              </a:buClr>
              <a:buSzTx/>
              <a:buFont typeface="Times" panose="02020603050405020304" pitchFamily="18" charset="0"/>
              <a:buNone/>
              <a:tabLst/>
              <a:defRPr/>
            </a:pPr>
            <a:r>
              <a:rPr kumimoji="0" lang="en-US" altLang="en-US" sz="1400" b="0" i="0" u="none" strike="noStrike" kern="0" cap="none" spc="0" normalizeH="0" baseline="0" noProof="0">
                <a:ln>
                  <a:noFill/>
                </a:ln>
                <a:solidFill>
                  <a:srgbClr val="FFFFFF"/>
                </a:solidFill>
                <a:effectLst/>
                <a:uLnTx/>
                <a:uFillTx/>
                <a:latin typeface="EYInterstate Light" panose="02000506000000020004" pitchFamily="2" charset="0"/>
                <a:ea typeface="+mn-ea"/>
                <a:cs typeface="+mn-cs"/>
              </a:rPr>
              <a:t>Text</a:t>
            </a:r>
            <a:endParaRPr kumimoji="0" lang="en-US" altLang="en-US" sz="1400" b="0" i="0" u="none" strike="noStrike" kern="0" cap="none" spc="0" normalizeH="0" baseline="0" noProof="0" dirty="0">
              <a:ln>
                <a:noFill/>
              </a:ln>
              <a:solidFill>
                <a:srgbClr val="FFFFFF"/>
              </a:solidFill>
              <a:effectLst/>
              <a:uLnTx/>
              <a:uFillTx/>
              <a:latin typeface="EYInterstate Light" panose="02000506000000020004" pitchFamily="2" charset="0"/>
              <a:ea typeface="+mn-ea"/>
              <a:cs typeface="+mn-cs"/>
            </a:endParaRPr>
          </a:p>
        </p:txBody>
      </p:sp>
      <p:sp>
        <p:nvSpPr>
          <p:cNvPr id="121" name="Oval 120">
            <a:extLst>
              <a:ext uri="{FF2B5EF4-FFF2-40B4-BE49-F238E27FC236}">
                <a16:creationId xmlns:a16="http://schemas.microsoft.com/office/drawing/2014/main" id="{69C64E96-299B-5764-D36F-B5F1DF2E5CCA}"/>
              </a:ext>
            </a:extLst>
          </p:cNvPr>
          <p:cNvSpPr>
            <a:spLocks noChangeArrowheads="1"/>
          </p:cNvSpPr>
          <p:nvPr/>
        </p:nvSpPr>
        <p:spPr bwMode="gray">
          <a:xfrm>
            <a:off x="3584899" y="3021458"/>
            <a:ext cx="1198800" cy="1198800"/>
          </a:xfrm>
          <a:prstGeom prst="ellipse">
            <a:avLst/>
          </a:prstGeom>
          <a:solidFill>
            <a:srgbClr val="747480"/>
          </a:solidFill>
          <a:ln w="19050" cap="flat" cmpd="sng" algn="ctr">
            <a:noFill/>
            <a:prstDash val="solid"/>
            <a:round/>
            <a:headEnd type="none" w="med" len="med"/>
            <a:tailEnd type="none" w="med" len="med"/>
          </a:ln>
        </p:spPr>
        <p:txBody>
          <a:bodyPr wrap="none" lIns="36000" tIns="36000" rIns="36000" bIns="36000" anchor="ctr"/>
          <a:lstStyle>
            <a:lvl1pPr defTabSz="1042988" eaLnBrk="0" hangingPunct="0">
              <a:defRPr sz="900">
                <a:solidFill>
                  <a:schemeClr val="tx1"/>
                </a:solidFill>
                <a:latin typeface="EYInterstate Light" panose="02000506000000020004" pitchFamily="2" charset="0"/>
              </a:defRPr>
            </a:lvl1pPr>
            <a:lvl2pPr marL="742950" indent="-285750" defTabSz="1042988" eaLnBrk="0" hangingPunct="0">
              <a:defRPr sz="900">
                <a:solidFill>
                  <a:schemeClr val="tx1"/>
                </a:solidFill>
                <a:latin typeface="EYInterstate Light" panose="02000506000000020004" pitchFamily="2" charset="0"/>
              </a:defRPr>
            </a:lvl2pPr>
            <a:lvl3pPr marL="1143000" indent="-228600" defTabSz="1042988" eaLnBrk="0" hangingPunct="0">
              <a:defRPr sz="900">
                <a:solidFill>
                  <a:schemeClr val="tx1"/>
                </a:solidFill>
                <a:latin typeface="EYInterstate Light" panose="02000506000000020004" pitchFamily="2" charset="0"/>
              </a:defRPr>
            </a:lvl3pPr>
            <a:lvl4pPr marL="1600200" indent="-228600" defTabSz="1042988" eaLnBrk="0" hangingPunct="0">
              <a:defRPr sz="900">
                <a:solidFill>
                  <a:schemeClr val="tx1"/>
                </a:solidFill>
                <a:latin typeface="EYInterstate Light" panose="02000506000000020004" pitchFamily="2" charset="0"/>
              </a:defRPr>
            </a:lvl4pPr>
            <a:lvl5pPr marL="2057400" indent="-228600" defTabSz="1042988" eaLnBrk="0" hangingPunct="0">
              <a:defRPr sz="900">
                <a:solidFill>
                  <a:schemeClr val="tx1"/>
                </a:solidFill>
                <a:latin typeface="EYInterstate Light" panose="02000506000000020004" pitchFamily="2" charset="0"/>
              </a:defRPr>
            </a:lvl5pPr>
            <a:lvl6pPr marL="25146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6pPr>
            <a:lvl7pPr marL="29718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7pPr>
            <a:lvl8pPr marL="34290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8pPr>
            <a:lvl9pPr marL="3886200" indent="-228600" defTabSz="1042988"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9pPr>
          </a:lstStyle>
          <a:p>
            <a:pPr marL="0" marR="0" lvl="0" indent="0" algn="ctr" defTabSz="1042988" rtl="0" eaLnBrk="0" fontAlgn="base" latinLnBrk="0" hangingPunct="0">
              <a:lnSpc>
                <a:spcPct val="100000"/>
              </a:lnSpc>
              <a:spcBef>
                <a:spcPct val="0"/>
              </a:spcBef>
              <a:spcAft>
                <a:spcPct val="0"/>
              </a:spcAft>
              <a:buClr>
                <a:srgbClr val="00A28A"/>
              </a:buClr>
              <a:buSzTx/>
              <a:buFont typeface="Times" panose="02020603050405020304" pitchFamily="18" charset="0"/>
              <a:buNone/>
              <a:tabLst/>
              <a:defRPr/>
            </a:pPr>
            <a:r>
              <a:rPr kumimoji="0" lang="en-US" altLang="en-US" sz="1400" b="0" i="0" u="none" strike="noStrike" kern="0" cap="none" spc="0" normalizeH="0" baseline="0" noProof="0">
                <a:ln>
                  <a:noFill/>
                </a:ln>
                <a:solidFill>
                  <a:srgbClr val="FFFFFF"/>
                </a:solidFill>
                <a:effectLst/>
                <a:uLnTx/>
                <a:uFillTx/>
                <a:latin typeface="EYInterstate Light" panose="02000506000000020004" pitchFamily="2" charset="0"/>
                <a:ea typeface="+mn-ea"/>
                <a:cs typeface="+mn-cs"/>
              </a:rPr>
              <a:t>Text</a:t>
            </a:r>
            <a:endParaRPr kumimoji="0" lang="en-US" altLang="en-US" sz="1400" b="0" i="0" u="none" strike="noStrike" kern="0" cap="none" spc="0" normalizeH="0" baseline="0" noProof="0" dirty="0">
              <a:ln>
                <a:noFill/>
              </a:ln>
              <a:solidFill>
                <a:srgbClr val="FFFFFF"/>
              </a:solidFill>
              <a:effectLst/>
              <a:uLnTx/>
              <a:uFillTx/>
              <a:latin typeface="EYInterstate Light" panose="02000506000000020004" pitchFamily="2" charset="0"/>
              <a:ea typeface="+mn-ea"/>
              <a:cs typeface="+mn-cs"/>
            </a:endParaRPr>
          </a:p>
        </p:txBody>
      </p:sp>
      <p:sp>
        <p:nvSpPr>
          <p:cNvPr id="122" name="Oval 14">
            <a:extLst>
              <a:ext uri="{FF2B5EF4-FFF2-40B4-BE49-F238E27FC236}">
                <a16:creationId xmlns:a16="http://schemas.microsoft.com/office/drawing/2014/main" id="{F2EDB5F4-BA9B-E7A8-3AF5-ED5E376D5920}"/>
              </a:ext>
            </a:extLst>
          </p:cNvPr>
          <p:cNvSpPr>
            <a:spLocks noChangeArrowheads="1"/>
          </p:cNvSpPr>
          <p:nvPr/>
        </p:nvSpPr>
        <p:spPr bwMode="auto">
          <a:xfrm>
            <a:off x="5241776" y="2773037"/>
            <a:ext cx="1695600" cy="1695643"/>
          </a:xfrm>
          <a:prstGeom prst="ellipse">
            <a:avLst/>
          </a:prstGeom>
          <a:solidFill>
            <a:schemeClr val="tx2"/>
          </a:solidFill>
          <a:ln>
            <a:noFill/>
          </a:ln>
        </p:spPr>
        <p:txBody>
          <a:bodyPr lIns="0" tIns="0" rIns="0" bIns="0" anchor="ctr"/>
          <a:lstStyle>
            <a:lvl1pPr defTabSz="995363" eaLnBrk="0" hangingPunct="0">
              <a:defRPr sz="900">
                <a:solidFill>
                  <a:schemeClr val="tx1"/>
                </a:solidFill>
                <a:latin typeface="EYInterstate Light" panose="02000506000000020004" pitchFamily="2" charset="0"/>
              </a:defRPr>
            </a:lvl1pPr>
            <a:lvl2pPr marL="742950" indent="-285750" defTabSz="995363" eaLnBrk="0" hangingPunct="0">
              <a:defRPr sz="900">
                <a:solidFill>
                  <a:schemeClr val="tx1"/>
                </a:solidFill>
                <a:latin typeface="EYInterstate Light" panose="02000506000000020004" pitchFamily="2" charset="0"/>
              </a:defRPr>
            </a:lvl2pPr>
            <a:lvl3pPr marL="1143000" indent="-228600" defTabSz="995363" eaLnBrk="0" hangingPunct="0">
              <a:defRPr sz="900">
                <a:solidFill>
                  <a:schemeClr val="tx1"/>
                </a:solidFill>
                <a:latin typeface="EYInterstate Light" panose="02000506000000020004" pitchFamily="2" charset="0"/>
              </a:defRPr>
            </a:lvl3pPr>
            <a:lvl4pPr marL="1600200" indent="-228600" defTabSz="995363" eaLnBrk="0" hangingPunct="0">
              <a:defRPr sz="900">
                <a:solidFill>
                  <a:schemeClr val="tx1"/>
                </a:solidFill>
                <a:latin typeface="EYInterstate Light" panose="02000506000000020004" pitchFamily="2" charset="0"/>
              </a:defRPr>
            </a:lvl4pPr>
            <a:lvl5pPr marL="2057400" indent="-228600" defTabSz="995363" eaLnBrk="0" hangingPunct="0">
              <a:defRPr sz="900">
                <a:solidFill>
                  <a:schemeClr val="tx1"/>
                </a:solidFill>
                <a:latin typeface="EYInterstate Light" panose="02000506000000020004" pitchFamily="2" charset="0"/>
              </a:defRPr>
            </a:lvl5pPr>
            <a:lvl6pPr marL="2514600" indent="-228600" defTabSz="995363"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6pPr>
            <a:lvl7pPr marL="2971800" indent="-228600" defTabSz="995363"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7pPr>
            <a:lvl8pPr marL="3429000" indent="-228600" defTabSz="995363"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8pPr>
            <a:lvl9pPr marL="3886200" indent="-228600" defTabSz="995363" eaLnBrk="0" fontAlgn="base" hangingPunct="0">
              <a:spcBef>
                <a:spcPct val="0"/>
              </a:spcBef>
              <a:spcAft>
                <a:spcPct val="50000"/>
              </a:spcAft>
              <a:buClr>
                <a:schemeClr val="accent2"/>
              </a:buClr>
              <a:buSzPct val="80000"/>
              <a:buFont typeface="Arial" panose="020B0604020202020204" pitchFamily="34" charset="0"/>
              <a:defRPr sz="900">
                <a:solidFill>
                  <a:schemeClr val="tx1"/>
                </a:solidFill>
                <a:latin typeface="EYInterstate Light" panose="02000506000000020004" pitchFamily="2" charset="0"/>
              </a:defRPr>
            </a:lvl9pPr>
          </a:lstStyle>
          <a:p>
            <a:pPr marL="0" marR="0" lvl="0" indent="0" algn="ctr" defTabSz="995363" rtl="0" eaLnBrk="1" fontAlgn="base" latinLnBrk="0" hangingPunct="1">
              <a:lnSpc>
                <a:spcPct val="100000"/>
              </a:lnSpc>
              <a:spcBef>
                <a:spcPct val="0"/>
              </a:spcBef>
              <a:spcAft>
                <a:spcPct val="50000"/>
              </a:spcAft>
              <a:buClr>
                <a:srgbClr val="FFE600"/>
              </a:buClr>
              <a:buSzPct val="80000"/>
              <a:buFont typeface="EYInterstate" panose="02000503020000020004" pitchFamily="2" charset="0"/>
              <a:buNone/>
              <a:tabLst/>
              <a:defRPr/>
            </a:pPr>
            <a:r>
              <a:rPr kumimoji="0" lang="en-US" altLang="en-US" sz="1400" b="1"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Text</a:t>
            </a:r>
          </a:p>
        </p:txBody>
      </p:sp>
      <p:sp>
        <p:nvSpPr>
          <p:cNvPr id="123" name="Rectangle 9">
            <a:extLst>
              <a:ext uri="{FF2B5EF4-FFF2-40B4-BE49-F238E27FC236}">
                <a16:creationId xmlns:a16="http://schemas.microsoft.com/office/drawing/2014/main" id="{79A8437A-8C9E-07A7-E594-C95A4A694809}"/>
              </a:ext>
            </a:extLst>
          </p:cNvPr>
          <p:cNvSpPr>
            <a:spLocks noChangeArrowheads="1"/>
          </p:cNvSpPr>
          <p:nvPr/>
        </p:nvSpPr>
        <p:spPr bwMode="auto">
          <a:xfrm>
            <a:off x="965801" y="1165849"/>
            <a:ext cx="3301399" cy="1046440"/>
          </a:xfrm>
          <a:prstGeom prst="rect">
            <a:avLst/>
          </a:prstGeom>
          <a:noFill/>
          <a:ln w="9525">
            <a:noFill/>
            <a:miter lim="800000"/>
            <a:headEnd/>
            <a:tailEnd/>
          </a:ln>
          <a:effectLst/>
        </p:spPr>
        <p:txBody>
          <a:bodyPr wrap="square" t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Heading</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Lorem ipsum dolor sit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amet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consectetur</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adipiscing</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elit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Nulla</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sit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amet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elit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ac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felis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tristique</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euismod</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sed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quis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nisl</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Vestibulum mi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nisl</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molestie</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vel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rutrum</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ut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dapibus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vitae</a:t>
            </a:r>
          </a:p>
        </p:txBody>
      </p:sp>
      <p:sp>
        <p:nvSpPr>
          <p:cNvPr id="124" name="Rectangle 9">
            <a:extLst>
              <a:ext uri="{FF2B5EF4-FFF2-40B4-BE49-F238E27FC236}">
                <a16:creationId xmlns:a16="http://schemas.microsoft.com/office/drawing/2014/main" id="{4CD2A57A-455D-8404-637F-1E4889641044}"/>
              </a:ext>
            </a:extLst>
          </p:cNvPr>
          <p:cNvSpPr>
            <a:spLocks noChangeArrowheads="1"/>
          </p:cNvSpPr>
          <p:nvPr/>
        </p:nvSpPr>
        <p:spPr bwMode="auto">
          <a:xfrm>
            <a:off x="965802" y="2860646"/>
            <a:ext cx="2619461" cy="1415772"/>
          </a:xfrm>
          <a:prstGeom prst="rect">
            <a:avLst/>
          </a:prstGeom>
          <a:noFill/>
          <a:ln w="9525">
            <a:noFill/>
            <a:miter lim="800000"/>
            <a:headEnd/>
            <a:tailEnd/>
          </a:ln>
          <a:effectLst/>
        </p:spPr>
        <p:txBody>
          <a:bodyPr t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Heading</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Lorem ipsum dolor sit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amet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consectetur</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adipiscing</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elit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Nulla</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sit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amet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elit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ac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felis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tristique</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euismod</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sed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quis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nisl</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Vestibulum mi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nisl</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molestie</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vel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rutrum</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ut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dapibus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vitae</a:t>
            </a:r>
          </a:p>
        </p:txBody>
      </p:sp>
      <p:sp>
        <p:nvSpPr>
          <p:cNvPr id="125" name="Rectangle 9">
            <a:extLst>
              <a:ext uri="{FF2B5EF4-FFF2-40B4-BE49-F238E27FC236}">
                <a16:creationId xmlns:a16="http://schemas.microsoft.com/office/drawing/2014/main" id="{9C3EDDE9-B6E2-4C55-F39B-D0720148E807}"/>
              </a:ext>
            </a:extLst>
          </p:cNvPr>
          <p:cNvSpPr>
            <a:spLocks noChangeArrowheads="1"/>
          </p:cNvSpPr>
          <p:nvPr/>
        </p:nvSpPr>
        <p:spPr bwMode="auto">
          <a:xfrm>
            <a:off x="965801" y="5090003"/>
            <a:ext cx="3339499" cy="1046440"/>
          </a:xfrm>
          <a:prstGeom prst="rect">
            <a:avLst/>
          </a:prstGeom>
          <a:noFill/>
          <a:ln w="9525">
            <a:noFill/>
            <a:miter lim="800000"/>
            <a:headEnd/>
            <a:tailEnd/>
          </a:ln>
          <a:effectLst/>
        </p:spPr>
        <p:txBody>
          <a:bodyPr wrap="square" tIns="0">
            <a:spAutoFit/>
          </a:bodyPr>
          <a:lstStyle/>
          <a:p>
            <a:pPr>
              <a:spcAft>
                <a:spcPts val="600"/>
              </a:spcAft>
              <a:defRPr/>
            </a:pPr>
            <a:r>
              <a:rPr lang="en-US" sz="1200" b="1" kern="0" dirty="0">
                <a:solidFill>
                  <a:schemeClr val="bg1"/>
                </a:solidFill>
                <a:latin typeface="EYInterstate Light" panose="02000506000000020004" pitchFamily="2" charset="0"/>
              </a:rPr>
              <a:t>Heading</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Lorem ipsum dolor sit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amet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consectetur</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adipiscing</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elit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Nulla</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sit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amet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elit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ac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felis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tristique</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euismod</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sed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quis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nisl</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Vestibulum mi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nisl</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molestie</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vel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rutrum</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ut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dapibus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vitae</a:t>
            </a:r>
          </a:p>
        </p:txBody>
      </p:sp>
      <p:sp>
        <p:nvSpPr>
          <p:cNvPr id="126" name="Rectangle 9">
            <a:extLst>
              <a:ext uri="{FF2B5EF4-FFF2-40B4-BE49-F238E27FC236}">
                <a16:creationId xmlns:a16="http://schemas.microsoft.com/office/drawing/2014/main" id="{9C178DB4-55C5-BE29-CB35-40FDD292EC74}"/>
              </a:ext>
            </a:extLst>
          </p:cNvPr>
          <p:cNvSpPr>
            <a:spLocks noChangeArrowheads="1"/>
          </p:cNvSpPr>
          <p:nvPr/>
        </p:nvSpPr>
        <p:spPr bwMode="auto">
          <a:xfrm>
            <a:off x="7818623" y="1165849"/>
            <a:ext cx="3395477" cy="1046440"/>
          </a:xfrm>
          <a:prstGeom prst="rect">
            <a:avLst/>
          </a:prstGeom>
          <a:noFill/>
          <a:ln w="9525">
            <a:noFill/>
            <a:miter lim="800000"/>
            <a:headEnd/>
            <a:tailEnd/>
          </a:ln>
          <a:effectLst/>
        </p:spPr>
        <p:txBody>
          <a:bodyPr wrap="square" tIns="0">
            <a:spAutoFit/>
          </a:bodyPr>
          <a:lstStyle/>
          <a:p>
            <a:pPr>
              <a:spcAft>
                <a:spcPts val="600"/>
              </a:spcAft>
              <a:defRPr/>
            </a:pPr>
            <a:r>
              <a:rPr lang="en-US" sz="1200" b="1" kern="0" dirty="0">
                <a:solidFill>
                  <a:schemeClr val="bg1"/>
                </a:solidFill>
                <a:latin typeface="EYInterstate Light" panose="02000506000000020004" pitchFamily="2" charset="0"/>
              </a:rPr>
              <a:t>Heading</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Lorem ipsum dolor sit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amet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consectetur</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adipiscing</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elit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Nulla</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sit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amet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elit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ac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felis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tristique</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euismod</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sed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quis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nisl</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Vestibulum mi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nisl</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molestie</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vel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rutrum</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ut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dapibus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vitae</a:t>
            </a:r>
          </a:p>
        </p:txBody>
      </p:sp>
      <p:sp>
        <p:nvSpPr>
          <p:cNvPr id="127" name="Rectangle 9">
            <a:extLst>
              <a:ext uri="{FF2B5EF4-FFF2-40B4-BE49-F238E27FC236}">
                <a16:creationId xmlns:a16="http://schemas.microsoft.com/office/drawing/2014/main" id="{A5965BCB-118A-D4BB-8E25-092F091D830F}"/>
              </a:ext>
            </a:extLst>
          </p:cNvPr>
          <p:cNvSpPr>
            <a:spLocks noChangeArrowheads="1"/>
          </p:cNvSpPr>
          <p:nvPr/>
        </p:nvSpPr>
        <p:spPr bwMode="auto">
          <a:xfrm>
            <a:off x="8671508" y="2860646"/>
            <a:ext cx="2619461" cy="1415772"/>
          </a:xfrm>
          <a:prstGeom prst="rect">
            <a:avLst/>
          </a:prstGeom>
          <a:noFill/>
          <a:ln w="9525">
            <a:noFill/>
            <a:miter lim="800000"/>
            <a:headEnd/>
            <a:tailEnd/>
          </a:ln>
          <a:effectLst/>
        </p:spPr>
        <p:txBody>
          <a:bodyPr wrap="square" tIns="0">
            <a:spAutoFit/>
          </a:bodyPr>
          <a:lstStyle/>
          <a:p>
            <a:pPr>
              <a:spcAft>
                <a:spcPts val="600"/>
              </a:spcAft>
              <a:defRPr/>
            </a:pPr>
            <a:r>
              <a:rPr lang="en-US" sz="1200" b="1" kern="0" dirty="0">
                <a:solidFill>
                  <a:schemeClr val="bg1"/>
                </a:solidFill>
                <a:latin typeface="EYInterstate Light" panose="02000506000000020004" pitchFamily="2" charset="0"/>
              </a:rPr>
              <a:t>Heading</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Lorem ipsum dolor sit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amet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consectetur</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adipiscing</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elit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Nulla</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sit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amet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elit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ac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felis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tristique</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euismod</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sed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quis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nisl</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Vestibulum mi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nisl</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molestie</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vel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rutrum</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ut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dapibus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vitae</a:t>
            </a:r>
          </a:p>
        </p:txBody>
      </p:sp>
      <p:sp>
        <p:nvSpPr>
          <p:cNvPr id="128" name="Rectangle 9">
            <a:extLst>
              <a:ext uri="{FF2B5EF4-FFF2-40B4-BE49-F238E27FC236}">
                <a16:creationId xmlns:a16="http://schemas.microsoft.com/office/drawing/2014/main" id="{14BCD136-8F2D-9D11-A6B0-AC51226A58B0}"/>
              </a:ext>
            </a:extLst>
          </p:cNvPr>
          <p:cNvSpPr>
            <a:spLocks noChangeArrowheads="1"/>
          </p:cNvSpPr>
          <p:nvPr/>
        </p:nvSpPr>
        <p:spPr bwMode="auto">
          <a:xfrm>
            <a:off x="7818623" y="5090003"/>
            <a:ext cx="3344677" cy="1046440"/>
          </a:xfrm>
          <a:prstGeom prst="rect">
            <a:avLst/>
          </a:prstGeom>
          <a:noFill/>
          <a:ln w="9525">
            <a:noFill/>
            <a:miter lim="800000"/>
            <a:headEnd/>
            <a:tailEnd/>
          </a:ln>
          <a:effectLst/>
        </p:spPr>
        <p:txBody>
          <a:bodyPr wrap="square" tIns="0">
            <a:spAutoFit/>
          </a:bodyPr>
          <a:lstStyle/>
          <a:p>
            <a:pPr>
              <a:spcAft>
                <a:spcPts val="600"/>
              </a:spcAft>
              <a:defRPr/>
            </a:pPr>
            <a:r>
              <a:rPr lang="en-US" sz="1200" b="1" kern="0" dirty="0">
                <a:solidFill>
                  <a:schemeClr val="bg1"/>
                </a:solidFill>
                <a:latin typeface="EYInterstate Light" panose="02000506000000020004" pitchFamily="2" charset="0"/>
              </a:rPr>
              <a:t>Heading</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Lorem ipsum dolor sit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amet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consectetur</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adipiscing</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elit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Nulla</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sit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amet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elit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ac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felis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tristique</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euismod</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sed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quis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nisl</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Vestibulum mi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nisl</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molestie</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vel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rutrum</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ut</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a:t>
            </a:r>
            <a:r>
              <a:rPr kumimoji="0" lang="en-US" sz="1200" b="0" i="0" u="none" strike="noStrike" kern="0" cap="none" spc="0" normalizeH="0" baseline="0" noProof="0" dirty="0" err="1">
                <a:ln>
                  <a:noFill/>
                </a:ln>
                <a:solidFill>
                  <a:schemeClr val="bg1"/>
                </a:solidFill>
                <a:effectLst/>
                <a:uLnTx/>
                <a:uFillTx/>
                <a:latin typeface="EYInterstate Light" panose="02000506000000020004" pitchFamily="2" charset="0"/>
                <a:ea typeface="+mn-ea"/>
                <a:cs typeface="+mn-cs"/>
              </a:rPr>
              <a:t>dapibus</a:t>
            </a:r>
            <a:r>
              <a:rPr kumimoji="0" lang="en-US" sz="1200" b="0" i="0" u="none" strike="noStrike" kern="0" cap="none" spc="0" normalizeH="0" baseline="0" noProof="0" dirty="0">
                <a:ln>
                  <a:noFill/>
                </a:ln>
                <a:solidFill>
                  <a:schemeClr val="bg1"/>
                </a:solidFill>
                <a:effectLst/>
                <a:uLnTx/>
                <a:uFillTx/>
                <a:latin typeface="EYInterstate Light" panose="02000506000000020004" pitchFamily="2" charset="0"/>
                <a:ea typeface="+mn-ea"/>
                <a:cs typeface="+mn-cs"/>
              </a:rPr>
              <a:t> vitae</a:t>
            </a:r>
          </a:p>
        </p:txBody>
      </p:sp>
    </p:spTree>
    <p:extLst>
      <p:ext uri="{BB962C8B-B14F-4D97-AF65-F5344CB8AC3E}">
        <p14:creationId xmlns:p14="http://schemas.microsoft.com/office/powerpoint/2010/main" val="26143520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FB387-C117-8ECD-E67D-002F564523BD}"/>
              </a:ext>
            </a:extLst>
          </p:cNvPr>
          <p:cNvSpPr>
            <a:spLocks noGrp="1"/>
          </p:cNvSpPr>
          <p:nvPr>
            <p:ph type="title"/>
          </p:nvPr>
        </p:nvSpPr>
        <p:spPr/>
        <p:txBody>
          <a:bodyPr/>
          <a:lstStyle/>
          <a:p>
            <a:r>
              <a:rPr lang="en-US" dirty="0"/>
              <a:t>Primary color charts</a:t>
            </a:r>
          </a:p>
        </p:txBody>
      </p:sp>
      <p:sp>
        <p:nvSpPr>
          <p:cNvPr id="3" name="Date Placeholder 2">
            <a:extLst>
              <a:ext uri="{FF2B5EF4-FFF2-40B4-BE49-F238E27FC236}">
                <a16:creationId xmlns:a16="http://schemas.microsoft.com/office/drawing/2014/main" id="{29212834-F941-494E-9C3C-86AB8504D685}"/>
              </a:ext>
            </a:extLst>
          </p:cNvPr>
          <p:cNvSpPr>
            <a:spLocks noGrp="1"/>
          </p:cNvSpPr>
          <p:nvPr>
            <p:ph type="dt" sz="half" idx="10"/>
          </p:nvPr>
        </p:nvSpPr>
        <p:spPr/>
        <p:txBody>
          <a:bodyPr/>
          <a:lstStyle/>
          <a:p>
            <a:fld id="{0F8049F1-0F08-40D1-81B8-B3C322C19866}" type="datetime3">
              <a:rPr lang="en-US" smtClean="0"/>
              <a:t>11 July 2026</a:t>
            </a:fld>
            <a:endParaRPr lang="en-US"/>
          </a:p>
        </p:txBody>
      </p:sp>
      <p:sp>
        <p:nvSpPr>
          <p:cNvPr id="4" name="Footer Placeholder 3">
            <a:extLst>
              <a:ext uri="{FF2B5EF4-FFF2-40B4-BE49-F238E27FC236}">
                <a16:creationId xmlns:a16="http://schemas.microsoft.com/office/drawing/2014/main" id="{764D6FE8-D135-3D0A-9FFE-4724D1F72EAC}"/>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78767238-2F05-8298-DE2F-8705ABD5BF32}"/>
              </a:ext>
            </a:extLst>
          </p:cNvPr>
          <p:cNvSpPr>
            <a:spLocks noGrp="1"/>
          </p:cNvSpPr>
          <p:nvPr>
            <p:ph type="sldNum" sz="quarter" idx="12"/>
          </p:nvPr>
        </p:nvSpPr>
        <p:spPr/>
        <p:txBody>
          <a:bodyPr/>
          <a:lstStyle/>
          <a:p>
            <a:fld id="{94FCA0F3-9F3A-694B-99BB-0E592A797735}" type="slidenum">
              <a:rPr lang="en-US" smtClean="0"/>
              <a:t>57</a:t>
            </a:fld>
            <a:endParaRPr lang="en-US"/>
          </a:p>
        </p:txBody>
      </p:sp>
      <p:graphicFrame>
        <p:nvGraphicFramePr>
          <p:cNvPr id="8" name="Chart 7" descr="Chart">
            <a:extLst>
              <a:ext uri="{FF2B5EF4-FFF2-40B4-BE49-F238E27FC236}">
                <a16:creationId xmlns:a16="http://schemas.microsoft.com/office/drawing/2014/main" id="{06EB637F-DA5B-19E1-E736-805598373889}"/>
              </a:ext>
            </a:extLst>
          </p:cNvPr>
          <p:cNvGraphicFramePr>
            <a:graphicFrameLocks noChangeAspect="1"/>
          </p:cNvGraphicFramePr>
          <p:nvPr>
            <p:extLst>
              <p:ext uri="{D42A27DB-BD31-4B8C-83A1-F6EECF244321}">
                <p14:modId xmlns:p14="http://schemas.microsoft.com/office/powerpoint/2010/main" val="1012413241"/>
              </p:ext>
            </p:extLst>
          </p:nvPr>
        </p:nvGraphicFramePr>
        <p:xfrm>
          <a:off x="609600" y="1339984"/>
          <a:ext cx="5020507" cy="37170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descr="Chart">
            <a:extLst>
              <a:ext uri="{FF2B5EF4-FFF2-40B4-BE49-F238E27FC236}">
                <a16:creationId xmlns:a16="http://schemas.microsoft.com/office/drawing/2014/main" id="{4A252E02-F93F-139D-84D6-EF796F3E95F7}"/>
              </a:ext>
            </a:extLst>
          </p:cNvPr>
          <p:cNvGraphicFramePr/>
          <p:nvPr>
            <p:extLst>
              <p:ext uri="{D42A27DB-BD31-4B8C-83A1-F6EECF244321}">
                <p14:modId xmlns:p14="http://schemas.microsoft.com/office/powerpoint/2010/main" val="4197179289"/>
              </p:ext>
            </p:extLst>
          </p:nvPr>
        </p:nvGraphicFramePr>
        <p:xfrm>
          <a:off x="6199188" y="1339984"/>
          <a:ext cx="5386387" cy="371728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245683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9CAA1-9B0B-454A-0A8D-AE0F921DA943}"/>
              </a:ext>
            </a:extLst>
          </p:cNvPr>
          <p:cNvSpPr>
            <a:spLocks noGrp="1"/>
          </p:cNvSpPr>
          <p:nvPr>
            <p:ph type="title"/>
          </p:nvPr>
        </p:nvSpPr>
        <p:spPr>
          <a:xfrm>
            <a:off x="485523" y="369888"/>
            <a:ext cx="11224347" cy="470898"/>
          </a:xfrm>
        </p:spPr>
        <p:txBody>
          <a:bodyPr/>
          <a:lstStyle/>
          <a:p>
            <a:r>
              <a:rPr lang="en-US" dirty="0"/>
              <a:t>Primary color table</a:t>
            </a:r>
          </a:p>
        </p:txBody>
      </p:sp>
      <p:sp>
        <p:nvSpPr>
          <p:cNvPr id="3" name="Date Placeholder 2">
            <a:extLst>
              <a:ext uri="{FF2B5EF4-FFF2-40B4-BE49-F238E27FC236}">
                <a16:creationId xmlns:a16="http://schemas.microsoft.com/office/drawing/2014/main" id="{EF6691FD-6A97-0A08-B26B-E49F13FCB508}"/>
              </a:ext>
            </a:extLst>
          </p:cNvPr>
          <p:cNvSpPr>
            <a:spLocks noGrp="1"/>
          </p:cNvSpPr>
          <p:nvPr>
            <p:ph type="dt" sz="half" idx="10"/>
          </p:nvPr>
        </p:nvSpPr>
        <p:spPr>
          <a:xfrm>
            <a:off x="994845" y="6437115"/>
            <a:ext cx="1275686" cy="123111"/>
          </a:xfrm>
        </p:spPr>
        <p:txBody>
          <a:bodyPr/>
          <a:lstStyle/>
          <a:p>
            <a:fld id="{42AA1B76-1095-47D4-BBCA-917063A2121D}" type="datetime3">
              <a:rPr lang="en-US" smtClean="0"/>
              <a:t>11 July 2026</a:t>
            </a:fld>
            <a:endParaRPr lang="en-US"/>
          </a:p>
        </p:txBody>
      </p:sp>
      <p:sp>
        <p:nvSpPr>
          <p:cNvPr id="4" name="Footer Placeholder 3">
            <a:extLst>
              <a:ext uri="{FF2B5EF4-FFF2-40B4-BE49-F238E27FC236}">
                <a16:creationId xmlns:a16="http://schemas.microsoft.com/office/drawing/2014/main" id="{04F2FA66-9774-37D8-58B6-AD05628F6EA7}"/>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5" name="Slide Number Placeholder 4">
            <a:extLst>
              <a:ext uri="{FF2B5EF4-FFF2-40B4-BE49-F238E27FC236}">
                <a16:creationId xmlns:a16="http://schemas.microsoft.com/office/drawing/2014/main" id="{7C0F323D-640E-76BE-66F9-AE79B15624F5}"/>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58</a:t>
            </a:fld>
            <a:endParaRPr lang="en-US"/>
          </a:p>
        </p:txBody>
      </p:sp>
      <p:graphicFrame>
        <p:nvGraphicFramePr>
          <p:cNvPr id="7" name="Content Placeholder 20">
            <a:extLst>
              <a:ext uri="{FF2B5EF4-FFF2-40B4-BE49-F238E27FC236}">
                <a16:creationId xmlns:a16="http://schemas.microsoft.com/office/drawing/2014/main" id="{96983F7D-898E-7631-9E09-FC93CE1F2151}"/>
              </a:ext>
            </a:extLst>
          </p:cNvPr>
          <p:cNvGraphicFramePr>
            <a:graphicFrameLocks/>
          </p:cNvGraphicFramePr>
          <p:nvPr>
            <p:extLst>
              <p:ext uri="{D42A27DB-BD31-4B8C-83A1-F6EECF244321}">
                <p14:modId xmlns:p14="http://schemas.microsoft.com/office/powerpoint/2010/main" val="789976498"/>
              </p:ext>
            </p:extLst>
          </p:nvPr>
        </p:nvGraphicFramePr>
        <p:xfrm>
          <a:off x="485524" y="1411288"/>
          <a:ext cx="11224344" cy="3605879"/>
        </p:xfrm>
        <a:graphic>
          <a:graphicData uri="http://schemas.openxmlformats.org/drawingml/2006/table">
            <a:tbl>
              <a:tblPr firstRow="1" bandRow="1"/>
              <a:tblGrid>
                <a:gridCol w="1920792">
                  <a:extLst>
                    <a:ext uri="{9D8B030D-6E8A-4147-A177-3AD203B41FA5}">
                      <a16:colId xmlns:a16="http://schemas.microsoft.com/office/drawing/2014/main" val="20000"/>
                    </a:ext>
                  </a:extLst>
                </a:gridCol>
                <a:gridCol w="775296">
                  <a:extLst>
                    <a:ext uri="{9D8B030D-6E8A-4147-A177-3AD203B41FA5}">
                      <a16:colId xmlns:a16="http://schemas.microsoft.com/office/drawing/2014/main" val="20001"/>
                    </a:ext>
                  </a:extLst>
                </a:gridCol>
                <a:gridCol w="775296">
                  <a:extLst>
                    <a:ext uri="{9D8B030D-6E8A-4147-A177-3AD203B41FA5}">
                      <a16:colId xmlns:a16="http://schemas.microsoft.com/office/drawing/2014/main" val="20002"/>
                    </a:ext>
                  </a:extLst>
                </a:gridCol>
                <a:gridCol w="775296">
                  <a:extLst>
                    <a:ext uri="{9D8B030D-6E8A-4147-A177-3AD203B41FA5}">
                      <a16:colId xmlns:a16="http://schemas.microsoft.com/office/drawing/2014/main" val="20003"/>
                    </a:ext>
                  </a:extLst>
                </a:gridCol>
                <a:gridCol w="775296">
                  <a:extLst>
                    <a:ext uri="{9D8B030D-6E8A-4147-A177-3AD203B41FA5}">
                      <a16:colId xmlns:a16="http://schemas.microsoft.com/office/drawing/2014/main" val="20004"/>
                    </a:ext>
                  </a:extLst>
                </a:gridCol>
                <a:gridCol w="775296">
                  <a:extLst>
                    <a:ext uri="{9D8B030D-6E8A-4147-A177-3AD203B41FA5}">
                      <a16:colId xmlns:a16="http://schemas.microsoft.com/office/drawing/2014/main" val="20005"/>
                    </a:ext>
                  </a:extLst>
                </a:gridCol>
                <a:gridCol w="775296">
                  <a:extLst>
                    <a:ext uri="{9D8B030D-6E8A-4147-A177-3AD203B41FA5}">
                      <a16:colId xmlns:a16="http://schemas.microsoft.com/office/drawing/2014/main" val="20006"/>
                    </a:ext>
                  </a:extLst>
                </a:gridCol>
                <a:gridCol w="775296">
                  <a:extLst>
                    <a:ext uri="{9D8B030D-6E8A-4147-A177-3AD203B41FA5}">
                      <a16:colId xmlns:a16="http://schemas.microsoft.com/office/drawing/2014/main" val="20007"/>
                    </a:ext>
                  </a:extLst>
                </a:gridCol>
                <a:gridCol w="775296">
                  <a:extLst>
                    <a:ext uri="{9D8B030D-6E8A-4147-A177-3AD203B41FA5}">
                      <a16:colId xmlns:a16="http://schemas.microsoft.com/office/drawing/2014/main" val="20008"/>
                    </a:ext>
                  </a:extLst>
                </a:gridCol>
                <a:gridCol w="775296">
                  <a:extLst>
                    <a:ext uri="{9D8B030D-6E8A-4147-A177-3AD203B41FA5}">
                      <a16:colId xmlns:a16="http://schemas.microsoft.com/office/drawing/2014/main" val="20009"/>
                    </a:ext>
                  </a:extLst>
                </a:gridCol>
                <a:gridCol w="775296">
                  <a:extLst>
                    <a:ext uri="{9D8B030D-6E8A-4147-A177-3AD203B41FA5}">
                      <a16:colId xmlns:a16="http://schemas.microsoft.com/office/drawing/2014/main" val="20010"/>
                    </a:ext>
                  </a:extLst>
                </a:gridCol>
                <a:gridCol w="775296">
                  <a:extLst>
                    <a:ext uri="{9D8B030D-6E8A-4147-A177-3AD203B41FA5}">
                      <a16:colId xmlns:a16="http://schemas.microsoft.com/office/drawing/2014/main" val="20011"/>
                    </a:ext>
                  </a:extLst>
                </a:gridCol>
                <a:gridCol w="775296">
                  <a:extLst>
                    <a:ext uri="{9D8B030D-6E8A-4147-A177-3AD203B41FA5}">
                      <a16:colId xmlns:a16="http://schemas.microsoft.com/office/drawing/2014/main" val="20012"/>
                    </a:ext>
                  </a:extLst>
                </a:gridCol>
              </a:tblGrid>
              <a:tr h="572897">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r>
                        <a:rPr lang="en-US" sz="1400" b="1">
                          <a:solidFill>
                            <a:schemeClr val="bg1"/>
                          </a:solidFill>
                          <a:latin typeface="EYInterstate Light" panose="02000506000000020004" pitchFamily="2" charset="0"/>
                        </a:rPr>
                        <a:t>Title</a:t>
                      </a:r>
                      <a:endParaRPr lang="en-US" sz="1400" b="1" dirty="0">
                        <a:solidFill>
                          <a:schemeClr val="bg1"/>
                        </a:solidFill>
                        <a:latin typeface="EYInterstate Light" panose="02000506000000020004" pitchFamily="2" charset="0"/>
                      </a:endParaRPr>
                    </a:p>
                  </a:txBody>
                  <a:tcPr anchor="b">
                    <a:lnL w="63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r"/>
                      <a:r>
                        <a:rPr lang="en-US" sz="1400" b="1" dirty="0">
                          <a:solidFill>
                            <a:schemeClr val="bg1"/>
                          </a:solidFill>
                          <a:latin typeface="EYInterstate Light" panose="02000506000000020004" pitchFamily="2" charset="0"/>
                        </a:rPr>
                        <a:t>Item 01</a:t>
                      </a:r>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r"/>
                      <a:r>
                        <a:rPr lang="en-US" sz="1400" b="1" dirty="0">
                          <a:solidFill>
                            <a:schemeClr val="bg1"/>
                          </a:solidFill>
                          <a:latin typeface="EYInterstate Light" panose="02000506000000020004" pitchFamily="2" charset="0"/>
                        </a:rPr>
                        <a:t>Item 02</a:t>
                      </a:r>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r"/>
                      <a:r>
                        <a:rPr lang="en-US" sz="1400" b="1">
                          <a:solidFill>
                            <a:schemeClr val="bg1"/>
                          </a:solidFill>
                          <a:latin typeface="EYInterstate Light" panose="02000506000000020004" pitchFamily="2" charset="0"/>
                        </a:rPr>
                        <a:t>Item 03</a:t>
                      </a:r>
                      <a:endParaRPr lang="en-US" sz="1400" b="1" dirty="0">
                        <a:solidFill>
                          <a:schemeClr val="bg1"/>
                        </a:solidFill>
                        <a:latin typeface="EYInterstate Light" panose="02000506000000020004" pitchFamily="2" charset="0"/>
                      </a:endParaRPr>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r"/>
                      <a:r>
                        <a:rPr lang="en-US" sz="1400" b="1">
                          <a:solidFill>
                            <a:schemeClr val="bg1"/>
                          </a:solidFill>
                          <a:latin typeface="EYInterstate Light" panose="02000506000000020004" pitchFamily="2" charset="0"/>
                        </a:rPr>
                        <a:t>Item 04</a:t>
                      </a:r>
                      <a:endParaRPr lang="en-US" sz="1400" b="1" dirty="0">
                        <a:solidFill>
                          <a:schemeClr val="bg1"/>
                        </a:solidFill>
                        <a:latin typeface="EYInterstate Light" panose="02000506000000020004" pitchFamily="2" charset="0"/>
                      </a:endParaRPr>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r"/>
                      <a:r>
                        <a:rPr lang="en-US" sz="1400" b="1">
                          <a:solidFill>
                            <a:schemeClr val="bg1"/>
                          </a:solidFill>
                          <a:latin typeface="EYInterstate Light" panose="02000506000000020004" pitchFamily="2" charset="0"/>
                        </a:rPr>
                        <a:t>Item 05</a:t>
                      </a:r>
                      <a:endParaRPr lang="en-US" sz="1400" b="1" dirty="0">
                        <a:solidFill>
                          <a:schemeClr val="bg1"/>
                        </a:solidFill>
                        <a:latin typeface="EYInterstate Light" panose="02000506000000020004" pitchFamily="2" charset="0"/>
                      </a:endParaRPr>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r"/>
                      <a:r>
                        <a:rPr lang="en-US" sz="1400" b="1">
                          <a:solidFill>
                            <a:schemeClr val="bg1"/>
                          </a:solidFill>
                          <a:latin typeface="EYInterstate Light" panose="02000506000000020004" pitchFamily="2" charset="0"/>
                        </a:rPr>
                        <a:t>Item 06</a:t>
                      </a:r>
                      <a:endParaRPr lang="en-US" sz="1400" b="1" dirty="0">
                        <a:solidFill>
                          <a:schemeClr val="bg1"/>
                        </a:solidFill>
                        <a:latin typeface="EYInterstate Light" panose="02000506000000020004" pitchFamily="2" charset="0"/>
                      </a:endParaRPr>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r"/>
                      <a:r>
                        <a:rPr lang="en-US" sz="1400" b="1">
                          <a:solidFill>
                            <a:schemeClr val="bg1"/>
                          </a:solidFill>
                          <a:latin typeface="EYInterstate Light" panose="02000506000000020004" pitchFamily="2" charset="0"/>
                        </a:rPr>
                        <a:t>Item 07</a:t>
                      </a:r>
                      <a:endParaRPr lang="en-US" sz="1400" b="1" dirty="0">
                        <a:solidFill>
                          <a:schemeClr val="bg1"/>
                        </a:solidFill>
                        <a:latin typeface="EYInterstate Light" panose="02000506000000020004" pitchFamily="2" charset="0"/>
                      </a:endParaRPr>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r"/>
                      <a:r>
                        <a:rPr lang="en-US" sz="1400" b="1">
                          <a:solidFill>
                            <a:schemeClr val="bg1"/>
                          </a:solidFill>
                          <a:latin typeface="EYInterstate Light" panose="02000506000000020004" pitchFamily="2" charset="0"/>
                        </a:rPr>
                        <a:t>Item 08</a:t>
                      </a:r>
                      <a:endParaRPr lang="en-US" sz="1400" b="1" dirty="0">
                        <a:solidFill>
                          <a:schemeClr val="bg1"/>
                        </a:solidFill>
                        <a:latin typeface="EYInterstate Light" panose="02000506000000020004" pitchFamily="2" charset="0"/>
                      </a:endParaRPr>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r"/>
                      <a:r>
                        <a:rPr lang="en-US" sz="1400" b="1">
                          <a:solidFill>
                            <a:schemeClr val="bg1"/>
                          </a:solidFill>
                          <a:latin typeface="EYInterstate Light" panose="02000506000000020004" pitchFamily="2" charset="0"/>
                        </a:rPr>
                        <a:t>Item 09</a:t>
                      </a:r>
                      <a:endParaRPr lang="en-US" sz="1400" b="1" dirty="0">
                        <a:solidFill>
                          <a:schemeClr val="bg1"/>
                        </a:solidFill>
                        <a:latin typeface="EYInterstate Light" panose="02000506000000020004" pitchFamily="2" charset="0"/>
                      </a:endParaRPr>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r"/>
                      <a:r>
                        <a:rPr lang="en-US" sz="1400" b="1">
                          <a:solidFill>
                            <a:schemeClr val="bg1"/>
                          </a:solidFill>
                          <a:latin typeface="EYInterstate Light" panose="02000506000000020004" pitchFamily="2" charset="0"/>
                        </a:rPr>
                        <a:t>Item 10</a:t>
                      </a:r>
                      <a:endParaRPr lang="en-US" sz="1400" b="1" dirty="0">
                        <a:solidFill>
                          <a:schemeClr val="bg1"/>
                        </a:solidFill>
                        <a:latin typeface="EYInterstate Light" panose="02000506000000020004" pitchFamily="2" charset="0"/>
                      </a:endParaRPr>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r"/>
                      <a:r>
                        <a:rPr lang="en-US" sz="1400" b="1">
                          <a:solidFill>
                            <a:schemeClr val="bg1"/>
                          </a:solidFill>
                          <a:latin typeface="EYInterstate Light" panose="02000506000000020004" pitchFamily="2" charset="0"/>
                        </a:rPr>
                        <a:t>Item 11</a:t>
                      </a:r>
                      <a:endParaRPr lang="en-US" sz="1400" b="1" dirty="0">
                        <a:solidFill>
                          <a:schemeClr val="bg1"/>
                        </a:solidFill>
                        <a:latin typeface="EYInterstate Light" panose="02000506000000020004" pitchFamily="2" charset="0"/>
                      </a:endParaRPr>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EYInterstate Light"/>
                        </a:defRPr>
                      </a:lvl1pPr>
                      <a:lvl2pPr marL="457200" algn="l" defTabSz="914400" rtl="0" eaLnBrk="1" latinLnBrk="0" hangingPunct="1">
                        <a:defRPr sz="1800" b="1" kern="1200">
                          <a:solidFill>
                            <a:schemeClr val="lt1"/>
                          </a:solidFill>
                          <a:latin typeface="EYInterstate Light"/>
                        </a:defRPr>
                      </a:lvl2pPr>
                      <a:lvl3pPr marL="914400" algn="l" defTabSz="914400" rtl="0" eaLnBrk="1" latinLnBrk="0" hangingPunct="1">
                        <a:defRPr sz="1800" b="1" kern="1200">
                          <a:solidFill>
                            <a:schemeClr val="lt1"/>
                          </a:solidFill>
                          <a:latin typeface="EYInterstate Light"/>
                        </a:defRPr>
                      </a:lvl3pPr>
                      <a:lvl4pPr marL="1371600" algn="l" defTabSz="914400" rtl="0" eaLnBrk="1" latinLnBrk="0" hangingPunct="1">
                        <a:defRPr sz="1800" b="1" kern="1200">
                          <a:solidFill>
                            <a:schemeClr val="lt1"/>
                          </a:solidFill>
                          <a:latin typeface="EYInterstate Light"/>
                        </a:defRPr>
                      </a:lvl4pPr>
                      <a:lvl5pPr marL="1828800" algn="l" defTabSz="914400" rtl="0" eaLnBrk="1" latinLnBrk="0" hangingPunct="1">
                        <a:defRPr sz="1800" b="1" kern="1200">
                          <a:solidFill>
                            <a:schemeClr val="lt1"/>
                          </a:solidFill>
                          <a:latin typeface="EYInterstate Light"/>
                        </a:defRPr>
                      </a:lvl5pPr>
                      <a:lvl6pPr marL="2286000" algn="l" defTabSz="914400" rtl="0" eaLnBrk="1" latinLnBrk="0" hangingPunct="1">
                        <a:defRPr sz="1800" b="1" kern="1200">
                          <a:solidFill>
                            <a:schemeClr val="lt1"/>
                          </a:solidFill>
                          <a:latin typeface="EYInterstate Light"/>
                        </a:defRPr>
                      </a:lvl6pPr>
                      <a:lvl7pPr marL="2743200" algn="l" defTabSz="914400" rtl="0" eaLnBrk="1" latinLnBrk="0" hangingPunct="1">
                        <a:defRPr sz="1800" b="1" kern="1200">
                          <a:solidFill>
                            <a:schemeClr val="lt1"/>
                          </a:solidFill>
                          <a:latin typeface="EYInterstate Light"/>
                        </a:defRPr>
                      </a:lvl7pPr>
                      <a:lvl8pPr marL="3200400" algn="l" defTabSz="914400" rtl="0" eaLnBrk="1" latinLnBrk="0" hangingPunct="1">
                        <a:defRPr sz="1800" b="1" kern="1200">
                          <a:solidFill>
                            <a:schemeClr val="lt1"/>
                          </a:solidFill>
                          <a:latin typeface="EYInterstate Light"/>
                        </a:defRPr>
                      </a:lvl8pPr>
                      <a:lvl9pPr marL="3657600" algn="l" defTabSz="914400" rtl="0" eaLnBrk="1" latinLnBrk="0" hangingPunct="1">
                        <a:defRPr sz="1800" b="1" kern="1200">
                          <a:solidFill>
                            <a:schemeClr val="lt1"/>
                          </a:solidFill>
                          <a:latin typeface="EYInterstate Light"/>
                        </a:defRPr>
                      </a:lvl9pPr>
                    </a:lstStyle>
                    <a:p>
                      <a:pPr algn="r"/>
                      <a:r>
                        <a:rPr lang="en-US" sz="1400" b="1">
                          <a:solidFill>
                            <a:schemeClr val="bg1"/>
                          </a:solidFill>
                          <a:latin typeface="EYInterstate Light" panose="02000506000000020004" pitchFamily="2" charset="0"/>
                        </a:rPr>
                        <a:t>Item 12</a:t>
                      </a:r>
                      <a:endParaRPr lang="en-US" sz="1400" b="1" dirty="0">
                        <a:solidFill>
                          <a:schemeClr val="bg1"/>
                        </a:solidFill>
                        <a:latin typeface="EYInterstate Light" panose="02000506000000020004" pitchFamily="2" charset="0"/>
                      </a:endParaRPr>
                    </a:p>
                  </a:txBody>
                  <a:tcPr anchor="b">
                    <a:lnL w="1270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998">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r>
                        <a:rPr lang="en-US" sz="1400" b="0">
                          <a:solidFill>
                            <a:schemeClr val="bg1"/>
                          </a:solidFill>
                          <a:latin typeface="EYInterstate Light" panose="02000506000000020004" pitchFamily="2" charset="0"/>
                        </a:rPr>
                        <a:t>Text 1</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36998">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r>
                        <a:rPr lang="en-US" sz="1400" b="0">
                          <a:solidFill>
                            <a:schemeClr val="bg1"/>
                          </a:solidFill>
                          <a:latin typeface="EYInterstate Light" panose="02000506000000020004" pitchFamily="2" charset="0"/>
                        </a:rPr>
                        <a:t>Text 2</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36998">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r>
                        <a:rPr lang="en-US" sz="1400" b="0">
                          <a:solidFill>
                            <a:schemeClr val="bg1"/>
                          </a:solidFill>
                          <a:latin typeface="EYInterstate Light" panose="02000506000000020004" pitchFamily="2" charset="0"/>
                        </a:rPr>
                        <a:t>Text 3</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36998">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r>
                        <a:rPr lang="en-US" sz="1400" b="0">
                          <a:solidFill>
                            <a:schemeClr val="bg1"/>
                          </a:solidFill>
                          <a:latin typeface="EYInterstate Light" panose="02000506000000020004" pitchFamily="2" charset="0"/>
                        </a:rPr>
                        <a:t>Text 4</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36998">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r>
                        <a:rPr lang="en-US" sz="1400" b="0">
                          <a:solidFill>
                            <a:schemeClr val="bg1"/>
                          </a:solidFill>
                          <a:latin typeface="EYInterstate Light" panose="02000506000000020004" pitchFamily="2" charset="0"/>
                        </a:rPr>
                        <a:t>Text 5</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36998">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r>
                        <a:rPr lang="en-US" sz="1400" b="0">
                          <a:solidFill>
                            <a:schemeClr val="bg1"/>
                          </a:solidFill>
                          <a:latin typeface="EYInterstate Light" panose="02000506000000020004" pitchFamily="2" charset="0"/>
                        </a:rPr>
                        <a:t>Text 6</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36998">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r>
                        <a:rPr lang="en-US" sz="1400" b="0">
                          <a:solidFill>
                            <a:schemeClr val="bg1"/>
                          </a:solidFill>
                          <a:latin typeface="EYInterstate Light" panose="02000506000000020004" pitchFamily="2" charset="0"/>
                        </a:rPr>
                        <a:t>Text 7</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36998">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r>
                        <a:rPr lang="en-US" sz="1400" b="0">
                          <a:solidFill>
                            <a:schemeClr val="bg1"/>
                          </a:solidFill>
                          <a:latin typeface="EYInterstate Light" panose="02000506000000020004" pitchFamily="2" charset="0"/>
                        </a:rPr>
                        <a:t>Text 8</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0">
                          <a:solidFill>
                            <a:schemeClr val="bg1"/>
                          </a:solidFill>
                          <a:latin typeface="EYInterstate Light" panose="02000506000000020004" pitchFamily="2" charset="0"/>
                        </a:rPr>
                        <a:t>0.0%</a:t>
                      </a:r>
                      <a:endParaRPr lang="en-US" sz="1400" b="0"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9525" cap="flat" cmpd="sng" algn="ctr">
                      <a:solidFill>
                        <a:srgbClr val="74748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336998">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r>
                        <a:rPr lang="en-US" sz="1400" b="1">
                          <a:solidFill>
                            <a:schemeClr val="bg1"/>
                          </a:solidFill>
                          <a:latin typeface="EYInterstate Light" panose="02000506000000020004" pitchFamily="2" charset="0"/>
                        </a:rPr>
                        <a:t>Total</a:t>
                      </a:r>
                      <a:endParaRPr lang="en-US" sz="1400" b="1"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1">
                          <a:solidFill>
                            <a:schemeClr val="bg1"/>
                          </a:solidFill>
                          <a:latin typeface="EYInterstate Light" panose="02000506000000020004" pitchFamily="2" charset="0"/>
                        </a:rPr>
                        <a:t>0.0%</a:t>
                      </a:r>
                      <a:endParaRPr lang="en-US" sz="1400" b="1"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1">
                          <a:solidFill>
                            <a:schemeClr val="bg1"/>
                          </a:solidFill>
                          <a:latin typeface="EYInterstate Light" panose="02000506000000020004" pitchFamily="2" charset="0"/>
                        </a:rPr>
                        <a:t>0.0%</a:t>
                      </a:r>
                      <a:endParaRPr lang="en-US" sz="1400" b="1"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1">
                          <a:solidFill>
                            <a:schemeClr val="bg1"/>
                          </a:solidFill>
                          <a:latin typeface="EYInterstate Light" panose="02000506000000020004" pitchFamily="2" charset="0"/>
                        </a:rPr>
                        <a:t>0.0%</a:t>
                      </a:r>
                      <a:endParaRPr lang="en-US" sz="1400" b="1"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1">
                          <a:solidFill>
                            <a:schemeClr val="bg1"/>
                          </a:solidFill>
                          <a:latin typeface="EYInterstate Light" panose="02000506000000020004" pitchFamily="2" charset="0"/>
                        </a:rPr>
                        <a:t>0.0%</a:t>
                      </a:r>
                      <a:endParaRPr lang="en-US" sz="1400" b="1"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1">
                          <a:solidFill>
                            <a:schemeClr val="bg1"/>
                          </a:solidFill>
                          <a:latin typeface="EYInterstate Light" panose="02000506000000020004" pitchFamily="2" charset="0"/>
                        </a:rPr>
                        <a:t>0.0%</a:t>
                      </a:r>
                      <a:endParaRPr lang="en-US" sz="1400" b="1"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1">
                          <a:solidFill>
                            <a:schemeClr val="bg1"/>
                          </a:solidFill>
                          <a:latin typeface="EYInterstate Light" panose="02000506000000020004" pitchFamily="2" charset="0"/>
                        </a:rPr>
                        <a:t>0.0%</a:t>
                      </a:r>
                      <a:endParaRPr lang="en-US" sz="1400" b="1"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1">
                          <a:solidFill>
                            <a:schemeClr val="bg1"/>
                          </a:solidFill>
                          <a:latin typeface="EYInterstate Light" panose="02000506000000020004" pitchFamily="2" charset="0"/>
                        </a:rPr>
                        <a:t>0.0%</a:t>
                      </a:r>
                      <a:endParaRPr lang="en-US" sz="1400" b="1"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1">
                          <a:solidFill>
                            <a:schemeClr val="bg1"/>
                          </a:solidFill>
                          <a:latin typeface="EYInterstate Light" panose="02000506000000020004" pitchFamily="2" charset="0"/>
                        </a:rPr>
                        <a:t>0.0%</a:t>
                      </a:r>
                      <a:endParaRPr lang="en-US" sz="1400" b="1"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1">
                          <a:solidFill>
                            <a:schemeClr val="bg1"/>
                          </a:solidFill>
                          <a:latin typeface="EYInterstate Light" panose="02000506000000020004" pitchFamily="2" charset="0"/>
                        </a:rPr>
                        <a:t>0.0%</a:t>
                      </a:r>
                      <a:endParaRPr lang="en-US" sz="1400" b="1"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1">
                          <a:solidFill>
                            <a:schemeClr val="bg1"/>
                          </a:solidFill>
                          <a:latin typeface="EYInterstate Light" panose="02000506000000020004" pitchFamily="2" charset="0"/>
                        </a:rPr>
                        <a:t>0.0%</a:t>
                      </a:r>
                      <a:endParaRPr lang="en-US" sz="1400" b="1"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1">
                          <a:solidFill>
                            <a:schemeClr val="bg1"/>
                          </a:solidFill>
                          <a:latin typeface="EYInterstate Light" panose="02000506000000020004" pitchFamily="2" charset="0"/>
                        </a:rPr>
                        <a:t>0.0%</a:t>
                      </a:r>
                      <a:endParaRPr lang="en-US" sz="1400" b="1" dirty="0">
                        <a:solidFill>
                          <a:schemeClr val="bg1"/>
                        </a:solidFill>
                        <a:latin typeface="EYInterstate Light" panose="02000506000000020004" pitchFamily="2"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EYInterstate Light"/>
                        </a:defRPr>
                      </a:lvl1pPr>
                      <a:lvl2pPr marL="457200" algn="l" defTabSz="914400" rtl="0" eaLnBrk="1" latinLnBrk="0" hangingPunct="1">
                        <a:defRPr sz="1800" kern="1200">
                          <a:solidFill>
                            <a:schemeClr val="dk1"/>
                          </a:solidFill>
                          <a:latin typeface="EYInterstate Light"/>
                        </a:defRPr>
                      </a:lvl2pPr>
                      <a:lvl3pPr marL="914400" algn="l" defTabSz="914400" rtl="0" eaLnBrk="1" latinLnBrk="0" hangingPunct="1">
                        <a:defRPr sz="1800" kern="1200">
                          <a:solidFill>
                            <a:schemeClr val="dk1"/>
                          </a:solidFill>
                          <a:latin typeface="EYInterstate Light"/>
                        </a:defRPr>
                      </a:lvl3pPr>
                      <a:lvl4pPr marL="1371600" algn="l" defTabSz="914400" rtl="0" eaLnBrk="1" latinLnBrk="0" hangingPunct="1">
                        <a:defRPr sz="1800" kern="1200">
                          <a:solidFill>
                            <a:schemeClr val="dk1"/>
                          </a:solidFill>
                          <a:latin typeface="EYInterstate Light"/>
                        </a:defRPr>
                      </a:lvl4pPr>
                      <a:lvl5pPr marL="1828800" algn="l" defTabSz="914400" rtl="0" eaLnBrk="1" latinLnBrk="0" hangingPunct="1">
                        <a:defRPr sz="1800" kern="1200">
                          <a:solidFill>
                            <a:schemeClr val="dk1"/>
                          </a:solidFill>
                          <a:latin typeface="EYInterstate Light"/>
                        </a:defRPr>
                      </a:lvl5pPr>
                      <a:lvl6pPr marL="2286000" algn="l" defTabSz="914400" rtl="0" eaLnBrk="1" latinLnBrk="0" hangingPunct="1">
                        <a:defRPr sz="1800" kern="1200">
                          <a:solidFill>
                            <a:schemeClr val="dk1"/>
                          </a:solidFill>
                          <a:latin typeface="EYInterstate Light"/>
                        </a:defRPr>
                      </a:lvl6pPr>
                      <a:lvl7pPr marL="2743200" algn="l" defTabSz="914400" rtl="0" eaLnBrk="1" latinLnBrk="0" hangingPunct="1">
                        <a:defRPr sz="1800" kern="1200">
                          <a:solidFill>
                            <a:schemeClr val="dk1"/>
                          </a:solidFill>
                          <a:latin typeface="EYInterstate Light"/>
                        </a:defRPr>
                      </a:lvl7pPr>
                      <a:lvl8pPr marL="3200400" algn="l" defTabSz="914400" rtl="0" eaLnBrk="1" latinLnBrk="0" hangingPunct="1">
                        <a:defRPr sz="1800" kern="1200">
                          <a:solidFill>
                            <a:schemeClr val="dk1"/>
                          </a:solidFill>
                          <a:latin typeface="EYInterstate Light"/>
                        </a:defRPr>
                      </a:lvl8pPr>
                      <a:lvl9pPr marL="3657600" algn="l" defTabSz="914400" rtl="0" eaLnBrk="1" latinLnBrk="0" hangingPunct="1">
                        <a:defRPr sz="1800" kern="1200">
                          <a:solidFill>
                            <a:schemeClr val="dk1"/>
                          </a:solidFill>
                          <a:latin typeface="EYInterstate Light"/>
                        </a:defRPr>
                      </a:lvl9pPr>
                    </a:lstStyle>
                    <a:p>
                      <a:pPr algn="r"/>
                      <a:r>
                        <a:rPr lang="en-US" sz="1400" b="1" dirty="0">
                          <a:solidFill>
                            <a:schemeClr val="bg1"/>
                          </a:solidFill>
                          <a:latin typeface="EYInterstate Light" panose="02000506000000020004" pitchFamily="2" charset="0"/>
                        </a:rPr>
                        <a:t>0.0%</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rgbClr val="747480"/>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2795369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Graphic 10">
            <a:extLst>
              <a:ext uri="{FF2B5EF4-FFF2-40B4-BE49-F238E27FC236}">
                <a16:creationId xmlns:a16="http://schemas.microsoft.com/office/drawing/2014/main" id="{8EE1D67D-8B55-94EC-F9A3-28D3FB0A98A4}"/>
              </a:ext>
              <a:ext uri="{C183D7F6-B498-43B3-948B-1728B52AA6E4}">
                <adec:decorative xmlns:adec="http://schemas.microsoft.com/office/drawing/2017/decorative" val="1"/>
              </a:ext>
            </a:extLst>
          </p:cNvPr>
          <p:cNvSpPr>
            <a:spLocks/>
          </p:cNvSpPr>
          <p:nvPr/>
        </p:nvSpPr>
        <p:spPr>
          <a:xfrm>
            <a:off x="622892" y="1758977"/>
            <a:ext cx="10960909" cy="3504125"/>
          </a:xfrm>
          <a:custGeom>
            <a:avLst/>
            <a:gdLst>
              <a:gd name="connsiteX0" fmla="*/ 9982 w 9495792"/>
              <a:gd name="connsiteY0" fmla="*/ 9982 h 4516976"/>
              <a:gd name="connsiteX1" fmla="*/ 8366842 w 9495792"/>
              <a:gd name="connsiteY1" fmla="*/ 9982 h 4516976"/>
              <a:gd name="connsiteX2" fmla="*/ 9493270 w 9495792"/>
              <a:gd name="connsiteY2" fmla="*/ 1136410 h 4516976"/>
              <a:gd name="connsiteX3" fmla="*/ 9493270 w 9495792"/>
              <a:gd name="connsiteY3" fmla="*/ 1136410 h 4516976"/>
              <a:gd name="connsiteX4" fmla="*/ 8366842 w 9495792"/>
              <a:gd name="connsiteY4" fmla="*/ 2262838 h 4516976"/>
              <a:gd name="connsiteX5" fmla="*/ 1136410 w 9495792"/>
              <a:gd name="connsiteY5" fmla="*/ 2262838 h 4516976"/>
              <a:gd name="connsiteX6" fmla="*/ 9982 w 9495792"/>
              <a:gd name="connsiteY6" fmla="*/ 3389265 h 4516976"/>
              <a:gd name="connsiteX7" fmla="*/ 9982 w 9495792"/>
              <a:gd name="connsiteY7" fmla="*/ 3389265 h 4516976"/>
              <a:gd name="connsiteX8" fmla="*/ 1136410 w 9495792"/>
              <a:gd name="connsiteY8" fmla="*/ 4515693 h 4516976"/>
              <a:gd name="connsiteX9" fmla="*/ 9493270 w 9495792"/>
              <a:gd name="connsiteY9" fmla="*/ 4515693 h 4516976"/>
              <a:gd name="connsiteX0" fmla="*/ 0 w 9483288"/>
              <a:gd name="connsiteY0" fmla="*/ 0 h 4505711"/>
              <a:gd name="connsiteX1" fmla="*/ 8356860 w 9483288"/>
              <a:gd name="connsiteY1" fmla="*/ 0 h 4505711"/>
              <a:gd name="connsiteX2" fmla="*/ 9483288 w 9483288"/>
              <a:gd name="connsiteY2" fmla="*/ 1126428 h 4505711"/>
              <a:gd name="connsiteX3" fmla="*/ 9483288 w 9483288"/>
              <a:gd name="connsiteY3" fmla="*/ 1126428 h 4505711"/>
              <a:gd name="connsiteX4" fmla="*/ 8356860 w 9483288"/>
              <a:gd name="connsiteY4" fmla="*/ 2252856 h 4505711"/>
              <a:gd name="connsiteX5" fmla="*/ 1126428 w 9483288"/>
              <a:gd name="connsiteY5" fmla="*/ 2252856 h 4505711"/>
              <a:gd name="connsiteX6" fmla="*/ 0 w 9483288"/>
              <a:gd name="connsiteY6" fmla="*/ 3379283 h 4505711"/>
              <a:gd name="connsiteX7" fmla="*/ 0 w 9483288"/>
              <a:gd name="connsiteY7" fmla="*/ 3379283 h 4505711"/>
              <a:gd name="connsiteX8" fmla="*/ 1126428 w 9483288"/>
              <a:gd name="connsiteY8" fmla="*/ 4505711 h 4505711"/>
              <a:gd name="connsiteX9" fmla="*/ 3782355 w 9483288"/>
              <a:gd name="connsiteY9" fmla="*/ 4478092 h 4505711"/>
              <a:gd name="connsiteX10" fmla="*/ 9483288 w 9483288"/>
              <a:gd name="connsiteY10" fmla="*/ 4505711 h 4505711"/>
              <a:gd name="connsiteX0" fmla="*/ 0 w 9483288"/>
              <a:gd name="connsiteY0" fmla="*/ 0 h 4505711"/>
              <a:gd name="connsiteX1" fmla="*/ 8356860 w 9483288"/>
              <a:gd name="connsiteY1" fmla="*/ 0 h 4505711"/>
              <a:gd name="connsiteX2" fmla="*/ 9483288 w 9483288"/>
              <a:gd name="connsiteY2" fmla="*/ 1126428 h 4505711"/>
              <a:gd name="connsiteX3" fmla="*/ 9483288 w 9483288"/>
              <a:gd name="connsiteY3" fmla="*/ 1126428 h 4505711"/>
              <a:gd name="connsiteX4" fmla="*/ 8356860 w 9483288"/>
              <a:gd name="connsiteY4" fmla="*/ 2252856 h 4505711"/>
              <a:gd name="connsiteX5" fmla="*/ 1126428 w 9483288"/>
              <a:gd name="connsiteY5" fmla="*/ 2252856 h 4505711"/>
              <a:gd name="connsiteX6" fmla="*/ 0 w 9483288"/>
              <a:gd name="connsiteY6" fmla="*/ 3379283 h 4505711"/>
              <a:gd name="connsiteX7" fmla="*/ 0 w 9483288"/>
              <a:gd name="connsiteY7" fmla="*/ 3379283 h 4505711"/>
              <a:gd name="connsiteX8" fmla="*/ 1126428 w 9483288"/>
              <a:gd name="connsiteY8" fmla="*/ 4505711 h 4505711"/>
              <a:gd name="connsiteX9" fmla="*/ 3782355 w 9483288"/>
              <a:gd name="connsiteY9" fmla="*/ 4478092 h 4505711"/>
              <a:gd name="connsiteX0" fmla="*/ 0 w 9483288"/>
              <a:gd name="connsiteY0" fmla="*/ 0 h 4505711"/>
              <a:gd name="connsiteX1" fmla="*/ 8356860 w 9483288"/>
              <a:gd name="connsiteY1" fmla="*/ 0 h 4505711"/>
              <a:gd name="connsiteX2" fmla="*/ 9483288 w 9483288"/>
              <a:gd name="connsiteY2" fmla="*/ 1126428 h 4505711"/>
              <a:gd name="connsiteX3" fmla="*/ 9483288 w 9483288"/>
              <a:gd name="connsiteY3" fmla="*/ 1126428 h 4505711"/>
              <a:gd name="connsiteX4" fmla="*/ 8356860 w 9483288"/>
              <a:gd name="connsiteY4" fmla="*/ 2252856 h 4505711"/>
              <a:gd name="connsiteX5" fmla="*/ 1126428 w 9483288"/>
              <a:gd name="connsiteY5" fmla="*/ 2252856 h 4505711"/>
              <a:gd name="connsiteX6" fmla="*/ 0 w 9483288"/>
              <a:gd name="connsiteY6" fmla="*/ 3379283 h 4505711"/>
              <a:gd name="connsiteX7" fmla="*/ 0 w 9483288"/>
              <a:gd name="connsiteY7" fmla="*/ 3379283 h 4505711"/>
              <a:gd name="connsiteX8" fmla="*/ 1126428 w 9483288"/>
              <a:gd name="connsiteY8" fmla="*/ 4505711 h 4505711"/>
              <a:gd name="connsiteX9" fmla="*/ 3787435 w 9483288"/>
              <a:gd name="connsiteY9" fmla="*/ 4493864 h 4505711"/>
              <a:gd name="connsiteX0" fmla="*/ 0 w 9483288"/>
              <a:gd name="connsiteY0" fmla="*/ 0 h 4520151"/>
              <a:gd name="connsiteX1" fmla="*/ 8356860 w 9483288"/>
              <a:gd name="connsiteY1" fmla="*/ 0 h 4520151"/>
              <a:gd name="connsiteX2" fmla="*/ 9483288 w 9483288"/>
              <a:gd name="connsiteY2" fmla="*/ 1126428 h 4520151"/>
              <a:gd name="connsiteX3" fmla="*/ 9483288 w 9483288"/>
              <a:gd name="connsiteY3" fmla="*/ 1126428 h 4520151"/>
              <a:gd name="connsiteX4" fmla="*/ 8356860 w 9483288"/>
              <a:gd name="connsiteY4" fmla="*/ 2252856 h 4520151"/>
              <a:gd name="connsiteX5" fmla="*/ 1126428 w 9483288"/>
              <a:gd name="connsiteY5" fmla="*/ 2252856 h 4520151"/>
              <a:gd name="connsiteX6" fmla="*/ 0 w 9483288"/>
              <a:gd name="connsiteY6" fmla="*/ 3379283 h 4520151"/>
              <a:gd name="connsiteX7" fmla="*/ 0 w 9483288"/>
              <a:gd name="connsiteY7" fmla="*/ 3379283 h 4520151"/>
              <a:gd name="connsiteX8" fmla="*/ 1126428 w 9483288"/>
              <a:gd name="connsiteY8" fmla="*/ 4505711 h 4520151"/>
              <a:gd name="connsiteX9" fmla="*/ 3787435 w 9483288"/>
              <a:gd name="connsiteY9" fmla="*/ 4520151 h 4520151"/>
              <a:gd name="connsiteX0" fmla="*/ 0 w 13241970"/>
              <a:gd name="connsiteY0" fmla="*/ 28921 h 4520151"/>
              <a:gd name="connsiteX1" fmla="*/ 12115542 w 13241970"/>
              <a:gd name="connsiteY1" fmla="*/ 0 h 4520151"/>
              <a:gd name="connsiteX2" fmla="*/ 13241970 w 13241970"/>
              <a:gd name="connsiteY2" fmla="*/ 1126428 h 4520151"/>
              <a:gd name="connsiteX3" fmla="*/ 13241970 w 13241970"/>
              <a:gd name="connsiteY3" fmla="*/ 1126428 h 4520151"/>
              <a:gd name="connsiteX4" fmla="*/ 12115542 w 13241970"/>
              <a:gd name="connsiteY4" fmla="*/ 2252856 h 4520151"/>
              <a:gd name="connsiteX5" fmla="*/ 4885110 w 13241970"/>
              <a:gd name="connsiteY5" fmla="*/ 2252856 h 4520151"/>
              <a:gd name="connsiteX6" fmla="*/ 3758682 w 13241970"/>
              <a:gd name="connsiteY6" fmla="*/ 3379283 h 4520151"/>
              <a:gd name="connsiteX7" fmla="*/ 3758682 w 13241970"/>
              <a:gd name="connsiteY7" fmla="*/ 3379283 h 4520151"/>
              <a:gd name="connsiteX8" fmla="*/ 4885110 w 13241970"/>
              <a:gd name="connsiteY8" fmla="*/ 4505711 h 4520151"/>
              <a:gd name="connsiteX9" fmla="*/ 7546117 w 13241970"/>
              <a:gd name="connsiteY9" fmla="*/ 4520151 h 4520151"/>
              <a:gd name="connsiteX0" fmla="*/ 0 w 13241970"/>
              <a:gd name="connsiteY0" fmla="*/ 28921 h 4520151"/>
              <a:gd name="connsiteX1" fmla="*/ 12115542 w 13241970"/>
              <a:gd name="connsiteY1" fmla="*/ 0 h 4520151"/>
              <a:gd name="connsiteX2" fmla="*/ 13241970 w 13241970"/>
              <a:gd name="connsiteY2" fmla="*/ 1126428 h 4520151"/>
              <a:gd name="connsiteX3" fmla="*/ 13241970 w 13241970"/>
              <a:gd name="connsiteY3" fmla="*/ 1126428 h 4520151"/>
              <a:gd name="connsiteX4" fmla="*/ 12115542 w 13241970"/>
              <a:gd name="connsiteY4" fmla="*/ 2252856 h 4520151"/>
              <a:gd name="connsiteX5" fmla="*/ 497654 w 13241970"/>
              <a:gd name="connsiteY5" fmla="*/ 2238396 h 4520151"/>
              <a:gd name="connsiteX6" fmla="*/ 3758682 w 13241970"/>
              <a:gd name="connsiteY6" fmla="*/ 3379283 h 4520151"/>
              <a:gd name="connsiteX7" fmla="*/ 3758682 w 13241970"/>
              <a:gd name="connsiteY7" fmla="*/ 3379283 h 4520151"/>
              <a:gd name="connsiteX8" fmla="*/ 4885110 w 13241970"/>
              <a:gd name="connsiteY8" fmla="*/ 4505711 h 4520151"/>
              <a:gd name="connsiteX9" fmla="*/ 7546117 w 13241970"/>
              <a:gd name="connsiteY9" fmla="*/ 4520151 h 4520151"/>
              <a:gd name="connsiteX0" fmla="*/ 0 w 13241970"/>
              <a:gd name="connsiteY0" fmla="*/ 28921 h 4578014"/>
              <a:gd name="connsiteX1" fmla="*/ 12115542 w 13241970"/>
              <a:gd name="connsiteY1" fmla="*/ 0 h 4578014"/>
              <a:gd name="connsiteX2" fmla="*/ 13241970 w 13241970"/>
              <a:gd name="connsiteY2" fmla="*/ 1126428 h 4578014"/>
              <a:gd name="connsiteX3" fmla="*/ 13241970 w 13241970"/>
              <a:gd name="connsiteY3" fmla="*/ 1126428 h 4578014"/>
              <a:gd name="connsiteX4" fmla="*/ 12115542 w 13241970"/>
              <a:gd name="connsiteY4" fmla="*/ 2252856 h 4578014"/>
              <a:gd name="connsiteX5" fmla="*/ 497654 w 13241970"/>
              <a:gd name="connsiteY5" fmla="*/ 2238396 h 4578014"/>
              <a:gd name="connsiteX6" fmla="*/ 3758682 w 13241970"/>
              <a:gd name="connsiteY6" fmla="*/ 3379283 h 4578014"/>
              <a:gd name="connsiteX7" fmla="*/ 3758682 w 13241970"/>
              <a:gd name="connsiteY7" fmla="*/ 3379283 h 4578014"/>
              <a:gd name="connsiteX8" fmla="*/ 567517 w 13241970"/>
              <a:gd name="connsiteY8" fmla="*/ 4578014 h 4578014"/>
              <a:gd name="connsiteX9" fmla="*/ 7546117 w 13241970"/>
              <a:gd name="connsiteY9" fmla="*/ 4520151 h 4578014"/>
              <a:gd name="connsiteX0" fmla="*/ 307401 w 13549371"/>
              <a:gd name="connsiteY0" fmla="*/ 28921 h 4578014"/>
              <a:gd name="connsiteX1" fmla="*/ 12422943 w 13549371"/>
              <a:gd name="connsiteY1" fmla="*/ 0 h 4578014"/>
              <a:gd name="connsiteX2" fmla="*/ 13549371 w 13549371"/>
              <a:gd name="connsiteY2" fmla="*/ 1126428 h 4578014"/>
              <a:gd name="connsiteX3" fmla="*/ 13549371 w 13549371"/>
              <a:gd name="connsiteY3" fmla="*/ 1126428 h 4578014"/>
              <a:gd name="connsiteX4" fmla="*/ 12422943 w 13549371"/>
              <a:gd name="connsiteY4" fmla="*/ 2252856 h 4578014"/>
              <a:gd name="connsiteX5" fmla="*/ 805055 w 13549371"/>
              <a:gd name="connsiteY5" fmla="*/ 2238396 h 4578014"/>
              <a:gd name="connsiteX6" fmla="*/ 4066083 w 13549371"/>
              <a:gd name="connsiteY6" fmla="*/ 3379283 h 4578014"/>
              <a:gd name="connsiteX7" fmla="*/ 0 w 13549371"/>
              <a:gd name="connsiteY7" fmla="*/ 3335901 h 4578014"/>
              <a:gd name="connsiteX8" fmla="*/ 874918 w 13549371"/>
              <a:gd name="connsiteY8" fmla="*/ 4578014 h 4578014"/>
              <a:gd name="connsiteX9" fmla="*/ 7853518 w 13549371"/>
              <a:gd name="connsiteY9" fmla="*/ 4520151 h 4578014"/>
              <a:gd name="connsiteX0" fmla="*/ 307401 w 13549371"/>
              <a:gd name="connsiteY0" fmla="*/ 28921 h 4578014"/>
              <a:gd name="connsiteX1" fmla="*/ 12422943 w 13549371"/>
              <a:gd name="connsiteY1" fmla="*/ 0 h 4578014"/>
              <a:gd name="connsiteX2" fmla="*/ 13549371 w 13549371"/>
              <a:gd name="connsiteY2" fmla="*/ 1126428 h 4578014"/>
              <a:gd name="connsiteX3" fmla="*/ 13549371 w 13549371"/>
              <a:gd name="connsiteY3" fmla="*/ 1126428 h 4578014"/>
              <a:gd name="connsiteX4" fmla="*/ 12422943 w 13549371"/>
              <a:gd name="connsiteY4" fmla="*/ 2252856 h 4578014"/>
              <a:gd name="connsiteX5" fmla="*/ 805055 w 13549371"/>
              <a:gd name="connsiteY5" fmla="*/ 2238396 h 4578014"/>
              <a:gd name="connsiteX6" fmla="*/ 13975 w 13549371"/>
              <a:gd name="connsiteY6" fmla="*/ 3335901 h 4578014"/>
              <a:gd name="connsiteX7" fmla="*/ 0 w 13549371"/>
              <a:gd name="connsiteY7" fmla="*/ 3335901 h 4578014"/>
              <a:gd name="connsiteX8" fmla="*/ 874918 w 13549371"/>
              <a:gd name="connsiteY8" fmla="*/ 4578014 h 4578014"/>
              <a:gd name="connsiteX9" fmla="*/ 7853518 w 13549371"/>
              <a:gd name="connsiteY9" fmla="*/ 4520151 h 4578014"/>
              <a:gd name="connsiteX0" fmla="*/ 293426 w 13535396"/>
              <a:gd name="connsiteY0" fmla="*/ 28921 h 4578014"/>
              <a:gd name="connsiteX1" fmla="*/ 12408968 w 13535396"/>
              <a:gd name="connsiteY1" fmla="*/ 0 h 4578014"/>
              <a:gd name="connsiteX2" fmla="*/ 13535396 w 13535396"/>
              <a:gd name="connsiteY2" fmla="*/ 1126428 h 4578014"/>
              <a:gd name="connsiteX3" fmla="*/ 13535396 w 13535396"/>
              <a:gd name="connsiteY3" fmla="*/ 1126428 h 4578014"/>
              <a:gd name="connsiteX4" fmla="*/ 12408968 w 13535396"/>
              <a:gd name="connsiteY4" fmla="*/ 2252856 h 4578014"/>
              <a:gd name="connsiteX5" fmla="*/ 791080 w 13535396"/>
              <a:gd name="connsiteY5" fmla="*/ 2238396 h 4578014"/>
              <a:gd name="connsiteX6" fmla="*/ 0 w 13535396"/>
              <a:gd name="connsiteY6" fmla="*/ 3335901 h 4578014"/>
              <a:gd name="connsiteX7" fmla="*/ 23752 w 13535396"/>
              <a:gd name="connsiteY7" fmla="*/ 3335901 h 4578014"/>
              <a:gd name="connsiteX8" fmla="*/ 860943 w 13535396"/>
              <a:gd name="connsiteY8" fmla="*/ 4578014 h 4578014"/>
              <a:gd name="connsiteX9" fmla="*/ 7839543 w 13535396"/>
              <a:gd name="connsiteY9" fmla="*/ 4520151 h 4578014"/>
              <a:gd name="connsiteX0" fmla="*/ 307400 w 13549370"/>
              <a:gd name="connsiteY0" fmla="*/ 28921 h 4578014"/>
              <a:gd name="connsiteX1" fmla="*/ 12422942 w 13549370"/>
              <a:gd name="connsiteY1" fmla="*/ 0 h 4578014"/>
              <a:gd name="connsiteX2" fmla="*/ 13549370 w 13549370"/>
              <a:gd name="connsiteY2" fmla="*/ 1126428 h 4578014"/>
              <a:gd name="connsiteX3" fmla="*/ 13549370 w 13549370"/>
              <a:gd name="connsiteY3" fmla="*/ 1126428 h 4578014"/>
              <a:gd name="connsiteX4" fmla="*/ 12422942 w 13549370"/>
              <a:gd name="connsiteY4" fmla="*/ 2252856 h 4578014"/>
              <a:gd name="connsiteX5" fmla="*/ 805054 w 13549370"/>
              <a:gd name="connsiteY5" fmla="*/ 2238396 h 4578014"/>
              <a:gd name="connsiteX6" fmla="*/ 13974 w 13549370"/>
              <a:gd name="connsiteY6" fmla="*/ 3335901 h 4578014"/>
              <a:gd name="connsiteX7" fmla="*/ 0 w 13549370"/>
              <a:gd name="connsiteY7" fmla="*/ 3326140 h 4578014"/>
              <a:gd name="connsiteX8" fmla="*/ 874917 w 13549370"/>
              <a:gd name="connsiteY8" fmla="*/ 4578014 h 4578014"/>
              <a:gd name="connsiteX9" fmla="*/ 7853517 w 13549370"/>
              <a:gd name="connsiteY9" fmla="*/ 4520151 h 4578014"/>
              <a:gd name="connsiteX0" fmla="*/ 293426 w 13535396"/>
              <a:gd name="connsiteY0" fmla="*/ 28921 h 4578014"/>
              <a:gd name="connsiteX1" fmla="*/ 12408968 w 13535396"/>
              <a:gd name="connsiteY1" fmla="*/ 0 h 4578014"/>
              <a:gd name="connsiteX2" fmla="*/ 13535396 w 13535396"/>
              <a:gd name="connsiteY2" fmla="*/ 1126428 h 4578014"/>
              <a:gd name="connsiteX3" fmla="*/ 13535396 w 13535396"/>
              <a:gd name="connsiteY3" fmla="*/ 1126428 h 4578014"/>
              <a:gd name="connsiteX4" fmla="*/ 12408968 w 13535396"/>
              <a:gd name="connsiteY4" fmla="*/ 2252856 h 4578014"/>
              <a:gd name="connsiteX5" fmla="*/ 791080 w 13535396"/>
              <a:gd name="connsiteY5" fmla="*/ 2238396 h 4578014"/>
              <a:gd name="connsiteX6" fmla="*/ 0 w 13535396"/>
              <a:gd name="connsiteY6" fmla="*/ 3335901 h 4578014"/>
              <a:gd name="connsiteX7" fmla="*/ 3710 w 13535396"/>
              <a:gd name="connsiteY7" fmla="*/ 3326140 h 4578014"/>
              <a:gd name="connsiteX8" fmla="*/ 860943 w 13535396"/>
              <a:gd name="connsiteY8" fmla="*/ 4578014 h 4578014"/>
              <a:gd name="connsiteX9" fmla="*/ 7839543 w 13535396"/>
              <a:gd name="connsiteY9" fmla="*/ 4520151 h 4578014"/>
              <a:gd name="connsiteX0" fmla="*/ 301506 w 13543476"/>
              <a:gd name="connsiteY0" fmla="*/ 28921 h 4578014"/>
              <a:gd name="connsiteX1" fmla="*/ 12417048 w 13543476"/>
              <a:gd name="connsiteY1" fmla="*/ 0 h 4578014"/>
              <a:gd name="connsiteX2" fmla="*/ 13543476 w 13543476"/>
              <a:gd name="connsiteY2" fmla="*/ 1126428 h 4578014"/>
              <a:gd name="connsiteX3" fmla="*/ 13543476 w 13543476"/>
              <a:gd name="connsiteY3" fmla="*/ 1126428 h 4578014"/>
              <a:gd name="connsiteX4" fmla="*/ 12417048 w 13543476"/>
              <a:gd name="connsiteY4" fmla="*/ 2252856 h 4578014"/>
              <a:gd name="connsiteX5" fmla="*/ 799160 w 13543476"/>
              <a:gd name="connsiteY5" fmla="*/ 2238396 h 4578014"/>
              <a:gd name="connsiteX6" fmla="*/ 8080 w 13543476"/>
              <a:gd name="connsiteY6" fmla="*/ 3335901 h 4578014"/>
              <a:gd name="connsiteX7" fmla="*/ 0 w 13543476"/>
              <a:gd name="connsiteY7" fmla="*/ 3326140 h 4578014"/>
              <a:gd name="connsiteX8" fmla="*/ 869023 w 13543476"/>
              <a:gd name="connsiteY8" fmla="*/ 4578014 h 4578014"/>
              <a:gd name="connsiteX9" fmla="*/ 7847623 w 13543476"/>
              <a:gd name="connsiteY9" fmla="*/ 4520151 h 4578014"/>
              <a:gd name="connsiteX0" fmla="*/ 295611 w 13537581"/>
              <a:gd name="connsiteY0" fmla="*/ 28921 h 4578014"/>
              <a:gd name="connsiteX1" fmla="*/ 12411153 w 13537581"/>
              <a:gd name="connsiteY1" fmla="*/ 0 h 4578014"/>
              <a:gd name="connsiteX2" fmla="*/ 13537581 w 13537581"/>
              <a:gd name="connsiteY2" fmla="*/ 1126428 h 4578014"/>
              <a:gd name="connsiteX3" fmla="*/ 13537581 w 13537581"/>
              <a:gd name="connsiteY3" fmla="*/ 1126428 h 4578014"/>
              <a:gd name="connsiteX4" fmla="*/ 12411153 w 13537581"/>
              <a:gd name="connsiteY4" fmla="*/ 2252856 h 4578014"/>
              <a:gd name="connsiteX5" fmla="*/ 793265 w 13537581"/>
              <a:gd name="connsiteY5" fmla="*/ 2238396 h 4578014"/>
              <a:gd name="connsiteX6" fmla="*/ 2185 w 13537581"/>
              <a:gd name="connsiteY6" fmla="*/ 3335901 h 4578014"/>
              <a:gd name="connsiteX7" fmla="*/ 0 w 13537581"/>
              <a:gd name="connsiteY7" fmla="*/ 3332240 h 4578014"/>
              <a:gd name="connsiteX8" fmla="*/ 863128 w 13537581"/>
              <a:gd name="connsiteY8" fmla="*/ 4578014 h 4578014"/>
              <a:gd name="connsiteX9" fmla="*/ 7841728 w 13537581"/>
              <a:gd name="connsiteY9" fmla="*/ 4520151 h 4578014"/>
              <a:gd name="connsiteX0" fmla="*/ 293426 w 13535396"/>
              <a:gd name="connsiteY0" fmla="*/ 28921 h 4578014"/>
              <a:gd name="connsiteX1" fmla="*/ 12408968 w 13535396"/>
              <a:gd name="connsiteY1" fmla="*/ 0 h 4578014"/>
              <a:gd name="connsiteX2" fmla="*/ 13535396 w 13535396"/>
              <a:gd name="connsiteY2" fmla="*/ 1126428 h 4578014"/>
              <a:gd name="connsiteX3" fmla="*/ 13535396 w 13535396"/>
              <a:gd name="connsiteY3" fmla="*/ 1126428 h 4578014"/>
              <a:gd name="connsiteX4" fmla="*/ 12408968 w 13535396"/>
              <a:gd name="connsiteY4" fmla="*/ 2252856 h 4578014"/>
              <a:gd name="connsiteX5" fmla="*/ 791080 w 13535396"/>
              <a:gd name="connsiteY5" fmla="*/ 2238396 h 4578014"/>
              <a:gd name="connsiteX6" fmla="*/ 0 w 13535396"/>
              <a:gd name="connsiteY6" fmla="*/ 3335901 h 4578014"/>
              <a:gd name="connsiteX7" fmla="*/ 3710 w 13535396"/>
              <a:gd name="connsiteY7" fmla="*/ 3338340 h 4578014"/>
              <a:gd name="connsiteX8" fmla="*/ 860943 w 13535396"/>
              <a:gd name="connsiteY8" fmla="*/ 4578014 h 4578014"/>
              <a:gd name="connsiteX9" fmla="*/ 7839543 w 13535396"/>
              <a:gd name="connsiteY9" fmla="*/ 4520151 h 4578014"/>
              <a:gd name="connsiteX0" fmla="*/ 301506 w 13543476"/>
              <a:gd name="connsiteY0" fmla="*/ 28921 h 4578014"/>
              <a:gd name="connsiteX1" fmla="*/ 12417048 w 13543476"/>
              <a:gd name="connsiteY1" fmla="*/ 0 h 4578014"/>
              <a:gd name="connsiteX2" fmla="*/ 13543476 w 13543476"/>
              <a:gd name="connsiteY2" fmla="*/ 1126428 h 4578014"/>
              <a:gd name="connsiteX3" fmla="*/ 13543476 w 13543476"/>
              <a:gd name="connsiteY3" fmla="*/ 1126428 h 4578014"/>
              <a:gd name="connsiteX4" fmla="*/ 12417048 w 13543476"/>
              <a:gd name="connsiteY4" fmla="*/ 2252856 h 4578014"/>
              <a:gd name="connsiteX5" fmla="*/ 799160 w 13543476"/>
              <a:gd name="connsiteY5" fmla="*/ 2238396 h 4578014"/>
              <a:gd name="connsiteX6" fmla="*/ 8080 w 13543476"/>
              <a:gd name="connsiteY6" fmla="*/ 3335901 h 4578014"/>
              <a:gd name="connsiteX7" fmla="*/ 0 w 13543476"/>
              <a:gd name="connsiteY7" fmla="*/ 3335290 h 4578014"/>
              <a:gd name="connsiteX8" fmla="*/ 869023 w 13543476"/>
              <a:gd name="connsiteY8" fmla="*/ 4578014 h 4578014"/>
              <a:gd name="connsiteX9" fmla="*/ 7847623 w 13543476"/>
              <a:gd name="connsiteY9" fmla="*/ 4520151 h 4578014"/>
              <a:gd name="connsiteX0" fmla="*/ 301506 w 13543476"/>
              <a:gd name="connsiteY0" fmla="*/ 28921 h 4578014"/>
              <a:gd name="connsiteX1" fmla="*/ 12417048 w 13543476"/>
              <a:gd name="connsiteY1" fmla="*/ 0 h 4578014"/>
              <a:gd name="connsiteX2" fmla="*/ 13543476 w 13543476"/>
              <a:gd name="connsiteY2" fmla="*/ 1126428 h 4578014"/>
              <a:gd name="connsiteX3" fmla="*/ 13543476 w 13543476"/>
              <a:gd name="connsiteY3" fmla="*/ 1126428 h 4578014"/>
              <a:gd name="connsiteX4" fmla="*/ 12417048 w 13543476"/>
              <a:gd name="connsiteY4" fmla="*/ 2252856 h 4578014"/>
              <a:gd name="connsiteX5" fmla="*/ 799160 w 13543476"/>
              <a:gd name="connsiteY5" fmla="*/ 2238396 h 4578014"/>
              <a:gd name="connsiteX6" fmla="*/ 8080 w 13543476"/>
              <a:gd name="connsiteY6" fmla="*/ 3335901 h 4578014"/>
              <a:gd name="connsiteX7" fmla="*/ 0 w 13543476"/>
              <a:gd name="connsiteY7" fmla="*/ 3338341 h 4578014"/>
              <a:gd name="connsiteX8" fmla="*/ 869023 w 13543476"/>
              <a:gd name="connsiteY8" fmla="*/ 4578014 h 4578014"/>
              <a:gd name="connsiteX9" fmla="*/ 7847623 w 13543476"/>
              <a:gd name="connsiteY9" fmla="*/ 4520151 h 4578014"/>
              <a:gd name="connsiteX0" fmla="*/ 295612 w 13537582"/>
              <a:gd name="connsiteY0" fmla="*/ 28921 h 4578014"/>
              <a:gd name="connsiteX1" fmla="*/ 12411154 w 13537582"/>
              <a:gd name="connsiteY1" fmla="*/ 0 h 4578014"/>
              <a:gd name="connsiteX2" fmla="*/ 13537582 w 13537582"/>
              <a:gd name="connsiteY2" fmla="*/ 1126428 h 4578014"/>
              <a:gd name="connsiteX3" fmla="*/ 13537582 w 13537582"/>
              <a:gd name="connsiteY3" fmla="*/ 1126428 h 4578014"/>
              <a:gd name="connsiteX4" fmla="*/ 12411154 w 13537582"/>
              <a:gd name="connsiteY4" fmla="*/ 2252856 h 4578014"/>
              <a:gd name="connsiteX5" fmla="*/ 793266 w 13537582"/>
              <a:gd name="connsiteY5" fmla="*/ 2238396 h 4578014"/>
              <a:gd name="connsiteX6" fmla="*/ 2186 w 13537582"/>
              <a:gd name="connsiteY6" fmla="*/ 3335901 h 4578014"/>
              <a:gd name="connsiteX7" fmla="*/ 0 w 13537582"/>
              <a:gd name="connsiteY7" fmla="*/ 3341391 h 4578014"/>
              <a:gd name="connsiteX8" fmla="*/ 863129 w 13537582"/>
              <a:gd name="connsiteY8" fmla="*/ 4578014 h 4578014"/>
              <a:gd name="connsiteX9" fmla="*/ 7841729 w 13537582"/>
              <a:gd name="connsiteY9" fmla="*/ 4520151 h 4578014"/>
              <a:gd name="connsiteX0" fmla="*/ 295612 w 13537582"/>
              <a:gd name="connsiteY0" fmla="*/ 28921 h 4578014"/>
              <a:gd name="connsiteX1" fmla="*/ 12411154 w 13537582"/>
              <a:gd name="connsiteY1" fmla="*/ 0 h 4578014"/>
              <a:gd name="connsiteX2" fmla="*/ 13537582 w 13537582"/>
              <a:gd name="connsiteY2" fmla="*/ 1126428 h 4578014"/>
              <a:gd name="connsiteX3" fmla="*/ 13537582 w 13537582"/>
              <a:gd name="connsiteY3" fmla="*/ 1126428 h 4578014"/>
              <a:gd name="connsiteX4" fmla="*/ 12411154 w 13537582"/>
              <a:gd name="connsiteY4" fmla="*/ 2252856 h 4578014"/>
              <a:gd name="connsiteX5" fmla="*/ 793266 w 13537582"/>
              <a:gd name="connsiteY5" fmla="*/ 2238396 h 4578014"/>
              <a:gd name="connsiteX6" fmla="*/ 2186 w 13537582"/>
              <a:gd name="connsiteY6" fmla="*/ 3335901 h 4578014"/>
              <a:gd name="connsiteX7" fmla="*/ 0 w 13537582"/>
              <a:gd name="connsiteY7" fmla="*/ 3341391 h 4578014"/>
              <a:gd name="connsiteX8" fmla="*/ 863129 w 13537582"/>
              <a:gd name="connsiteY8" fmla="*/ 4578014 h 4578014"/>
              <a:gd name="connsiteX9" fmla="*/ 7841729 w 13537582"/>
              <a:gd name="connsiteY9" fmla="*/ 4520151 h 4578014"/>
              <a:gd name="connsiteX0" fmla="*/ 293426 w 13535396"/>
              <a:gd name="connsiteY0" fmla="*/ 28921 h 4578014"/>
              <a:gd name="connsiteX1" fmla="*/ 12408968 w 13535396"/>
              <a:gd name="connsiteY1" fmla="*/ 0 h 4578014"/>
              <a:gd name="connsiteX2" fmla="*/ 13535396 w 13535396"/>
              <a:gd name="connsiteY2" fmla="*/ 1126428 h 4578014"/>
              <a:gd name="connsiteX3" fmla="*/ 13535396 w 13535396"/>
              <a:gd name="connsiteY3" fmla="*/ 1126428 h 4578014"/>
              <a:gd name="connsiteX4" fmla="*/ 12408968 w 13535396"/>
              <a:gd name="connsiteY4" fmla="*/ 2252856 h 4578014"/>
              <a:gd name="connsiteX5" fmla="*/ 791080 w 13535396"/>
              <a:gd name="connsiteY5" fmla="*/ 2238396 h 4578014"/>
              <a:gd name="connsiteX6" fmla="*/ 0 w 13535396"/>
              <a:gd name="connsiteY6" fmla="*/ 3335901 h 4578014"/>
              <a:gd name="connsiteX7" fmla="*/ 3708 w 13535396"/>
              <a:gd name="connsiteY7" fmla="*/ 3320039 h 4578014"/>
              <a:gd name="connsiteX8" fmla="*/ 860943 w 13535396"/>
              <a:gd name="connsiteY8" fmla="*/ 4578014 h 4578014"/>
              <a:gd name="connsiteX9" fmla="*/ 7839543 w 13535396"/>
              <a:gd name="connsiteY9" fmla="*/ 4520151 h 4578014"/>
              <a:gd name="connsiteX0" fmla="*/ 298560 w 13540530"/>
              <a:gd name="connsiteY0" fmla="*/ 28921 h 4578014"/>
              <a:gd name="connsiteX1" fmla="*/ 12414102 w 13540530"/>
              <a:gd name="connsiteY1" fmla="*/ 0 h 4578014"/>
              <a:gd name="connsiteX2" fmla="*/ 13540530 w 13540530"/>
              <a:gd name="connsiteY2" fmla="*/ 1126428 h 4578014"/>
              <a:gd name="connsiteX3" fmla="*/ 13540530 w 13540530"/>
              <a:gd name="connsiteY3" fmla="*/ 1126428 h 4578014"/>
              <a:gd name="connsiteX4" fmla="*/ 12414102 w 13540530"/>
              <a:gd name="connsiteY4" fmla="*/ 2252856 h 4578014"/>
              <a:gd name="connsiteX5" fmla="*/ 796214 w 13540530"/>
              <a:gd name="connsiteY5" fmla="*/ 2238396 h 4578014"/>
              <a:gd name="connsiteX6" fmla="*/ 5134 w 13540530"/>
              <a:gd name="connsiteY6" fmla="*/ 3335901 h 4578014"/>
              <a:gd name="connsiteX7" fmla="*/ 0 w 13540530"/>
              <a:gd name="connsiteY7" fmla="*/ 3313938 h 4578014"/>
              <a:gd name="connsiteX8" fmla="*/ 866077 w 13540530"/>
              <a:gd name="connsiteY8" fmla="*/ 4578014 h 4578014"/>
              <a:gd name="connsiteX9" fmla="*/ 7844677 w 13540530"/>
              <a:gd name="connsiteY9" fmla="*/ 4520151 h 4578014"/>
              <a:gd name="connsiteX0" fmla="*/ 293426 w 13535396"/>
              <a:gd name="connsiteY0" fmla="*/ 28921 h 4578014"/>
              <a:gd name="connsiteX1" fmla="*/ 12408968 w 13535396"/>
              <a:gd name="connsiteY1" fmla="*/ 0 h 4578014"/>
              <a:gd name="connsiteX2" fmla="*/ 13535396 w 13535396"/>
              <a:gd name="connsiteY2" fmla="*/ 1126428 h 4578014"/>
              <a:gd name="connsiteX3" fmla="*/ 13535396 w 13535396"/>
              <a:gd name="connsiteY3" fmla="*/ 1126428 h 4578014"/>
              <a:gd name="connsiteX4" fmla="*/ 12408968 w 13535396"/>
              <a:gd name="connsiteY4" fmla="*/ 2252856 h 4578014"/>
              <a:gd name="connsiteX5" fmla="*/ 791080 w 13535396"/>
              <a:gd name="connsiteY5" fmla="*/ 2238396 h 4578014"/>
              <a:gd name="connsiteX6" fmla="*/ 0 w 13535396"/>
              <a:gd name="connsiteY6" fmla="*/ 3335901 h 4578014"/>
              <a:gd name="connsiteX7" fmla="*/ 3708 w 13535396"/>
              <a:gd name="connsiteY7" fmla="*/ 3316989 h 4578014"/>
              <a:gd name="connsiteX8" fmla="*/ 860943 w 13535396"/>
              <a:gd name="connsiteY8" fmla="*/ 4578014 h 4578014"/>
              <a:gd name="connsiteX9" fmla="*/ 7839543 w 13535396"/>
              <a:gd name="connsiteY9" fmla="*/ 4520151 h 4578014"/>
              <a:gd name="connsiteX0" fmla="*/ 293426 w 13535396"/>
              <a:gd name="connsiteY0" fmla="*/ 28921 h 4578014"/>
              <a:gd name="connsiteX1" fmla="*/ 12408968 w 13535396"/>
              <a:gd name="connsiteY1" fmla="*/ 0 h 4578014"/>
              <a:gd name="connsiteX2" fmla="*/ 13535396 w 13535396"/>
              <a:gd name="connsiteY2" fmla="*/ 1126428 h 4578014"/>
              <a:gd name="connsiteX3" fmla="*/ 13535396 w 13535396"/>
              <a:gd name="connsiteY3" fmla="*/ 1126428 h 4578014"/>
              <a:gd name="connsiteX4" fmla="*/ 12408968 w 13535396"/>
              <a:gd name="connsiteY4" fmla="*/ 2252856 h 4578014"/>
              <a:gd name="connsiteX5" fmla="*/ 791080 w 13535396"/>
              <a:gd name="connsiteY5" fmla="*/ 2238396 h 4578014"/>
              <a:gd name="connsiteX6" fmla="*/ 0 w 13535396"/>
              <a:gd name="connsiteY6" fmla="*/ 3335901 h 4578014"/>
              <a:gd name="connsiteX7" fmla="*/ 760 w 13535396"/>
              <a:gd name="connsiteY7" fmla="*/ 3313939 h 4578014"/>
              <a:gd name="connsiteX8" fmla="*/ 860943 w 13535396"/>
              <a:gd name="connsiteY8" fmla="*/ 4578014 h 4578014"/>
              <a:gd name="connsiteX9" fmla="*/ 7839543 w 13535396"/>
              <a:gd name="connsiteY9" fmla="*/ 4520151 h 4578014"/>
              <a:gd name="connsiteX0" fmla="*/ 293426 w 13535396"/>
              <a:gd name="connsiteY0" fmla="*/ 28921 h 4581156"/>
              <a:gd name="connsiteX1" fmla="*/ 12408968 w 13535396"/>
              <a:gd name="connsiteY1" fmla="*/ 0 h 4581156"/>
              <a:gd name="connsiteX2" fmla="*/ 13535396 w 13535396"/>
              <a:gd name="connsiteY2" fmla="*/ 1126428 h 4581156"/>
              <a:gd name="connsiteX3" fmla="*/ 13535396 w 13535396"/>
              <a:gd name="connsiteY3" fmla="*/ 1126428 h 4581156"/>
              <a:gd name="connsiteX4" fmla="*/ 12408968 w 13535396"/>
              <a:gd name="connsiteY4" fmla="*/ 2252856 h 4581156"/>
              <a:gd name="connsiteX5" fmla="*/ 791080 w 13535396"/>
              <a:gd name="connsiteY5" fmla="*/ 2238396 h 4581156"/>
              <a:gd name="connsiteX6" fmla="*/ 0 w 13535396"/>
              <a:gd name="connsiteY6" fmla="*/ 3335901 h 4581156"/>
              <a:gd name="connsiteX7" fmla="*/ 760 w 13535396"/>
              <a:gd name="connsiteY7" fmla="*/ 3313939 h 4581156"/>
              <a:gd name="connsiteX8" fmla="*/ 860943 w 13535396"/>
              <a:gd name="connsiteY8" fmla="*/ 4578014 h 4581156"/>
              <a:gd name="connsiteX9" fmla="*/ 9843765 w 13535396"/>
              <a:gd name="connsiteY9" fmla="*/ 4581156 h 4581156"/>
              <a:gd name="connsiteX0" fmla="*/ 293426 w 13535396"/>
              <a:gd name="connsiteY0" fmla="*/ 28921 h 4578015"/>
              <a:gd name="connsiteX1" fmla="*/ 12408968 w 13535396"/>
              <a:gd name="connsiteY1" fmla="*/ 0 h 4578015"/>
              <a:gd name="connsiteX2" fmla="*/ 13535396 w 13535396"/>
              <a:gd name="connsiteY2" fmla="*/ 1126428 h 4578015"/>
              <a:gd name="connsiteX3" fmla="*/ 13535396 w 13535396"/>
              <a:gd name="connsiteY3" fmla="*/ 1126428 h 4578015"/>
              <a:gd name="connsiteX4" fmla="*/ 12408968 w 13535396"/>
              <a:gd name="connsiteY4" fmla="*/ 2252856 h 4578015"/>
              <a:gd name="connsiteX5" fmla="*/ 791080 w 13535396"/>
              <a:gd name="connsiteY5" fmla="*/ 2238396 h 4578015"/>
              <a:gd name="connsiteX6" fmla="*/ 0 w 13535396"/>
              <a:gd name="connsiteY6" fmla="*/ 3335901 h 4578015"/>
              <a:gd name="connsiteX7" fmla="*/ 760 w 13535396"/>
              <a:gd name="connsiteY7" fmla="*/ 3313939 h 4578015"/>
              <a:gd name="connsiteX8" fmla="*/ 860943 w 13535396"/>
              <a:gd name="connsiteY8" fmla="*/ 4578014 h 4578015"/>
              <a:gd name="connsiteX9" fmla="*/ 9829794 w 13535396"/>
              <a:gd name="connsiteY9" fmla="*/ 4396524 h 4578015"/>
              <a:gd name="connsiteX0" fmla="*/ 293426 w 13535396"/>
              <a:gd name="connsiteY0" fmla="*/ 28921 h 4407583"/>
              <a:gd name="connsiteX1" fmla="*/ 12408968 w 13535396"/>
              <a:gd name="connsiteY1" fmla="*/ 0 h 4407583"/>
              <a:gd name="connsiteX2" fmla="*/ 13535396 w 13535396"/>
              <a:gd name="connsiteY2" fmla="*/ 1126428 h 4407583"/>
              <a:gd name="connsiteX3" fmla="*/ 13535396 w 13535396"/>
              <a:gd name="connsiteY3" fmla="*/ 1126428 h 4407583"/>
              <a:gd name="connsiteX4" fmla="*/ 12408968 w 13535396"/>
              <a:gd name="connsiteY4" fmla="*/ 2252856 h 4407583"/>
              <a:gd name="connsiteX5" fmla="*/ 791080 w 13535396"/>
              <a:gd name="connsiteY5" fmla="*/ 2238396 h 4407583"/>
              <a:gd name="connsiteX6" fmla="*/ 0 w 13535396"/>
              <a:gd name="connsiteY6" fmla="*/ 3335901 h 4407583"/>
              <a:gd name="connsiteX7" fmla="*/ 760 w 13535396"/>
              <a:gd name="connsiteY7" fmla="*/ 3313939 h 4407583"/>
              <a:gd name="connsiteX8" fmla="*/ 916835 w 13535396"/>
              <a:gd name="connsiteY8" fmla="*/ 4407583 h 4407583"/>
              <a:gd name="connsiteX9" fmla="*/ 9829794 w 13535396"/>
              <a:gd name="connsiteY9" fmla="*/ 4396524 h 4407583"/>
              <a:gd name="connsiteX0" fmla="*/ 293426 w 13535396"/>
              <a:gd name="connsiteY0" fmla="*/ 33844 h 4412506"/>
              <a:gd name="connsiteX1" fmla="*/ 12408968 w 13535396"/>
              <a:gd name="connsiteY1" fmla="*/ 4923 h 4412506"/>
              <a:gd name="connsiteX2" fmla="*/ 13535396 w 13535396"/>
              <a:gd name="connsiteY2" fmla="*/ 1131351 h 4412506"/>
              <a:gd name="connsiteX3" fmla="*/ 13535396 w 13535396"/>
              <a:gd name="connsiteY3" fmla="*/ 1131351 h 4412506"/>
              <a:gd name="connsiteX4" fmla="*/ 12408968 w 13535396"/>
              <a:gd name="connsiteY4" fmla="*/ 2257779 h 4412506"/>
              <a:gd name="connsiteX5" fmla="*/ 791080 w 13535396"/>
              <a:gd name="connsiteY5" fmla="*/ 2243319 h 4412506"/>
              <a:gd name="connsiteX6" fmla="*/ 0 w 13535396"/>
              <a:gd name="connsiteY6" fmla="*/ 3340824 h 4412506"/>
              <a:gd name="connsiteX7" fmla="*/ 760 w 13535396"/>
              <a:gd name="connsiteY7" fmla="*/ 3318862 h 4412506"/>
              <a:gd name="connsiteX8" fmla="*/ 916835 w 13535396"/>
              <a:gd name="connsiteY8" fmla="*/ 4412506 h 4412506"/>
              <a:gd name="connsiteX9" fmla="*/ 9829794 w 13535396"/>
              <a:gd name="connsiteY9" fmla="*/ 4401447 h 4412506"/>
              <a:gd name="connsiteX0" fmla="*/ 293426 w 13535396"/>
              <a:gd name="connsiteY0" fmla="*/ 28921 h 4407583"/>
              <a:gd name="connsiteX1" fmla="*/ 12408968 w 13535396"/>
              <a:gd name="connsiteY1" fmla="*/ 0 h 4407583"/>
              <a:gd name="connsiteX2" fmla="*/ 13535396 w 13535396"/>
              <a:gd name="connsiteY2" fmla="*/ 1126428 h 4407583"/>
              <a:gd name="connsiteX3" fmla="*/ 13535396 w 13535396"/>
              <a:gd name="connsiteY3" fmla="*/ 1126428 h 4407583"/>
              <a:gd name="connsiteX4" fmla="*/ 12408968 w 13535396"/>
              <a:gd name="connsiteY4" fmla="*/ 2252856 h 4407583"/>
              <a:gd name="connsiteX5" fmla="*/ 791080 w 13535396"/>
              <a:gd name="connsiteY5" fmla="*/ 2238396 h 4407583"/>
              <a:gd name="connsiteX6" fmla="*/ 0 w 13535396"/>
              <a:gd name="connsiteY6" fmla="*/ 3335901 h 4407583"/>
              <a:gd name="connsiteX7" fmla="*/ 760 w 13535396"/>
              <a:gd name="connsiteY7" fmla="*/ 3313939 h 4407583"/>
              <a:gd name="connsiteX8" fmla="*/ 916835 w 13535396"/>
              <a:gd name="connsiteY8" fmla="*/ 4407583 h 4407583"/>
              <a:gd name="connsiteX9" fmla="*/ 9829794 w 13535396"/>
              <a:gd name="connsiteY9" fmla="*/ 4396524 h 4407583"/>
              <a:gd name="connsiteX0" fmla="*/ 293426 w 13535396"/>
              <a:gd name="connsiteY0" fmla="*/ 28921 h 4407583"/>
              <a:gd name="connsiteX1" fmla="*/ 12408968 w 13535396"/>
              <a:gd name="connsiteY1" fmla="*/ 0 h 4407583"/>
              <a:gd name="connsiteX2" fmla="*/ 13535396 w 13535396"/>
              <a:gd name="connsiteY2" fmla="*/ 1126428 h 4407583"/>
              <a:gd name="connsiteX3" fmla="*/ 13535396 w 13535396"/>
              <a:gd name="connsiteY3" fmla="*/ 1126428 h 4407583"/>
              <a:gd name="connsiteX4" fmla="*/ 12408968 w 13535396"/>
              <a:gd name="connsiteY4" fmla="*/ 2252856 h 4407583"/>
              <a:gd name="connsiteX5" fmla="*/ 791080 w 13535396"/>
              <a:gd name="connsiteY5" fmla="*/ 2238396 h 4407583"/>
              <a:gd name="connsiteX6" fmla="*/ 0 w 13535396"/>
              <a:gd name="connsiteY6" fmla="*/ 3335901 h 4407583"/>
              <a:gd name="connsiteX7" fmla="*/ 760 w 13535396"/>
              <a:gd name="connsiteY7" fmla="*/ 3313939 h 4407583"/>
              <a:gd name="connsiteX8" fmla="*/ 916835 w 13535396"/>
              <a:gd name="connsiteY8" fmla="*/ 4407583 h 4407583"/>
              <a:gd name="connsiteX9" fmla="*/ 9829794 w 13535396"/>
              <a:gd name="connsiteY9" fmla="*/ 4396524 h 4407583"/>
              <a:gd name="connsiteX0" fmla="*/ 443341 w 13685311"/>
              <a:gd name="connsiteY0" fmla="*/ 28921 h 4407583"/>
              <a:gd name="connsiteX1" fmla="*/ 12558883 w 13685311"/>
              <a:gd name="connsiteY1" fmla="*/ 0 h 4407583"/>
              <a:gd name="connsiteX2" fmla="*/ 13685311 w 13685311"/>
              <a:gd name="connsiteY2" fmla="*/ 1126428 h 4407583"/>
              <a:gd name="connsiteX3" fmla="*/ 13685311 w 13685311"/>
              <a:gd name="connsiteY3" fmla="*/ 1126428 h 4407583"/>
              <a:gd name="connsiteX4" fmla="*/ 12558883 w 13685311"/>
              <a:gd name="connsiteY4" fmla="*/ 2252856 h 4407583"/>
              <a:gd name="connsiteX5" fmla="*/ 940995 w 13685311"/>
              <a:gd name="connsiteY5" fmla="*/ 2238396 h 4407583"/>
              <a:gd name="connsiteX6" fmla="*/ 149915 w 13685311"/>
              <a:gd name="connsiteY6" fmla="*/ 3335901 h 4407583"/>
              <a:gd name="connsiteX7" fmla="*/ 1066750 w 13685311"/>
              <a:gd name="connsiteY7" fmla="*/ 4407583 h 4407583"/>
              <a:gd name="connsiteX8" fmla="*/ 9979709 w 13685311"/>
              <a:gd name="connsiteY8" fmla="*/ 4396524 h 4407583"/>
              <a:gd name="connsiteX0" fmla="*/ 293426 w 13535396"/>
              <a:gd name="connsiteY0" fmla="*/ 28921 h 4408522"/>
              <a:gd name="connsiteX1" fmla="*/ 12408968 w 13535396"/>
              <a:gd name="connsiteY1" fmla="*/ 0 h 4408522"/>
              <a:gd name="connsiteX2" fmla="*/ 13535396 w 13535396"/>
              <a:gd name="connsiteY2" fmla="*/ 1126428 h 4408522"/>
              <a:gd name="connsiteX3" fmla="*/ 13535396 w 13535396"/>
              <a:gd name="connsiteY3" fmla="*/ 1126428 h 4408522"/>
              <a:gd name="connsiteX4" fmla="*/ 12408968 w 13535396"/>
              <a:gd name="connsiteY4" fmla="*/ 2252856 h 4408522"/>
              <a:gd name="connsiteX5" fmla="*/ 791080 w 13535396"/>
              <a:gd name="connsiteY5" fmla="*/ 2238396 h 4408522"/>
              <a:gd name="connsiteX6" fmla="*/ 0 w 13535396"/>
              <a:gd name="connsiteY6" fmla="*/ 3335901 h 4408522"/>
              <a:gd name="connsiteX7" fmla="*/ 916835 w 13535396"/>
              <a:gd name="connsiteY7" fmla="*/ 4407583 h 4408522"/>
              <a:gd name="connsiteX8" fmla="*/ 9829794 w 13535396"/>
              <a:gd name="connsiteY8" fmla="*/ 4396524 h 4408522"/>
              <a:gd name="connsiteX0" fmla="*/ 324865 w 13566835"/>
              <a:gd name="connsiteY0" fmla="*/ 28921 h 4408522"/>
              <a:gd name="connsiteX1" fmla="*/ 12440407 w 13566835"/>
              <a:gd name="connsiteY1" fmla="*/ 0 h 4408522"/>
              <a:gd name="connsiteX2" fmla="*/ 13566835 w 13566835"/>
              <a:gd name="connsiteY2" fmla="*/ 1126428 h 4408522"/>
              <a:gd name="connsiteX3" fmla="*/ 13566835 w 13566835"/>
              <a:gd name="connsiteY3" fmla="*/ 1126428 h 4408522"/>
              <a:gd name="connsiteX4" fmla="*/ 12440407 w 13566835"/>
              <a:gd name="connsiteY4" fmla="*/ 2252856 h 4408522"/>
              <a:gd name="connsiteX5" fmla="*/ 822519 w 13566835"/>
              <a:gd name="connsiteY5" fmla="*/ 2238396 h 4408522"/>
              <a:gd name="connsiteX6" fmla="*/ 0 w 13566835"/>
              <a:gd name="connsiteY6" fmla="*/ 3335902 h 4408522"/>
              <a:gd name="connsiteX7" fmla="*/ 948274 w 13566835"/>
              <a:gd name="connsiteY7" fmla="*/ 4407583 h 4408522"/>
              <a:gd name="connsiteX8" fmla="*/ 9861233 w 13566835"/>
              <a:gd name="connsiteY8" fmla="*/ 4396524 h 4408522"/>
              <a:gd name="connsiteX0" fmla="*/ 324865 w 13566835"/>
              <a:gd name="connsiteY0" fmla="*/ 28921 h 4408522"/>
              <a:gd name="connsiteX1" fmla="*/ 12440407 w 13566835"/>
              <a:gd name="connsiteY1" fmla="*/ 0 h 4408522"/>
              <a:gd name="connsiteX2" fmla="*/ 13566835 w 13566835"/>
              <a:gd name="connsiteY2" fmla="*/ 1126428 h 4408522"/>
              <a:gd name="connsiteX3" fmla="*/ 13566835 w 13566835"/>
              <a:gd name="connsiteY3" fmla="*/ 1126428 h 4408522"/>
              <a:gd name="connsiteX4" fmla="*/ 12440407 w 13566835"/>
              <a:gd name="connsiteY4" fmla="*/ 2252856 h 4408522"/>
              <a:gd name="connsiteX5" fmla="*/ 822519 w 13566835"/>
              <a:gd name="connsiteY5" fmla="*/ 2238396 h 4408522"/>
              <a:gd name="connsiteX6" fmla="*/ 0 w 13566835"/>
              <a:gd name="connsiteY6" fmla="*/ 3335902 h 4408522"/>
              <a:gd name="connsiteX7" fmla="*/ 948274 w 13566835"/>
              <a:gd name="connsiteY7" fmla="*/ 4407583 h 4408522"/>
              <a:gd name="connsiteX8" fmla="*/ 9861233 w 13566835"/>
              <a:gd name="connsiteY8" fmla="*/ 4396524 h 4408522"/>
              <a:gd name="connsiteX0" fmla="*/ 324865 w 13566835"/>
              <a:gd name="connsiteY0" fmla="*/ 28921 h 4408522"/>
              <a:gd name="connsiteX1" fmla="*/ 12440407 w 13566835"/>
              <a:gd name="connsiteY1" fmla="*/ 0 h 4408522"/>
              <a:gd name="connsiteX2" fmla="*/ 13566835 w 13566835"/>
              <a:gd name="connsiteY2" fmla="*/ 1126428 h 4408522"/>
              <a:gd name="connsiteX3" fmla="*/ 13566835 w 13566835"/>
              <a:gd name="connsiteY3" fmla="*/ 1126428 h 4408522"/>
              <a:gd name="connsiteX4" fmla="*/ 12440407 w 13566835"/>
              <a:gd name="connsiteY4" fmla="*/ 2252856 h 4408522"/>
              <a:gd name="connsiteX5" fmla="*/ 822519 w 13566835"/>
              <a:gd name="connsiteY5" fmla="*/ 2238396 h 4408522"/>
              <a:gd name="connsiteX6" fmla="*/ 0 w 13566835"/>
              <a:gd name="connsiteY6" fmla="*/ 3335902 h 4408522"/>
              <a:gd name="connsiteX7" fmla="*/ 948274 w 13566835"/>
              <a:gd name="connsiteY7" fmla="*/ 4407583 h 4408522"/>
              <a:gd name="connsiteX8" fmla="*/ 9861233 w 13566835"/>
              <a:gd name="connsiteY8" fmla="*/ 4396524 h 4408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66835" h="4408522">
                <a:moveTo>
                  <a:pt x="324865" y="28921"/>
                </a:moveTo>
                <a:lnTo>
                  <a:pt x="12440407" y="0"/>
                </a:lnTo>
                <a:cubicBezTo>
                  <a:pt x="13251166" y="0"/>
                  <a:pt x="13566835" y="504301"/>
                  <a:pt x="13566835" y="1126428"/>
                </a:cubicBezTo>
                <a:lnTo>
                  <a:pt x="13566835" y="1126428"/>
                </a:lnTo>
                <a:cubicBezTo>
                  <a:pt x="13566835" y="1748554"/>
                  <a:pt x="13266886" y="2204923"/>
                  <a:pt x="12440407" y="2252856"/>
                </a:cubicBezTo>
                <a:lnTo>
                  <a:pt x="822519" y="2238396"/>
                </a:lnTo>
                <a:cubicBezTo>
                  <a:pt x="278989" y="2334263"/>
                  <a:pt x="0" y="2713776"/>
                  <a:pt x="0" y="3335902"/>
                </a:cubicBezTo>
                <a:cubicBezTo>
                  <a:pt x="20959" y="3697433"/>
                  <a:pt x="158821" y="4438525"/>
                  <a:pt x="948274" y="4407583"/>
                </a:cubicBezTo>
                <a:lnTo>
                  <a:pt x="9861233" y="4396524"/>
                </a:lnTo>
              </a:path>
            </a:pathLst>
          </a:custGeom>
          <a:ln w="28575" cap="flat" cmpd="sng" algn="ctr">
            <a:gradFill flip="none" rotWithShape="1">
              <a:gsLst>
                <a:gs pos="67000">
                  <a:srgbClr val="FE7202"/>
                </a:gs>
                <a:gs pos="43000">
                  <a:schemeClr val="tx2">
                    <a:lumMod val="100000"/>
                  </a:schemeClr>
                </a:gs>
                <a:gs pos="90000">
                  <a:srgbClr val="FF03FD"/>
                </a:gs>
              </a:gsLst>
              <a:lin ang="4800000" scaled="0"/>
              <a:tileRect/>
            </a:gradFill>
            <a:prstDash val="solid"/>
            <a:round/>
            <a:headEnd type="oval" w="med" len="med"/>
            <a:tailEnd type="oval" w="med" len="med"/>
          </a:ln>
        </p:spPr>
        <p:style>
          <a:lnRef idx="1">
            <a:srgbClr val="4472C4"/>
          </a:lnRef>
          <a:fillRef idx="0">
            <a:srgbClr val="4472C4"/>
          </a:fillRef>
          <a:effectRef idx="0">
            <a:schemeClr val="accent1"/>
          </a:effectRef>
          <a:fontRef idx="minor">
            <a:schemeClr val="tx1"/>
          </a:fontRef>
        </p:style>
        <p:txBody>
          <a:bodyPr rtlCol="0" anchor="ctr"/>
          <a:lstStyle/>
          <a:p>
            <a:endParaRPr lang="en-US" dirty="0">
              <a:solidFill>
                <a:srgbClr val="1A1A24"/>
              </a:solidFill>
              <a:latin typeface="EYInterstate Light"/>
            </a:endParaRPr>
          </a:p>
        </p:txBody>
      </p:sp>
      <p:sp>
        <p:nvSpPr>
          <p:cNvPr id="266" name="Oval 265">
            <a:extLst>
              <a:ext uri="{FF2B5EF4-FFF2-40B4-BE49-F238E27FC236}">
                <a16:creationId xmlns:a16="http://schemas.microsoft.com/office/drawing/2014/main" id="{C56B9D07-1080-4E92-CAF4-1E203A5D4274}"/>
              </a:ext>
              <a:ext uri="{C183D7F6-B498-43B3-948B-1728B52AA6E4}">
                <adec:decorative xmlns:adec="http://schemas.microsoft.com/office/drawing/2017/decorative" val="1"/>
              </a:ext>
            </a:extLst>
          </p:cNvPr>
          <p:cNvSpPr/>
          <p:nvPr/>
        </p:nvSpPr>
        <p:spPr>
          <a:xfrm>
            <a:off x="1804011" y="1415344"/>
            <a:ext cx="597808" cy="597808"/>
          </a:xfrm>
          <a:prstGeom prst="ellipse">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400" dirty="0">
              <a:solidFill>
                <a:srgbClr val="1A1A24"/>
              </a:solidFill>
              <a:latin typeface="EYInterstate" panose="02000503020000020004" pitchFamily="2" charset="0"/>
            </a:endParaRPr>
          </a:p>
        </p:txBody>
      </p:sp>
      <p:sp>
        <p:nvSpPr>
          <p:cNvPr id="230" name="Oval 229">
            <a:extLst>
              <a:ext uri="{FF2B5EF4-FFF2-40B4-BE49-F238E27FC236}">
                <a16:creationId xmlns:a16="http://schemas.microsoft.com/office/drawing/2014/main" id="{73C02763-FFB0-A284-96DA-29F511964655}"/>
              </a:ext>
              <a:ext uri="{C183D7F6-B498-43B3-948B-1728B52AA6E4}">
                <adec:decorative xmlns:adec="http://schemas.microsoft.com/office/drawing/2017/decorative" val="1"/>
              </a:ext>
            </a:extLst>
          </p:cNvPr>
          <p:cNvSpPr/>
          <p:nvPr/>
        </p:nvSpPr>
        <p:spPr>
          <a:xfrm>
            <a:off x="4576752" y="4925643"/>
            <a:ext cx="597808" cy="597808"/>
          </a:xfrm>
          <a:prstGeom prst="ellipse">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400" dirty="0">
              <a:solidFill>
                <a:srgbClr val="1A1A24"/>
              </a:solidFill>
              <a:latin typeface="EYInterstate" panose="02000503020000020004" pitchFamily="2" charset="0"/>
            </a:endParaRPr>
          </a:p>
        </p:txBody>
      </p:sp>
      <p:sp>
        <p:nvSpPr>
          <p:cNvPr id="233" name="Oval 232">
            <a:extLst>
              <a:ext uri="{FF2B5EF4-FFF2-40B4-BE49-F238E27FC236}">
                <a16:creationId xmlns:a16="http://schemas.microsoft.com/office/drawing/2014/main" id="{6E00D698-FFA5-6B77-F3EC-3476F464D199}"/>
              </a:ext>
              <a:ext uri="{C183D7F6-B498-43B3-948B-1728B52AA6E4}">
                <adec:decorative xmlns:adec="http://schemas.microsoft.com/office/drawing/2017/decorative" val="1"/>
              </a:ext>
            </a:extLst>
          </p:cNvPr>
          <p:cNvSpPr/>
          <p:nvPr/>
        </p:nvSpPr>
        <p:spPr>
          <a:xfrm>
            <a:off x="6768384" y="4926464"/>
            <a:ext cx="597054" cy="597054"/>
          </a:xfrm>
          <a:prstGeom prst="ellipse">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400" dirty="0">
              <a:solidFill>
                <a:srgbClr val="1A1A24"/>
              </a:solidFill>
              <a:latin typeface="EYInterstate" panose="02000503020000020004" pitchFamily="2" charset="0"/>
            </a:endParaRPr>
          </a:p>
        </p:txBody>
      </p:sp>
      <p:sp>
        <p:nvSpPr>
          <p:cNvPr id="246" name="Oval 245">
            <a:extLst>
              <a:ext uri="{FF2B5EF4-FFF2-40B4-BE49-F238E27FC236}">
                <a16:creationId xmlns:a16="http://schemas.microsoft.com/office/drawing/2014/main" id="{4E74AE68-CBCE-DAAD-85EA-8AC8410E772E}"/>
              </a:ext>
              <a:ext uri="{C183D7F6-B498-43B3-948B-1728B52AA6E4}">
                <adec:decorative xmlns:adec="http://schemas.microsoft.com/office/drawing/2017/decorative" val="1"/>
              </a:ext>
            </a:extLst>
          </p:cNvPr>
          <p:cNvSpPr/>
          <p:nvPr/>
        </p:nvSpPr>
        <p:spPr>
          <a:xfrm>
            <a:off x="1598277" y="4925643"/>
            <a:ext cx="597808" cy="597808"/>
          </a:xfrm>
          <a:prstGeom prst="ellipse">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400" dirty="0">
              <a:solidFill>
                <a:srgbClr val="1A1A24"/>
              </a:solidFill>
              <a:latin typeface="EYInterstate" panose="02000503020000020004" pitchFamily="2" charset="0"/>
            </a:endParaRPr>
          </a:p>
        </p:txBody>
      </p:sp>
      <p:sp>
        <p:nvSpPr>
          <p:cNvPr id="248" name="Oval 247">
            <a:extLst>
              <a:ext uri="{FF2B5EF4-FFF2-40B4-BE49-F238E27FC236}">
                <a16:creationId xmlns:a16="http://schemas.microsoft.com/office/drawing/2014/main" id="{B319795C-A7D1-FA50-76B9-C878B76BFD83}"/>
              </a:ext>
              <a:ext uri="{C183D7F6-B498-43B3-948B-1728B52AA6E4}">
                <adec:decorative xmlns:adec="http://schemas.microsoft.com/office/drawing/2017/decorative" val="1"/>
              </a:ext>
            </a:extLst>
          </p:cNvPr>
          <p:cNvSpPr/>
          <p:nvPr/>
        </p:nvSpPr>
        <p:spPr>
          <a:xfrm>
            <a:off x="2898287" y="3221443"/>
            <a:ext cx="597808" cy="597808"/>
          </a:xfrm>
          <a:prstGeom prst="ellipse">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400" dirty="0">
              <a:solidFill>
                <a:srgbClr val="1A1A24"/>
              </a:solidFill>
              <a:latin typeface="EYInterstate" panose="02000503020000020004" pitchFamily="2" charset="0"/>
            </a:endParaRPr>
          </a:p>
        </p:txBody>
      </p:sp>
      <p:sp>
        <p:nvSpPr>
          <p:cNvPr id="249" name="Oval 248">
            <a:extLst>
              <a:ext uri="{FF2B5EF4-FFF2-40B4-BE49-F238E27FC236}">
                <a16:creationId xmlns:a16="http://schemas.microsoft.com/office/drawing/2014/main" id="{C7014CC2-33BA-DA46-A64D-87D29AAE8332}"/>
              </a:ext>
              <a:ext uri="{C183D7F6-B498-43B3-948B-1728B52AA6E4}">
                <adec:decorative xmlns:adec="http://schemas.microsoft.com/office/drawing/2017/decorative" val="1"/>
              </a:ext>
            </a:extLst>
          </p:cNvPr>
          <p:cNvSpPr/>
          <p:nvPr/>
        </p:nvSpPr>
        <p:spPr>
          <a:xfrm>
            <a:off x="5413184" y="3221443"/>
            <a:ext cx="597808" cy="597808"/>
          </a:xfrm>
          <a:prstGeom prst="ellipse">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400" dirty="0">
              <a:solidFill>
                <a:srgbClr val="1A1A24"/>
              </a:solidFill>
              <a:latin typeface="EYInterstate" panose="02000503020000020004" pitchFamily="2" charset="0"/>
            </a:endParaRPr>
          </a:p>
        </p:txBody>
      </p:sp>
      <p:sp>
        <p:nvSpPr>
          <p:cNvPr id="250" name="Oval 249">
            <a:extLst>
              <a:ext uri="{FF2B5EF4-FFF2-40B4-BE49-F238E27FC236}">
                <a16:creationId xmlns:a16="http://schemas.microsoft.com/office/drawing/2014/main" id="{8522B819-1F49-4867-F6BC-9904B0BBD0B0}"/>
              </a:ext>
              <a:ext uri="{C183D7F6-B498-43B3-948B-1728B52AA6E4}">
                <adec:decorative xmlns:adec="http://schemas.microsoft.com/office/drawing/2017/decorative" val="1"/>
              </a:ext>
            </a:extLst>
          </p:cNvPr>
          <p:cNvSpPr/>
          <p:nvPr/>
        </p:nvSpPr>
        <p:spPr>
          <a:xfrm>
            <a:off x="7925522" y="3221443"/>
            <a:ext cx="597808" cy="597808"/>
          </a:xfrm>
          <a:prstGeom prst="ellipse">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400" dirty="0">
              <a:solidFill>
                <a:srgbClr val="1A1A24"/>
              </a:solidFill>
              <a:latin typeface="EYInterstate" panose="02000503020000020004" pitchFamily="2" charset="0"/>
            </a:endParaRPr>
          </a:p>
        </p:txBody>
      </p:sp>
      <p:sp>
        <p:nvSpPr>
          <p:cNvPr id="255" name="Oval 254">
            <a:extLst>
              <a:ext uri="{FF2B5EF4-FFF2-40B4-BE49-F238E27FC236}">
                <a16:creationId xmlns:a16="http://schemas.microsoft.com/office/drawing/2014/main" id="{E5034879-9448-D84B-4DC4-393596DE85C0}"/>
              </a:ext>
              <a:ext uri="{C183D7F6-B498-43B3-948B-1728B52AA6E4}">
                <adec:decorative xmlns:adec="http://schemas.microsoft.com/office/drawing/2017/decorative" val="1"/>
              </a:ext>
            </a:extLst>
          </p:cNvPr>
          <p:cNvSpPr/>
          <p:nvPr/>
        </p:nvSpPr>
        <p:spPr>
          <a:xfrm>
            <a:off x="9946664" y="3221441"/>
            <a:ext cx="597808" cy="597808"/>
          </a:xfrm>
          <a:prstGeom prst="ellipse">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400" dirty="0">
              <a:solidFill>
                <a:srgbClr val="1A1A24"/>
              </a:solidFill>
              <a:latin typeface="EYInterstate" panose="02000503020000020004" pitchFamily="2" charset="0"/>
            </a:endParaRPr>
          </a:p>
        </p:txBody>
      </p:sp>
      <p:sp>
        <p:nvSpPr>
          <p:cNvPr id="257" name="Oval 256">
            <a:extLst>
              <a:ext uri="{FF2B5EF4-FFF2-40B4-BE49-F238E27FC236}">
                <a16:creationId xmlns:a16="http://schemas.microsoft.com/office/drawing/2014/main" id="{5ECCCDB6-282E-3D98-5EE3-01B60CC16545}"/>
              </a:ext>
              <a:ext uri="{C183D7F6-B498-43B3-948B-1728B52AA6E4}">
                <adec:decorative xmlns:adec="http://schemas.microsoft.com/office/drawing/2017/decorative" val="1"/>
              </a:ext>
            </a:extLst>
          </p:cNvPr>
          <p:cNvSpPr/>
          <p:nvPr/>
        </p:nvSpPr>
        <p:spPr>
          <a:xfrm>
            <a:off x="9352287" y="1415344"/>
            <a:ext cx="597808" cy="597808"/>
          </a:xfrm>
          <a:prstGeom prst="ellipse">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400" dirty="0">
              <a:solidFill>
                <a:srgbClr val="1A1A24"/>
              </a:solidFill>
              <a:latin typeface="EYInterstate" panose="02000503020000020004" pitchFamily="2" charset="0"/>
            </a:endParaRPr>
          </a:p>
        </p:txBody>
      </p:sp>
      <p:sp>
        <p:nvSpPr>
          <p:cNvPr id="260" name="Oval 259">
            <a:extLst>
              <a:ext uri="{FF2B5EF4-FFF2-40B4-BE49-F238E27FC236}">
                <a16:creationId xmlns:a16="http://schemas.microsoft.com/office/drawing/2014/main" id="{793E4144-3F65-D1BA-D93D-F76364552E6D}"/>
              </a:ext>
              <a:ext uri="{C183D7F6-B498-43B3-948B-1728B52AA6E4}">
                <adec:decorative xmlns:adec="http://schemas.microsoft.com/office/drawing/2017/decorative" val="1"/>
              </a:ext>
            </a:extLst>
          </p:cNvPr>
          <p:cNvSpPr/>
          <p:nvPr/>
        </p:nvSpPr>
        <p:spPr>
          <a:xfrm>
            <a:off x="6720168" y="1415344"/>
            <a:ext cx="597808" cy="597808"/>
          </a:xfrm>
          <a:prstGeom prst="ellipse">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400" dirty="0">
              <a:solidFill>
                <a:srgbClr val="1A1A24"/>
              </a:solidFill>
              <a:latin typeface="EYInterstate" panose="02000503020000020004" pitchFamily="2" charset="0"/>
            </a:endParaRPr>
          </a:p>
        </p:txBody>
      </p:sp>
      <p:sp>
        <p:nvSpPr>
          <p:cNvPr id="263" name="Oval 262">
            <a:extLst>
              <a:ext uri="{FF2B5EF4-FFF2-40B4-BE49-F238E27FC236}">
                <a16:creationId xmlns:a16="http://schemas.microsoft.com/office/drawing/2014/main" id="{496FC053-7D5D-E562-8628-D17C0F49D37D}"/>
              </a:ext>
              <a:ext uri="{C183D7F6-B498-43B3-948B-1728B52AA6E4}">
                <adec:decorative xmlns:adec="http://schemas.microsoft.com/office/drawing/2017/decorative" val="1"/>
              </a:ext>
            </a:extLst>
          </p:cNvPr>
          <p:cNvSpPr/>
          <p:nvPr/>
        </p:nvSpPr>
        <p:spPr>
          <a:xfrm>
            <a:off x="4243178" y="1415343"/>
            <a:ext cx="597808" cy="597808"/>
          </a:xfrm>
          <a:prstGeom prst="ellipse">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400" dirty="0">
              <a:solidFill>
                <a:srgbClr val="1A1A24"/>
              </a:solidFill>
              <a:latin typeface="EYInterstate" panose="02000503020000020004" pitchFamily="2" charset="0"/>
            </a:endParaRPr>
          </a:p>
        </p:txBody>
      </p:sp>
      <p:sp>
        <p:nvSpPr>
          <p:cNvPr id="2" name="Title 1">
            <a:extLst>
              <a:ext uri="{FF2B5EF4-FFF2-40B4-BE49-F238E27FC236}">
                <a16:creationId xmlns:a16="http://schemas.microsoft.com/office/drawing/2014/main" id="{5BDAE2DC-2990-F587-F814-B9919E118B92}"/>
              </a:ext>
            </a:extLst>
          </p:cNvPr>
          <p:cNvSpPr>
            <a:spLocks noGrp="1"/>
          </p:cNvSpPr>
          <p:nvPr>
            <p:ph type="title"/>
          </p:nvPr>
        </p:nvSpPr>
        <p:spPr>
          <a:xfrm>
            <a:off x="485523" y="369888"/>
            <a:ext cx="11224347" cy="470898"/>
          </a:xfrm>
        </p:spPr>
        <p:txBody>
          <a:bodyPr/>
          <a:lstStyle/>
          <a:p>
            <a:r>
              <a:rPr lang="en-US"/>
              <a:t>Spectrum gradients diagram 2</a:t>
            </a:r>
            <a:endParaRPr lang="en-US" dirty="0"/>
          </a:p>
        </p:txBody>
      </p:sp>
      <p:sp>
        <p:nvSpPr>
          <p:cNvPr id="3" name="Date Placeholder 2">
            <a:extLst>
              <a:ext uri="{FF2B5EF4-FFF2-40B4-BE49-F238E27FC236}">
                <a16:creationId xmlns:a16="http://schemas.microsoft.com/office/drawing/2014/main" id="{6B5E3922-F370-1F20-4086-C18786D89172}"/>
              </a:ext>
            </a:extLst>
          </p:cNvPr>
          <p:cNvSpPr>
            <a:spLocks noGrp="1"/>
          </p:cNvSpPr>
          <p:nvPr>
            <p:ph type="dt" sz="half" idx="10"/>
          </p:nvPr>
        </p:nvSpPr>
        <p:spPr>
          <a:xfrm>
            <a:off x="994845" y="6437115"/>
            <a:ext cx="1275686" cy="123111"/>
          </a:xfrm>
        </p:spPr>
        <p:txBody>
          <a:bodyPr/>
          <a:lstStyle/>
          <a:p>
            <a:fld id="{31F7211B-D199-4452-95B5-3AE0AF765DF5}" type="datetime3">
              <a:rPr lang="en-US" smtClean="0"/>
              <a:t>11 July 2026</a:t>
            </a:fld>
            <a:endParaRPr lang="en-US"/>
          </a:p>
        </p:txBody>
      </p:sp>
      <p:sp>
        <p:nvSpPr>
          <p:cNvPr id="4" name="Footer Placeholder 3">
            <a:extLst>
              <a:ext uri="{FF2B5EF4-FFF2-40B4-BE49-F238E27FC236}">
                <a16:creationId xmlns:a16="http://schemas.microsoft.com/office/drawing/2014/main" id="{C10D1712-0664-3F0D-EA1B-E6375353C36F}"/>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5" name="Slide Number Placeholder 4">
            <a:extLst>
              <a:ext uri="{FF2B5EF4-FFF2-40B4-BE49-F238E27FC236}">
                <a16:creationId xmlns:a16="http://schemas.microsoft.com/office/drawing/2014/main" id="{07927CBE-18DA-FEEB-5226-63E3009CD73C}"/>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59</a:t>
            </a:fld>
            <a:endParaRPr lang="en-US"/>
          </a:p>
        </p:txBody>
      </p:sp>
      <p:pic>
        <p:nvPicPr>
          <p:cNvPr id="231" name="Graphic 230" descr="Illustration of three humans at a table">
            <a:extLst>
              <a:ext uri="{FF2B5EF4-FFF2-40B4-BE49-F238E27FC236}">
                <a16:creationId xmlns:a16="http://schemas.microsoft.com/office/drawing/2014/main" id="{7434CFF8-C12F-6235-8EC3-9B6C13183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21453" y="5082224"/>
            <a:ext cx="327106" cy="261684"/>
          </a:xfrm>
          <a:prstGeom prst="rect">
            <a:avLst/>
          </a:prstGeom>
        </p:spPr>
      </p:pic>
      <p:grpSp>
        <p:nvGrpSpPr>
          <p:cNvPr id="234" name="Graphic 72" descr="Illustration of two hands shaking">
            <a:extLst>
              <a:ext uri="{FF2B5EF4-FFF2-40B4-BE49-F238E27FC236}">
                <a16:creationId xmlns:a16="http://schemas.microsoft.com/office/drawing/2014/main" id="{64E923BF-4675-266F-9F39-1EB3DEE76637}"/>
              </a:ext>
            </a:extLst>
          </p:cNvPr>
          <p:cNvGrpSpPr>
            <a:grpSpLocks noChangeAspect="1"/>
          </p:cNvGrpSpPr>
          <p:nvPr/>
        </p:nvGrpSpPr>
        <p:grpSpPr>
          <a:xfrm>
            <a:off x="6911443" y="5098412"/>
            <a:ext cx="310938" cy="253158"/>
            <a:chOff x="5104439" y="5815342"/>
            <a:chExt cx="1296650" cy="1055703"/>
          </a:xfrm>
          <a:solidFill>
            <a:schemeClr val="bg1"/>
          </a:solidFill>
        </p:grpSpPr>
        <p:sp>
          <p:nvSpPr>
            <p:cNvPr id="235" name="Freeform: Shape 234">
              <a:extLst>
                <a:ext uri="{FF2B5EF4-FFF2-40B4-BE49-F238E27FC236}">
                  <a16:creationId xmlns:a16="http://schemas.microsoft.com/office/drawing/2014/main" id="{402CDB60-999B-B0A1-8F41-DE83B154C675}"/>
                </a:ext>
              </a:extLst>
            </p:cNvPr>
            <p:cNvSpPr/>
            <p:nvPr/>
          </p:nvSpPr>
          <p:spPr>
            <a:xfrm>
              <a:off x="5394762" y="5815342"/>
              <a:ext cx="1006327" cy="481287"/>
            </a:xfrm>
            <a:custGeom>
              <a:avLst/>
              <a:gdLst>
                <a:gd name="connsiteX0" fmla="*/ 856015 w 1006327"/>
                <a:gd name="connsiteY0" fmla="*/ 490475 h 481287"/>
                <a:gd name="connsiteX1" fmla="*/ 842889 w 1006327"/>
                <a:gd name="connsiteY1" fmla="*/ 483475 h 481287"/>
                <a:gd name="connsiteX2" fmla="*/ 846827 w 1006327"/>
                <a:gd name="connsiteY2" fmla="*/ 461598 h 481287"/>
                <a:gd name="connsiteX3" fmla="*/ 987275 w 1006327"/>
                <a:gd name="connsiteY3" fmla="*/ 329025 h 481287"/>
                <a:gd name="connsiteX4" fmla="*/ 753632 w 1006327"/>
                <a:gd name="connsiteY4" fmla="*/ 31940 h 481287"/>
                <a:gd name="connsiteX5" fmla="*/ 320474 w 1006327"/>
                <a:gd name="connsiteY5" fmla="*/ 31502 h 481287"/>
                <a:gd name="connsiteX6" fmla="*/ 124459 w 1006327"/>
                <a:gd name="connsiteY6" fmla="*/ 152262 h 481287"/>
                <a:gd name="connsiteX7" fmla="*/ 34327 w 1006327"/>
                <a:gd name="connsiteY7" fmla="*/ 286147 h 481287"/>
                <a:gd name="connsiteX8" fmla="*/ 32577 w 1006327"/>
                <a:gd name="connsiteY8" fmla="*/ 302773 h 481287"/>
                <a:gd name="connsiteX9" fmla="*/ 44390 w 1006327"/>
                <a:gd name="connsiteY9" fmla="*/ 313274 h 481287"/>
                <a:gd name="connsiteX10" fmla="*/ 265782 w 1006327"/>
                <a:gd name="connsiteY10" fmla="*/ 173263 h 481287"/>
                <a:gd name="connsiteX11" fmla="*/ 287659 w 1006327"/>
                <a:gd name="connsiteY11" fmla="*/ 167575 h 481287"/>
                <a:gd name="connsiteX12" fmla="*/ 293347 w 1006327"/>
                <a:gd name="connsiteY12" fmla="*/ 189452 h 481287"/>
                <a:gd name="connsiteX13" fmla="*/ 36952 w 1006327"/>
                <a:gd name="connsiteY13" fmla="*/ 343902 h 481287"/>
                <a:gd name="connsiteX14" fmla="*/ 3262 w 1006327"/>
                <a:gd name="connsiteY14" fmla="*/ 313712 h 481287"/>
                <a:gd name="connsiteX15" fmla="*/ 8513 w 1006327"/>
                <a:gd name="connsiteY15" fmla="*/ 268208 h 481287"/>
                <a:gd name="connsiteX16" fmla="*/ 99082 w 1006327"/>
                <a:gd name="connsiteY16" fmla="*/ 134323 h 481287"/>
                <a:gd name="connsiteX17" fmla="*/ 320912 w 1006327"/>
                <a:gd name="connsiteY17" fmla="*/ 0 h 481287"/>
                <a:gd name="connsiteX18" fmla="*/ 761946 w 1006327"/>
                <a:gd name="connsiteY18" fmla="*/ 438 h 481287"/>
                <a:gd name="connsiteX19" fmla="*/ 774197 w 1006327"/>
                <a:gd name="connsiteY19" fmla="*/ 6563 h 481287"/>
                <a:gd name="connsiteX20" fmla="*/ 1020091 w 1006327"/>
                <a:gd name="connsiteY20" fmla="*/ 319400 h 481287"/>
                <a:gd name="connsiteX21" fmla="*/ 1020528 w 1006327"/>
                <a:gd name="connsiteY21" fmla="*/ 338214 h 481287"/>
                <a:gd name="connsiteX22" fmla="*/ 865204 w 1006327"/>
                <a:gd name="connsiteY22" fmla="*/ 487850 h 481287"/>
                <a:gd name="connsiteX23" fmla="*/ 856015 w 1006327"/>
                <a:gd name="connsiteY23" fmla="*/ 490475 h 48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06327" h="481287">
                  <a:moveTo>
                    <a:pt x="856015" y="490475"/>
                  </a:moveTo>
                  <a:cubicBezTo>
                    <a:pt x="851202" y="490475"/>
                    <a:pt x="845952" y="488288"/>
                    <a:pt x="842889" y="483475"/>
                  </a:cubicBezTo>
                  <a:cubicBezTo>
                    <a:pt x="838077" y="476474"/>
                    <a:pt x="839827" y="466411"/>
                    <a:pt x="846827" y="461598"/>
                  </a:cubicBezTo>
                  <a:cubicBezTo>
                    <a:pt x="920333" y="410844"/>
                    <a:pt x="969774" y="351777"/>
                    <a:pt x="987275" y="329025"/>
                  </a:cubicBezTo>
                  <a:lnTo>
                    <a:pt x="753632" y="31940"/>
                  </a:lnTo>
                  <a:cubicBezTo>
                    <a:pt x="704191" y="31940"/>
                    <a:pt x="428545" y="31502"/>
                    <a:pt x="320474" y="31502"/>
                  </a:cubicBezTo>
                  <a:cubicBezTo>
                    <a:pt x="211091" y="31502"/>
                    <a:pt x="125334" y="150949"/>
                    <a:pt x="124459" y="152262"/>
                  </a:cubicBezTo>
                  <a:lnTo>
                    <a:pt x="34327" y="286147"/>
                  </a:lnTo>
                  <a:cubicBezTo>
                    <a:pt x="30827" y="290960"/>
                    <a:pt x="30389" y="297085"/>
                    <a:pt x="32577" y="302773"/>
                  </a:cubicBezTo>
                  <a:cubicBezTo>
                    <a:pt x="34765" y="308024"/>
                    <a:pt x="39140" y="311962"/>
                    <a:pt x="44390" y="313274"/>
                  </a:cubicBezTo>
                  <a:cubicBezTo>
                    <a:pt x="124022" y="333401"/>
                    <a:pt x="198402" y="286147"/>
                    <a:pt x="265782" y="173263"/>
                  </a:cubicBezTo>
                  <a:cubicBezTo>
                    <a:pt x="270158" y="165825"/>
                    <a:pt x="279783" y="163200"/>
                    <a:pt x="287659" y="167575"/>
                  </a:cubicBezTo>
                  <a:cubicBezTo>
                    <a:pt x="295097" y="171951"/>
                    <a:pt x="297722" y="181576"/>
                    <a:pt x="293347" y="189452"/>
                  </a:cubicBezTo>
                  <a:cubicBezTo>
                    <a:pt x="199715" y="346527"/>
                    <a:pt x="102145" y="360090"/>
                    <a:pt x="36952" y="343902"/>
                  </a:cubicBezTo>
                  <a:cubicBezTo>
                    <a:pt x="21201" y="339964"/>
                    <a:pt x="8950" y="329025"/>
                    <a:pt x="3262" y="313712"/>
                  </a:cubicBezTo>
                  <a:cubicBezTo>
                    <a:pt x="-2426" y="298398"/>
                    <a:pt x="-676" y="281334"/>
                    <a:pt x="8513" y="268208"/>
                  </a:cubicBezTo>
                  <a:lnTo>
                    <a:pt x="99082" y="134323"/>
                  </a:lnTo>
                  <a:cubicBezTo>
                    <a:pt x="103020" y="128635"/>
                    <a:pt x="195340" y="0"/>
                    <a:pt x="320912" y="0"/>
                  </a:cubicBezTo>
                  <a:cubicBezTo>
                    <a:pt x="439921" y="0"/>
                    <a:pt x="761946" y="438"/>
                    <a:pt x="761946" y="438"/>
                  </a:cubicBezTo>
                  <a:cubicBezTo>
                    <a:pt x="766758" y="438"/>
                    <a:pt x="771571" y="2625"/>
                    <a:pt x="774197" y="6563"/>
                  </a:cubicBezTo>
                  <a:lnTo>
                    <a:pt x="1020091" y="319400"/>
                  </a:lnTo>
                  <a:cubicBezTo>
                    <a:pt x="1024466" y="325088"/>
                    <a:pt x="1024466" y="332526"/>
                    <a:pt x="1020528" y="338214"/>
                  </a:cubicBezTo>
                  <a:cubicBezTo>
                    <a:pt x="1018340" y="341714"/>
                    <a:pt x="962774" y="420470"/>
                    <a:pt x="865204" y="487850"/>
                  </a:cubicBezTo>
                  <a:cubicBezTo>
                    <a:pt x="862578" y="489600"/>
                    <a:pt x="859516" y="490475"/>
                    <a:pt x="856015" y="490475"/>
                  </a:cubicBezTo>
                  <a:close/>
                </a:path>
              </a:pathLst>
            </a:custGeom>
            <a:grpFill/>
            <a:ln w="43498"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36" name="Freeform: Shape 235">
              <a:extLst>
                <a:ext uri="{FF2B5EF4-FFF2-40B4-BE49-F238E27FC236}">
                  <a16:creationId xmlns:a16="http://schemas.microsoft.com/office/drawing/2014/main" id="{C3F7CCBF-F915-9B98-B457-71C4F637D722}"/>
                </a:ext>
              </a:extLst>
            </p:cNvPr>
            <p:cNvSpPr/>
            <p:nvPr/>
          </p:nvSpPr>
          <p:spPr>
            <a:xfrm>
              <a:off x="5551435" y="6552520"/>
              <a:ext cx="262520" cy="262520"/>
            </a:xfrm>
            <a:custGeom>
              <a:avLst/>
              <a:gdLst>
                <a:gd name="connsiteX0" fmla="*/ 98171 w 262520"/>
                <a:gd name="connsiteY0" fmla="*/ 273524 h 262520"/>
                <a:gd name="connsiteX1" fmla="*/ 56167 w 262520"/>
                <a:gd name="connsiteY1" fmla="*/ 256898 h 262520"/>
                <a:gd name="connsiteX2" fmla="*/ 19852 w 262520"/>
                <a:gd name="connsiteY2" fmla="*/ 223646 h 262520"/>
                <a:gd name="connsiteX3" fmla="*/ 16352 w 262520"/>
                <a:gd name="connsiteY3" fmla="*/ 136139 h 262520"/>
                <a:gd name="connsiteX4" fmla="*/ 116985 w 262520"/>
                <a:gd name="connsiteY4" fmla="*/ 27630 h 262520"/>
                <a:gd name="connsiteX5" fmla="*/ 177364 w 262520"/>
                <a:gd name="connsiteY5" fmla="*/ 66 h 262520"/>
                <a:gd name="connsiteX6" fmla="*/ 239494 w 262520"/>
                <a:gd name="connsiteY6" fmla="*/ 22818 h 262520"/>
                <a:gd name="connsiteX7" fmla="*/ 267059 w 262520"/>
                <a:gd name="connsiteY7" fmla="*/ 83197 h 262520"/>
                <a:gd name="connsiteX8" fmla="*/ 244307 w 262520"/>
                <a:gd name="connsiteY8" fmla="*/ 145327 h 262520"/>
                <a:gd name="connsiteX9" fmla="*/ 144112 w 262520"/>
                <a:gd name="connsiteY9" fmla="*/ 253835 h 262520"/>
                <a:gd name="connsiteX10" fmla="*/ 98171 w 262520"/>
                <a:gd name="connsiteY10" fmla="*/ 273524 h 262520"/>
                <a:gd name="connsiteX11" fmla="*/ 180427 w 262520"/>
                <a:gd name="connsiteY11" fmla="*/ 31131 h 262520"/>
                <a:gd name="connsiteX12" fmla="*/ 178239 w 262520"/>
                <a:gd name="connsiteY12" fmla="*/ 31131 h 262520"/>
                <a:gd name="connsiteX13" fmla="*/ 140174 w 262520"/>
                <a:gd name="connsiteY13" fmla="*/ 48632 h 262520"/>
                <a:gd name="connsiteX14" fmla="*/ 39541 w 262520"/>
                <a:gd name="connsiteY14" fmla="*/ 157140 h 262520"/>
                <a:gd name="connsiteX15" fmla="*/ 41291 w 262520"/>
                <a:gd name="connsiteY15" fmla="*/ 200019 h 262520"/>
                <a:gd name="connsiteX16" fmla="*/ 77606 w 262520"/>
                <a:gd name="connsiteY16" fmla="*/ 233271 h 262520"/>
                <a:gd name="connsiteX17" fmla="*/ 120485 w 262520"/>
                <a:gd name="connsiteY17" fmla="*/ 231521 h 262520"/>
                <a:gd name="connsiteX18" fmla="*/ 220680 w 262520"/>
                <a:gd name="connsiteY18" fmla="*/ 123013 h 262520"/>
                <a:gd name="connsiteX19" fmla="*/ 235119 w 262520"/>
                <a:gd name="connsiteY19" fmla="*/ 83635 h 262520"/>
                <a:gd name="connsiteX20" fmla="*/ 217617 w 262520"/>
                <a:gd name="connsiteY20" fmla="*/ 45569 h 262520"/>
                <a:gd name="connsiteX21" fmla="*/ 180427 w 262520"/>
                <a:gd name="connsiteY21" fmla="*/ 31131 h 262520"/>
                <a:gd name="connsiteX22" fmla="*/ 164238 w 262520"/>
                <a:gd name="connsiteY22" fmla="*/ 207894 h 262520"/>
                <a:gd name="connsiteX23" fmla="*/ 164238 w 262520"/>
                <a:gd name="connsiteY23" fmla="*/ 207894 h 262520"/>
                <a:gd name="connsiteX24" fmla="*/ 164238 w 262520"/>
                <a:gd name="connsiteY24" fmla="*/ 207894 h 262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2520" h="262520">
                  <a:moveTo>
                    <a:pt x="98171" y="273524"/>
                  </a:moveTo>
                  <a:cubicBezTo>
                    <a:pt x="83294" y="273524"/>
                    <a:pt x="67981" y="268274"/>
                    <a:pt x="56167" y="256898"/>
                  </a:cubicBezTo>
                  <a:lnTo>
                    <a:pt x="19852" y="223646"/>
                  </a:lnTo>
                  <a:cubicBezTo>
                    <a:pt x="-5087" y="200456"/>
                    <a:pt x="-6837" y="161078"/>
                    <a:pt x="16352" y="136139"/>
                  </a:cubicBezTo>
                  <a:lnTo>
                    <a:pt x="116985" y="27630"/>
                  </a:lnTo>
                  <a:cubicBezTo>
                    <a:pt x="132736" y="10567"/>
                    <a:pt x="154175" y="941"/>
                    <a:pt x="177364" y="66"/>
                  </a:cubicBezTo>
                  <a:cubicBezTo>
                    <a:pt x="200553" y="-809"/>
                    <a:pt x="222430" y="7066"/>
                    <a:pt x="239494" y="22818"/>
                  </a:cubicBezTo>
                  <a:cubicBezTo>
                    <a:pt x="256558" y="38569"/>
                    <a:pt x="266183" y="60008"/>
                    <a:pt x="267059" y="83197"/>
                  </a:cubicBezTo>
                  <a:cubicBezTo>
                    <a:pt x="267934" y="106386"/>
                    <a:pt x="259620" y="128263"/>
                    <a:pt x="244307" y="145327"/>
                  </a:cubicBezTo>
                  <a:lnTo>
                    <a:pt x="144112" y="253835"/>
                  </a:lnTo>
                  <a:cubicBezTo>
                    <a:pt x="131423" y="266524"/>
                    <a:pt x="114797" y="273524"/>
                    <a:pt x="98171" y="273524"/>
                  </a:cubicBezTo>
                  <a:close/>
                  <a:moveTo>
                    <a:pt x="180427" y="31131"/>
                  </a:moveTo>
                  <a:cubicBezTo>
                    <a:pt x="179552" y="31131"/>
                    <a:pt x="179114" y="31131"/>
                    <a:pt x="178239" y="31131"/>
                  </a:cubicBezTo>
                  <a:cubicBezTo>
                    <a:pt x="163801" y="31568"/>
                    <a:pt x="150237" y="38131"/>
                    <a:pt x="140174" y="48632"/>
                  </a:cubicBezTo>
                  <a:lnTo>
                    <a:pt x="39541" y="157140"/>
                  </a:lnTo>
                  <a:cubicBezTo>
                    <a:pt x="28165" y="169391"/>
                    <a:pt x="29040" y="188643"/>
                    <a:pt x="41291" y="200019"/>
                  </a:cubicBezTo>
                  <a:lnTo>
                    <a:pt x="77606" y="233271"/>
                  </a:lnTo>
                  <a:cubicBezTo>
                    <a:pt x="89857" y="244647"/>
                    <a:pt x="109109" y="243772"/>
                    <a:pt x="120485" y="231521"/>
                  </a:cubicBezTo>
                  <a:lnTo>
                    <a:pt x="220680" y="123013"/>
                  </a:lnTo>
                  <a:cubicBezTo>
                    <a:pt x="230743" y="112074"/>
                    <a:pt x="235994" y="98073"/>
                    <a:pt x="235119" y="83635"/>
                  </a:cubicBezTo>
                  <a:cubicBezTo>
                    <a:pt x="234681" y="69196"/>
                    <a:pt x="228118" y="55633"/>
                    <a:pt x="217617" y="45569"/>
                  </a:cubicBezTo>
                  <a:cubicBezTo>
                    <a:pt x="207554" y="36381"/>
                    <a:pt x="194428" y="31131"/>
                    <a:pt x="180427" y="31131"/>
                  </a:cubicBezTo>
                  <a:close/>
                  <a:moveTo>
                    <a:pt x="164238" y="207894"/>
                  </a:moveTo>
                  <a:lnTo>
                    <a:pt x="164238" y="207894"/>
                  </a:lnTo>
                  <a:lnTo>
                    <a:pt x="164238" y="207894"/>
                  </a:lnTo>
                  <a:close/>
                </a:path>
              </a:pathLst>
            </a:custGeom>
            <a:grpFill/>
            <a:ln w="43498"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37" name="Freeform: Shape 236">
              <a:extLst>
                <a:ext uri="{FF2B5EF4-FFF2-40B4-BE49-F238E27FC236}">
                  <a16:creationId xmlns:a16="http://schemas.microsoft.com/office/drawing/2014/main" id="{B683BD2A-4189-778C-F0F3-8FEB9A54EA6C}"/>
                </a:ext>
              </a:extLst>
            </p:cNvPr>
            <p:cNvSpPr/>
            <p:nvPr/>
          </p:nvSpPr>
          <p:spPr>
            <a:xfrm>
              <a:off x="5179671" y="6350706"/>
              <a:ext cx="218767" cy="218767"/>
            </a:xfrm>
            <a:custGeom>
              <a:avLst/>
              <a:gdLst>
                <a:gd name="connsiteX0" fmla="*/ 98031 w 218766"/>
                <a:gd name="connsiteY0" fmla="*/ 250009 h 218766"/>
                <a:gd name="connsiteX1" fmla="*/ 56028 w 218766"/>
                <a:gd name="connsiteY1" fmla="*/ 233383 h 218766"/>
                <a:gd name="connsiteX2" fmla="*/ 19712 w 218766"/>
                <a:gd name="connsiteY2" fmla="*/ 200130 h 218766"/>
                <a:gd name="connsiteX3" fmla="*/ 23 w 218766"/>
                <a:gd name="connsiteY3" fmla="*/ 157252 h 218766"/>
                <a:gd name="connsiteX4" fmla="*/ 16212 w 218766"/>
                <a:gd name="connsiteY4" fmla="*/ 112624 h 218766"/>
                <a:gd name="connsiteX5" fmla="*/ 94968 w 218766"/>
                <a:gd name="connsiteY5" fmla="*/ 27742 h 218766"/>
                <a:gd name="connsiteX6" fmla="*/ 217478 w 218766"/>
                <a:gd name="connsiteY6" fmla="*/ 22929 h 218766"/>
                <a:gd name="connsiteX7" fmla="*/ 222291 w 218766"/>
                <a:gd name="connsiteY7" fmla="*/ 145439 h 218766"/>
                <a:gd name="connsiteX8" fmla="*/ 143535 w 218766"/>
                <a:gd name="connsiteY8" fmla="*/ 230320 h 218766"/>
                <a:gd name="connsiteX9" fmla="*/ 100656 w 218766"/>
                <a:gd name="connsiteY9" fmla="*/ 250009 h 218766"/>
                <a:gd name="connsiteX10" fmla="*/ 98031 w 218766"/>
                <a:gd name="connsiteY10" fmla="*/ 250009 h 218766"/>
                <a:gd name="connsiteX11" fmla="*/ 158411 w 218766"/>
                <a:gd name="connsiteY11" fmla="*/ 31680 h 218766"/>
                <a:gd name="connsiteX12" fmla="*/ 118158 w 218766"/>
                <a:gd name="connsiteY12" fmla="*/ 49181 h 218766"/>
                <a:gd name="connsiteX13" fmla="*/ 39402 w 218766"/>
                <a:gd name="connsiteY13" fmla="*/ 134063 h 218766"/>
                <a:gd name="connsiteX14" fmla="*/ 31526 w 218766"/>
                <a:gd name="connsiteY14" fmla="*/ 155940 h 218766"/>
                <a:gd name="connsiteX15" fmla="*/ 41152 w 218766"/>
                <a:gd name="connsiteY15" fmla="*/ 176941 h 218766"/>
                <a:gd name="connsiteX16" fmla="*/ 77467 w 218766"/>
                <a:gd name="connsiteY16" fmla="*/ 210194 h 218766"/>
                <a:gd name="connsiteX17" fmla="*/ 99344 w 218766"/>
                <a:gd name="connsiteY17" fmla="*/ 218069 h 218766"/>
                <a:gd name="connsiteX18" fmla="*/ 120345 w 218766"/>
                <a:gd name="connsiteY18" fmla="*/ 208444 h 218766"/>
                <a:gd name="connsiteX19" fmla="*/ 152723 w 218766"/>
                <a:gd name="connsiteY19" fmla="*/ 173441 h 218766"/>
                <a:gd name="connsiteX20" fmla="*/ 152723 w 218766"/>
                <a:gd name="connsiteY20" fmla="*/ 173441 h 218766"/>
                <a:gd name="connsiteX21" fmla="*/ 199101 w 218766"/>
                <a:gd name="connsiteY21" fmla="*/ 123562 h 218766"/>
                <a:gd name="connsiteX22" fmla="*/ 196039 w 218766"/>
                <a:gd name="connsiteY22" fmla="*/ 46119 h 218766"/>
                <a:gd name="connsiteX23" fmla="*/ 158411 w 218766"/>
                <a:gd name="connsiteY23" fmla="*/ 31680 h 218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8766" h="218766">
                  <a:moveTo>
                    <a:pt x="98031" y="250009"/>
                  </a:moveTo>
                  <a:cubicBezTo>
                    <a:pt x="82280" y="250009"/>
                    <a:pt x="67404" y="244321"/>
                    <a:pt x="56028" y="233383"/>
                  </a:cubicBezTo>
                  <a:lnTo>
                    <a:pt x="19712" y="200130"/>
                  </a:lnTo>
                  <a:cubicBezTo>
                    <a:pt x="7462" y="188755"/>
                    <a:pt x="461" y="173441"/>
                    <a:pt x="23" y="157252"/>
                  </a:cubicBezTo>
                  <a:cubicBezTo>
                    <a:pt x="-414" y="140626"/>
                    <a:pt x="5274" y="124875"/>
                    <a:pt x="16212" y="112624"/>
                  </a:cubicBezTo>
                  <a:lnTo>
                    <a:pt x="94968" y="27742"/>
                  </a:lnTo>
                  <a:cubicBezTo>
                    <a:pt x="127346" y="-7261"/>
                    <a:pt x="182037" y="-9448"/>
                    <a:pt x="217478" y="22929"/>
                  </a:cubicBezTo>
                  <a:cubicBezTo>
                    <a:pt x="252480" y="55307"/>
                    <a:pt x="254668" y="110436"/>
                    <a:pt x="222291" y="145439"/>
                  </a:cubicBezTo>
                  <a:lnTo>
                    <a:pt x="143535" y="230320"/>
                  </a:lnTo>
                  <a:cubicBezTo>
                    <a:pt x="132159" y="242571"/>
                    <a:pt x="116845" y="249572"/>
                    <a:pt x="100656" y="250009"/>
                  </a:cubicBezTo>
                  <a:cubicBezTo>
                    <a:pt x="99781" y="250009"/>
                    <a:pt x="98906" y="250009"/>
                    <a:pt x="98031" y="250009"/>
                  </a:cubicBezTo>
                  <a:close/>
                  <a:moveTo>
                    <a:pt x="158411" y="31680"/>
                  </a:moveTo>
                  <a:cubicBezTo>
                    <a:pt x="143535" y="31680"/>
                    <a:pt x="129096" y="37805"/>
                    <a:pt x="118158" y="49181"/>
                  </a:cubicBezTo>
                  <a:lnTo>
                    <a:pt x="39402" y="134063"/>
                  </a:lnTo>
                  <a:cubicBezTo>
                    <a:pt x="34151" y="139751"/>
                    <a:pt x="31088" y="147626"/>
                    <a:pt x="31526" y="155940"/>
                  </a:cubicBezTo>
                  <a:cubicBezTo>
                    <a:pt x="31963" y="164253"/>
                    <a:pt x="35464" y="171691"/>
                    <a:pt x="41152" y="176941"/>
                  </a:cubicBezTo>
                  <a:lnTo>
                    <a:pt x="77467" y="210194"/>
                  </a:lnTo>
                  <a:cubicBezTo>
                    <a:pt x="83155" y="215444"/>
                    <a:pt x="91030" y="218944"/>
                    <a:pt x="99344" y="218069"/>
                  </a:cubicBezTo>
                  <a:cubicBezTo>
                    <a:pt x="107657" y="217632"/>
                    <a:pt x="115095" y="214131"/>
                    <a:pt x="120345" y="208444"/>
                  </a:cubicBezTo>
                  <a:lnTo>
                    <a:pt x="152723" y="173441"/>
                  </a:lnTo>
                  <a:lnTo>
                    <a:pt x="152723" y="173441"/>
                  </a:lnTo>
                  <a:lnTo>
                    <a:pt x="199101" y="123562"/>
                  </a:lnTo>
                  <a:cubicBezTo>
                    <a:pt x="219665" y="101248"/>
                    <a:pt x="218353" y="66683"/>
                    <a:pt x="196039" y="46119"/>
                  </a:cubicBezTo>
                  <a:cubicBezTo>
                    <a:pt x="185100" y="36493"/>
                    <a:pt x="171974" y="31680"/>
                    <a:pt x="158411" y="31680"/>
                  </a:cubicBezTo>
                  <a:close/>
                </a:path>
              </a:pathLst>
            </a:custGeom>
            <a:grpFill/>
            <a:ln w="43498"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38" name="Freeform: Shape 237">
              <a:extLst>
                <a:ext uri="{FF2B5EF4-FFF2-40B4-BE49-F238E27FC236}">
                  <a16:creationId xmlns:a16="http://schemas.microsoft.com/office/drawing/2014/main" id="{292E10BF-E998-1190-E390-C7BF8F37E578}"/>
                </a:ext>
              </a:extLst>
            </p:cNvPr>
            <p:cNvSpPr/>
            <p:nvPr/>
          </p:nvSpPr>
          <p:spPr>
            <a:xfrm>
              <a:off x="5416318" y="6458776"/>
              <a:ext cx="262520" cy="262520"/>
            </a:xfrm>
            <a:custGeom>
              <a:avLst/>
              <a:gdLst>
                <a:gd name="connsiteX0" fmla="*/ 98090 w 262520"/>
                <a:gd name="connsiteY0" fmla="*/ 303826 h 262520"/>
                <a:gd name="connsiteX1" fmla="*/ 56087 w 262520"/>
                <a:gd name="connsiteY1" fmla="*/ 287637 h 262520"/>
                <a:gd name="connsiteX2" fmla="*/ 19772 w 262520"/>
                <a:gd name="connsiteY2" fmla="*/ 254385 h 262520"/>
                <a:gd name="connsiteX3" fmla="*/ 83 w 262520"/>
                <a:gd name="connsiteY3" fmla="*/ 211506 h 262520"/>
                <a:gd name="connsiteX4" fmla="*/ 16271 w 262520"/>
                <a:gd name="connsiteY4" fmla="*/ 166878 h 262520"/>
                <a:gd name="connsiteX5" fmla="*/ 48649 w 262520"/>
                <a:gd name="connsiteY5" fmla="*/ 131875 h 262520"/>
                <a:gd name="connsiteX6" fmla="*/ 143156 w 262520"/>
                <a:gd name="connsiteY6" fmla="*/ 27742 h 262520"/>
                <a:gd name="connsiteX7" fmla="*/ 265666 w 262520"/>
                <a:gd name="connsiteY7" fmla="*/ 22929 h 262520"/>
                <a:gd name="connsiteX8" fmla="*/ 270478 w 262520"/>
                <a:gd name="connsiteY8" fmla="*/ 145439 h 262520"/>
                <a:gd name="connsiteX9" fmla="*/ 175971 w 262520"/>
                <a:gd name="connsiteY9" fmla="*/ 249572 h 262520"/>
                <a:gd name="connsiteX10" fmla="*/ 175971 w 262520"/>
                <a:gd name="connsiteY10" fmla="*/ 249572 h 262520"/>
                <a:gd name="connsiteX11" fmla="*/ 143594 w 262520"/>
                <a:gd name="connsiteY11" fmla="*/ 284575 h 262520"/>
                <a:gd name="connsiteX12" fmla="*/ 100715 w 262520"/>
                <a:gd name="connsiteY12" fmla="*/ 304264 h 262520"/>
                <a:gd name="connsiteX13" fmla="*/ 98090 w 262520"/>
                <a:gd name="connsiteY13" fmla="*/ 303826 h 262520"/>
                <a:gd name="connsiteX14" fmla="*/ 207036 w 262520"/>
                <a:gd name="connsiteY14" fmla="*/ 31242 h 262520"/>
                <a:gd name="connsiteX15" fmla="*/ 166783 w 262520"/>
                <a:gd name="connsiteY15" fmla="*/ 48744 h 262520"/>
                <a:gd name="connsiteX16" fmla="*/ 39898 w 262520"/>
                <a:gd name="connsiteY16" fmla="*/ 187880 h 262520"/>
                <a:gd name="connsiteX17" fmla="*/ 32023 w 262520"/>
                <a:gd name="connsiteY17" fmla="*/ 209756 h 262520"/>
                <a:gd name="connsiteX18" fmla="*/ 41648 w 262520"/>
                <a:gd name="connsiteY18" fmla="*/ 230758 h 262520"/>
                <a:gd name="connsiteX19" fmla="*/ 77964 w 262520"/>
                <a:gd name="connsiteY19" fmla="*/ 264010 h 262520"/>
                <a:gd name="connsiteX20" fmla="*/ 99840 w 262520"/>
                <a:gd name="connsiteY20" fmla="*/ 271886 h 262520"/>
                <a:gd name="connsiteX21" fmla="*/ 120842 w 262520"/>
                <a:gd name="connsiteY21" fmla="*/ 262260 h 262520"/>
                <a:gd name="connsiteX22" fmla="*/ 153219 w 262520"/>
                <a:gd name="connsiteY22" fmla="*/ 227258 h 262520"/>
                <a:gd name="connsiteX23" fmla="*/ 247727 w 262520"/>
                <a:gd name="connsiteY23" fmla="*/ 123125 h 262520"/>
                <a:gd name="connsiteX24" fmla="*/ 244664 w 262520"/>
                <a:gd name="connsiteY24" fmla="*/ 45244 h 262520"/>
                <a:gd name="connsiteX25" fmla="*/ 207036 w 262520"/>
                <a:gd name="connsiteY25" fmla="*/ 31242 h 262520"/>
                <a:gd name="connsiteX26" fmla="*/ 164158 w 262520"/>
                <a:gd name="connsiteY26" fmla="*/ 238633 h 262520"/>
                <a:gd name="connsiteX27" fmla="*/ 164158 w 262520"/>
                <a:gd name="connsiteY27" fmla="*/ 238633 h 262520"/>
                <a:gd name="connsiteX28" fmla="*/ 164158 w 262520"/>
                <a:gd name="connsiteY28" fmla="*/ 238633 h 262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2520" h="262520">
                  <a:moveTo>
                    <a:pt x="98090" y="303826"/>
                  </a:moveTo>
                  <a:cubicBezTo>
                    <a:pt x="82339" y="303826"/>
                    <a:pt x="67463" y="298138"/>
                    <a:pt x="56087" y="287637"/>
                  </a:cubicBezTo>
                  <a:lnTo>
                    <a:pt x="19772" y="254385"/>
                  </a:lnTo>
                  <a:cubicBezTo>
                    <a:pt x="7521" y="243009"/>
                    <a:pt x="520" y="227695"/>
                    <a:pt x="83" y="211506"/>
                  </a:cubicBezTo>
                  <a:cubicBezTo>
                    <a:pt x="-792" y="194880"/>
                    <a:pt x="5333" y="179129"/>
                    <a:pt x="16271" y="166878"/>
                  </a:cubicBezTo>
                  <a:lnTo>
                    <a:pt x="48649" y="131875"/>
                  </a:lnTo>
                  <a:lnTo>
                    <a:pt x="143156" y="27742"/>
                  </a:lnTo>
                  <a:cubicBezTo>
                    <a:pt x="175534" y="-7261"/>
                    <a:pt x="230663" y="-9448"/>
                    <a:pt x="265666" y="22929"/>
                  </a:cubicBezTo>
                  <a:cubicBezTo>
                    <a:pt x="300668" y="55307"/>
                    <a:pt x="302856" y="110436"/>
                    <a:pt x="270478" y="145439"/>
                  </a:cubicBezTo>
                  <a:lnTo>
                    <a:pt x="175971" y="249572"/>
                  </a:lnTo>
                  <a:cubicBezTo>
                    <a:pt x="175971" y="249572"/>
                    <a:pt x="175971" y="249572"/>
                    <a:pt x="175971" y="249572"/>
                  </a:cubicBezTo>
                  <a:lnTo>
                    <a:pt x="143594" y="284575"/>
                  </a:lnTo>
                  <a:cubicBezTo>
                    <a:pt x="132218" y="296825"/>
                    <a:pt x="116904" y="303826"/>
                    <a:pt x="100715" y="304264"/>
                  </a:cubicBezTo>
                  <a:cubicBezTo>
                    <a:pt x="99840" y="303826"/>
                    <a:pt x="98965" y="303826"/>
                    <a:pt x="98090" y="303826"/>
                  </a:cubicBezTo>
                  <a:close/>
                  <a:moveTo>
                    <a:pt x="207036" y="31242"/>
                  </a:moveTo>
                  <a:cubicBezTo>
                    <a:pt x="192160" y="31242"/>
                    <a:pt x="177284" y="37368"/>
                    <a:pt x="166783" y="48744"/>
                  </a:cubicBezTo>
                  <a:lnTo>
                    <a:pt x="39898" y="187880"/>
                  </a:lnTo>
                  <a:cubicBezTo>
                    <a:pt x="34648" y="193567"/>
                    <a:pt x="31585" y="201443"/>
                    <a:pt x="32023" y="209756"/>
                  </a:cubicBezTo>
                  <a:cubicBezTo>
                    <a:pt x="32460" y="218069"/>
                    <a:pt x="35960" y="225507"/>
                    <a:pt x="41648" y="230758"/>
                  </a:cubicBezTo>
                  <a:lnTo>
                    <a:pt x="77964" y="264010"/>
                  </a:lnTo>
                  <a:cubicBezTo>
                    <a:pt x="84089" y="269261"/>
                    <a:pt x="91527" y="272324"/>
                    <a:pt x="99840" y="271886"/>
                  </a:cubicBezTo>
                  <a:cubicBezTo>
                    <a:pt x="108153" y="271448"/>
                    <a:pt x="115591" y="267948"/>
                    <a:pt x="120842" y="262260"/>
                  </a:cubicBezTo>
                  <a:lnTo>
                    <a:pt x="153219" y="227258"/>
                  </a:lnTo>
                  <a:lnTo>
                    <a:pt x="247727" y="123125"/>
                  </a:lnTo>
                  <a:cubicBezTo>
                    <a:pt x="268291" y="100810"/>
                    <a:pt x="266978" y="65808"/>
                    <a:pt x="244664" y="45244"/>
                  </a:cubicBezTo>
                  <a:cubicBezTo>
                    <a:pt x="233288" y="36055"/>
                    <a:pt x="220162" y="31242"/>
                    <a:pt x="207036" y="31242"/>
                  </a:cubicBezTo>
                  <a:close/>
                  <a:moveTo>
                    <a:pt x="164158" y="238633"/>
                  </a:moveTo>
                  <a:lnTo>
                    <a:pt x="164158" y="238633"/>
                  </a:lnTo>
                  <a:lnTo>
                    <a:pt x="164158" y="238633"/>
                  </a:lnTo>
                  <a:close/>
                </a:path>
              </a:pathLst>
            </a:custGeom>
            <a:grpFill/>
            <a:ln w="43498"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39" name="Freeform: Shape 238">
              <a:extLst>
                <a:ext uri="{FF2B5EF4-FFF2-40B4-BE49-F238E27FC236}">
                  <a16:creationId xmlns:a16="http://schemas.microsoft.com/office/drawing/2014/main" id="{289A3212-E622-1AE0-F570-365F3FCDA737}"/>
                </a:ext>
              </a:extLst>
            </p:cNvPr>
            <p:cNvSpPr/>
            <p:nvPr/>
          </p:nvSpPr>
          <p:spPr>
            <a:xfrm>
              <a:off x="5282929" y="6346440"/>
              <a:ext cx="306274" cy="350027"/>
            </a:xfrm>
            <a:custGeom>
              <a:avLst/>
              <a:gdLst>
                <a:gd name="connsiteX0" fmla="*/ 98031 w 306273"/>
                <a:gd name="connsiteY0" fmla="*/ 352282 h 350026"/>
                <a:gd name="connsiteX1" fmla="*/ 56028 w 306273"/>
                <a:gd name="connsiteY1" fmla="*/ 335656 h 350026"/>
                <a:gd name="connsiteX2" fmla="*/ 19713 w 306273"/>
                <a:gd name="connsiteY2" fmla="*/ 302403 h 350026"/>
                <a:gd name="connsiteX3" fmla="*/ 23 w 306273"/>
                <a:gd name="connsiteY3" fmla="*/ 259525 h 350026"/>
                <a:gd name="connsiteX4" fmla="*/ 16212 w 306273"/>
                <a:gd name="connsiteY4" fmla="*/ 214896 h 350026"/>
                <a:gd name="connsiteX5" fmla="*/ 48590 w 306273"/>
                <a:gd name="connsiteY5" fmla="*/ 179894 h 350026"/>
                <a:gd name="connsiteX6" fmla="*/ 184663 w 306273"/>
                <a:gd name="connsiteY6" fmla="*/ 28069 h 350026"/>
                <a:gd name="connsiteX7" fmla="*/ 307172 w 306273"/>
                <a:gd name="connsiteY7" fmla="*/ 23257 h 350026"/>
                <a:gd name="connsiteX8" fmla="*/ 311985 w 306273"/>
                <a:gd name="connsiteY8" fmla="*/ 145766 h 350026"/>
                <a:gd name="connsiteX9" fmla="*/ 175912 w 306273"/>
                <a:gd name="connsiteY9" fmla="*/ 297153 h 350026"/>
                <a:gd name="connsiteX10" fmla="*/ 175912 w 306273"/>
                <a:gd name="connsiteY10" fmla="*/ 297153 h 350026"/>
                <a:gd name="connsiteX11" fmla="*/ 143535 w 306273"/>
                <a:gd name="connsiteY11" fmla="*/ 332155 h 350026"/>
                <a:gd name="connsiteX12" fmla="*/ 98031 w 306273"/>
                <a:gd name="connsiteY12" fmla="*/ 352282 h 350026"/>
                <a:gd name="connsiteX13" fmla="*/ 248543 w 306273"/>
                <a:gd name="connsiteY13" fmla="*/ 32007 h 350026"/>
                <a:gd name="connsiteX14" fmla="*/ 208290 w 306273"/>
                <a:gd name="connsiteY14" fmla="*/ 49509 h 350026"/>
                <a:gd name="connsiteX15" fmla="*/ 72217 w 306273"/>
                <a:gd name="connsiteY15" fmla="*/ 201333 h 350026"/>
                <a:gd name="connsiteX16" fmla="*/ 39839 w 306273"/>
                <a:gd name="connsiteY16" fmla="*/ 236335 h 350026"/>
                <a:gd name="connsiteX17" fmla="*/ 31963 w 306273"/>
                <a:gd name="connsiteY17" fmla="*/ 258212 h 350026"/>
                <a:gd name="connsiteX18" fmla="*/ 41589 w 306273"/>
                <a:gd name="connsiteY18" fmla="*/ 279214 h 350026"/>
                <a:gd name="connsiteX19" fmla="*/ 77904 w 306273"/>
                <a:gd name="connsiteY19" fmla="*/ 312466 h 350026"/>
                <a:gd name="connsiteX20" fmla="*/ 120783 w 306273"/>
                <a:gd name="connsiteY20" fmla="*/ 310716 h 350026"/>
                <a:gd name="connsiteX21" fmla="*/ 153160 w 306273"/>
                <a:gd name="connsiteY21" fmla="*/ 275714 h 350026"/>
                <a:gd name="connsiteX22" fmla="*/ 289233 w 306273"/>
                <a:gd name="connsiteY22" fmla="*/ 123889 h 350026"/>
                <a:gd name="connsiteX23" fmla="*/ 286171 w 306273"/>
                <a:gd name="connsiteY23" fmla="*/ 46008 h 350026"/>
                <a:gd name="connsiteX24" fmla="*/ 248543 w 306273"/>
                <a:gd name="connsiteY24" fmla="*/ 32007 h 350026"/>
                <a:gd name="connsiteX25" fmla="*/ 164099 w 306273"/>
                <a:gd name="connsiteY25" fmla="*/ 286652 h 350026"/>
                <a:gd name="connsiteX26" fmla="*/ 164099 w 306273"/>
                <a:gd name="connsiteY26" fmla="*/ 286652 h 350026"/>
                <a:gd name="connsiteX27" fmla="*/ 164099 w 306273"/>
                <a:gd name="connsiteY27" fmla="*/ 286652 h 350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06273" h="350026">
                  <a:moveTo>
                    <a:pt x="98031" y="352282"/>
                  </a:moveTo>
                  <a:cubicBezTo>
                    <a:pt x="83155" y="352282"/>
                    <a:pt x="67841" y="347032"/>
                    <a:pt x="56028" y="335656"/>
                  </a:cubicBezTo>
                  <a:lnTo>
                    <a:pt x="19713" y="302403"/>
                  </a:lnTo>
                  <a:cubicBezTo>
                    <a:pt x="7462" y="291027"/>
                    <a:pt x="461" y="275714"/>
                    <a:pt x="23" y="259525"/>
                  </a:cubicBezTo>
                  <a:cubicBezTo>
                    <a:pt x="-414" y="242899"/>
                    <a:pt x="5274" y="227147"/>
                    <a:pt x="16212" y="214896"/>
                  </a:cubicBezTo>
                  <a:lnTo>
                    <a:pt x="48590" y="179894"/>
                  </a:lnTo>
                  <a:lnTo>
                    <a:pt x="184663" y="28069"/>
                  </a:lnTo>
                  <a:cubicBezTo>
                    <a:pt x="217040" y="-7371"/>
                    <a:pt x="272169" y="-9558"/>
                    <a:pt x="307172" y="23257"/>
                  </a:cubicBezTo>
                  <a:cubicBezTo>
                    <a:pt x="342175" y="55634"/>
                    <a:pt x="344362" y="110763"/>
                    <a:pt x="311985" y="145766"/>
                  </a:cubicBezTo>
                  <a:lnTo>
                    <a:pt x="175912" y="297153"/>
                  </a:lnTo>
                  <a:cubicBezTo>
                    <a:pt x="175912" y="297153"/>
                    <a:pt x="175912" y="297153"/>
                    <a:pt x="175912" y="297153"/>
                  </a:cubicBezTo>
                  <a:lnTo>
                    <a:pt x="143535" y="332155"/>
                  </a:lnTo>
                  <a:cubicBezTo>
                    <a:pt x="131284" y="345719"/>
                    <a:pt x="114657" y="352282"/>
                    <a:pt x="98031" y="352282"/>
                  </a:cubicBezTo>
                  <a:close/>
                  <a:moveTo>
                    <a:pt x="248543" y="32007"/>
                  </a:moveTo>
                  <a:cubicBezTo>
                    <a:pt x="233666" y="32007"/>
                    <a:pt x="218790" y="38133"/>
                    <a:pt x="208290" y="49509"/>
                  </a:cubicBezTo>
                  <a:lnTo>
                    <a:pt x="72217" y="201333"/>
                  </a:lnTo>
                  <a:lnTo>
                    <a:pt x="39839" y="236335"/>
                  </a:lnTo>
                  <a:cubicBezTo>
                    <a:pt x="34589" y="242023"/>
                    <a:pt x="31526" y="249899"/>
                    <a:pt x="31963" y="258212"/>
                  </a:cubicBezTo>
                  <a:cubicBezTo>
                    <a:pt x="32401" y="266525"/>
                    <a:pt x="35901" y="273963"/>
                    <a:pt x="41589" y="279214"/>
                  </a:cubicBezTo>
                  <a:lnTo>
                    <a:pt x="77904" y="312466"/>
                  </a:lnTo>
                  <a:cubicBezTo>
                    <a:pt x="90155" y="323842"/>
                    <a:pt x="109407" y="322967"/>
                    <a:pt x="120783" y="310716"/>
                  </a:cubicBezTo>
                  <a:lnTo>
                    <a:pt x="153160" y="275714"/>
                  </a:lnTo>
                  <a:lnTo>
                    <a:pt x="289233" y="123889"/>
                  </a:lnTo>
                  <a:cubicBezTo>
                    <a:pt x="309797" y="101575"/>
                    <a:pt x="308485" y="66572"/>
                    <a:pt x="286171" y="46008"/>
                  </a:cubicBezTo>
                  <a:cubicBezTo>
                    <a:pt x="275232" y="36820"/>
                    <a:pt x="261669" y="32007"/>
                    <a:pt x="248543" y="32007"/>
                  </a:cubicBezTo>
                  <a:close/>
                  <a:moveTo>
                    <a:pt x="164099" y="286652"/>
                  </a:moveTo>
                  <a:lnTo>
                    <a:pt x="164099" y="286652"/>
                  </a:lnTo>
                  <a:lnTo>
                    <a:pt x="164099" y="286652"/>
                  </a:lnTo>
                  <a:close/>
                </a:path>
              </a:pathLst>
            </a:custGeom>
            <a:grpFill/>
            <a:ln w="43498"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grpSp>
          <p:nvGrpSpPr>
            <p:cNvPr id="240" name="Graphic 72">
              <a:extLst>
                <a:ext uri="{FF2B5EF4-FFF2-40B4-BE49-F238E27FC236}">
                  <a16:creationId xmlns:a16="http://schemas.microsoft.com/office/drawing/2014/main" id="{F03EA061-6D84-32A8-FD4F-95931A3F8C02}"/>
                </a:ext>
              </a:extLst>
            </p:cNvPr>
            <p:cNvGrpSpPr/>
            <p:nvPr/>
          </p:nvGrpSpPr>
          <p:grpSpPr>
            <a:xfrm>
              <a:off x="5104439" y="5820964"/>
              <a:ext cx="1225094" cy="1050081"/>
              <a:chOff x="5104439" y="5820964"/>
              <a:chExt cx="1225094" cy="1050081"/>
            </a:xfrm>
            <a:grpFill/>
          </p:grpSpPr>
          <p:sp>
            <p:nvSpPr>
              <p:cNvPr id="241" name="Freeform: Shape 240">
                <a:extLst>
                  <a:ext uri="{FF2B5EF4-FFF2-40B4-BE49-F238E27FC236}">
                    <a16:creationId xmlns:a16="http://schemas.microsoft.com/office/drawing/2014/main" id="{E8CFDC54-26B6-F06B-6A49-9C28805B7E1E}"/>
                  </a:ext>
                </a:extLst>
              </p:cNvPr>
              <p:cNvSpPr/>
              <p:nvPr/>
            </p:nvSpPr>
            <p:spPr>
              <a:xfrm>
                <a:off x="6056883" y="6442261"/>
                <a:ext cx="131260" cy="175013"/>
              </a:xfrm>
              <a:custGeom>
                <a:avLst/>
                <a:gdLst>
                  <a:gd name="connsiteX0" fmla="*/ 68759 w 131260"/>
                  <a:gd name="connsiteY0" fmla="*/ 177705 h 175013"/>
                  <a:gd name="connsiteX1" fmla="*/ 7067 w 131260"/>
                  <a:gd name="connsiteY1" fmla="*/ 160204 h 175013"/>
                  <a:gd name="connsiteX2" fmla="*/ 2692 w 131260"/>
                  <a:gd name="connsiteY2" fmla="*/ 138327 h 175013"/>
                  <a:gd name="connsiteX3" fmla="*/ 24569 w 131260"/>
                  <a:gd name="connsiteY3" fmla="*/ 133952 h 175013"/>
                  <a:gd name="connsiteX4" fmla="*/ 72260 w 131260"/>
                  <a:gd name="connsiteY4" fmla="*/ 146203 h 175013"/>
                  <a:gd name="connsiteX5" fmla="*/ 109450 w 131260"/>
                  <a:gd name="connsiteY5" fmla="*/ 130014 h 175013"/>
                  <a:gd name="connsiteX6" fmla="*/ 131327 w 131260"/>
                  <a:gd name="connsiteY6" fmla="*/ 97637 h 175013"/>
                  <a:gd name="connsiteX7" fmla="*/ 123451 w 131260"/>
                  <a:gd name="connsiteY7" fmla="*/ 28944 h 175013"/>
                  <a:gd name="connsiteX8" fmla="*/ 119076 w 131260"/>
                  <a:gd name="connsiteY8" fmla="*/ 7067 h 175013"/>
                  <a:gd name="connsiteX9" fmla="*/ 140953 w 131260"/>
                  <a:gd name="connsiteY9" fmla="*/ 2692 h 175013"/>
                  <a:gd name="connsiteX10" fmla="*/ 157579 w 131260"/>
                  <a:gd name="connsiteY10" fmla="*/ 115576 h 175013"/>
                  <a:gd name="connsiteX11" fmla="*/ 135702 w 131260"/>
                  <a:gd name="connsiteY11" fmla="*/ 147953 h 175013"/>
                  <a:gd name="connsiteX12" fmla="*/ 73572 w 131260"/>
                  <a:gd name="connsiteY12" fmla="*/ 178143 h 175013"/>
                  <a:gd name="connsiteX13" fmla="*/ 68759 w 131260"/>
                  <a:gd name="connsiteY13" fmla="*/ 177705 h 175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260" h="175013">
                    <a:moveTo>
                      <a:pt x="68759" y="177705"/>
                    </a:moveTo>
                    <a:cubicBezTo>
                      <a:pt x="46445" y="177705"/>
                      <a:pt x="23256" y="171142"/>
                      <a:pt x="7067" y="160204"/>
                    </a:cubicBezTo>
                    <a:cubicBezTo>
                      <a:pt x="-371" y="155391"/>
                      <a:pt x="-2121" y="145328"/>
                      <a:pt x="2692" y="138327"/>
                    </a:cubicBezTo>
                    <a:cubicBezTo>
                      <a:pt x="7505" y="130889"/>
                      <a:pt x="17568" y="129139"/>
                      <a:pt x="24569" y="133952"/>
                    </a:cubicBezTo>
                    <a:cubicBezTo>
                      <a:pt x="36820" y="142265"/>
                      <a:pt x="55196" y="146640"/>
                      <a:pt x="72260" y="146203"/>
                    </a:cubicBezTo>
                    <a:cubicBezTo>
                      <a:pt x="89761" y="145328"/>
                      <a:pt x="103325" y="139640"/>
                      <a:pt x="109450" y="130014"/>
                    </a:cubicBezTo>
                    <a:lnTo>
                      <a:pt x="131327" y="97637"/>
                    </a:lnTo>
                    <a:cubicBezTo>
                      <a:pt x="145765" y="76635"/>
                      <a:pt x="147516" y="45133"/>
                      <a:pt x="123451" y="28944"/>
                    </a:cubicBezTo>
                    <a:cubicBezTo>
                      <a:pt x="116013" y="24131"/>
                      <a:pt x="114263" y="14068"/>
                      <a:pt x="119076" y="7067"/>
                    </a:cubicBezTo>
                    <a:cubicBezTo>
                      <a:pt x="123889" y="-371"/>
                      <a:pt x="133952" y="-2121"/>
                      <a:pt x="140953" y="2692"/>
                    </a:cubicBezTo>
                    <a:cubicBezTo>
                      <a:pt x="176830" y="26756"/>
                      <a:pt x="184268" y="76198"/>
                      <a:pt x="157579" y="115576"/>
                    </a:cubicBezTo>
                    <a:lnTo>
                      <a:pt x="135702" y="147953"/>
                    </a:lnTo>
                    <a:cubicBezTo>
                      <a:pt x="123451" y="166329"/>
                      <a:pt x="101137" y="176830"/>
                      <a:pt x="73572" y="178143"/>
                    </a:cubicBezTo>
                    <a:cubicBezTo>
                      <a:pt x="71822" y="177268"/>
                      <a:pt x="70510" y="177705"/>
                      <a:pt x="68759" y="177705"/>
                    </a:cubicBezTo>
                    <a:close/>
                  </a:path>
                </a:pathLst>
              </a:custGeom>
              <a:grpFill/>
              <a:ln w="43498"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42" name="Freeform: Shape 241">
                <a:extLst>
                  <a:ext uri="{FF2B5EF4-FFF2-40B4-BE49-F238E27FC236}">
                    <a16:creationId xmlns:a16="http://schemas.microsoft.com/office/drawing/2014/main" id="{C177E3DB-97DF-B1E5-698D-6472E121F09A}"/>
                  </a:ext>
                </a:extLst>
              </p:cNvPr>
              <p:cNvSpPr/>
              <p:nvPr/>
            </p:nvSpPr>
            <p:spPr>
              <a:xfrm>
                <a:off x="5657731" y="5981417"/>
                <a:ext cx="656301" cy="481287"/>
              </a:xfrm>
              <a:custGeom>
                <a:avLst/>
                <a:gdLst>
                  <a:gd name="connsiteX0" fmla="*/ 580795 w 656300"/>
                  <a:gd name="connsiteY0" fmla="*/ 505539 h 481287"/>
                  <a:gd name="connsiteX1" fmla="*/ 522603 w 656300"/>
                  <a:gd name="connsiteY1" fmla="*/ 489351 h 481287"/>
                  <a:gd name="connsiteX2" fmla="*/ 518228 w 656300"/>
                  <a:gd name="connsiteY2" fmla="*/ 467474 h 481287"/>
                  <a:gd name="connsiteX3" fmla="*/ 540105 w 656300"/>
                  <a:gd name="connsiteY3" fmla="*/ 463099 h 481287"/>
                  <a:gd name="connsiteX4" fmla="*/ 586921 w 656300"/>
                  <a:gd name="connsiteY4" fmla="*/ 474037 h 481287"/>
                  <a:gd name="connsiteX5" fmla="*/ 624549 w 656300"/>
                  <a:gd name="connsiteY5" fmla="*/ 456536 h 481287"/>
                  <a:gd name="connsiteX6" fmla="*/ 646425 w 656300"/>
                  <a:gd name="connsiteY6" fmla="*/ 424158 h 481287"/>
                  <a:gd name="connsiteX7" fmla="*/ 653863 w 656300"/>
                  <a:gd name="connsiteY7" fmla="*/ 386530 h 481287"/>
                  <a:gd name="connsiteX8" fmla="*/ 632424 w 656300"/>
                  <a:gd name="connsiteY8" fmla="*/ 354590 h 481287"/>
                  <a:gd name="connsiteX9" fmla="*/ 416720 w 656300"/>
                  <a:gd name="connsiteY9" fmla="*/ 209767 h 481287"/>
                  <a:gd name="connsiteX10" fmla="*/ 13314 w 656300"/>
                  <a:gd name="connsiteY10" fmla="*/ 31253 h 481287"/>
                  <a:gd name="connsiteX11" fmla="*/ 188 w 656300"/>
                  <a:gd name="connsiteY11" fmla="*/ 13314 h 481287"/>
                  <a:gd name="connsiteX12" fmla="*/ 18127 w 656300"/>
                  <a:gd name="connsiteY12" fmla="*/ 188 h 481287"/>
                  <a:gd name="connsiteX13" fmla="*/ 434659 w 656300"/>
                  <a:gd name="connsiteY13" fmla="*/ 183952 h 481287"/>
                  <a:gd name="connsiteX14" fmla="*/ 649926 w 656300"/>
                  <a:gd name="connsiteY14" fmla="*/ 328338 h 481287"/>
                  <a:gd name="connsiteX15" fmla="*/ 684491 w 656300"/>
                  <a:gd name="connsiteY15" fmla="*/ 380842 h 481287"/>
                  <a:gd name="connsiteX16" fmla="*/ 672240 w 656300"/>
                  <a:gd name="connsiteY16" fmla="*/ 442535 h 481287"/>
                  <a:gd name="connsiteX17" fmla="*/ 650363 w 656300"/>
                  <a:gd name="connsiteY17" fmla="*/ 474912 h 481287"/>
                  <a:gd name="connsiteX18" fmla="*/ 589108 w 656300"/>
                  <a:gd name="connsiteY18" fmla="*/ 506415 h 481287"/>
                  <a:gd name="connsiteX19" fmla="*/ 580795 w 656300"/>
                  <a:gd name="connsiteY19" fmla="*/ 505539 h 48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6300" h="481287">
                    <a:moveTo>
                      <a:pt x="580795" y="505539"/>
                    </a:moveTo>
                    <a:cubicBezTo>
                      <a:pt x="559356" y="505539"/>
                      <a:pt x="537917" y="499414"/>
                      <a:pt x="522603" y="489351"/>
                    </a:cubicBezTo>
                    <a:cubicBezTo>
                      <a:pt x="515165" y="484538"/>
                      <a:pt x="513415" y="474474"/>
                      <a:pt x="518228" y="467474"/>
                    </a:cubicBezTo>
                    <a:cubicBezTo>
                      <a:pt x="523041" y="460036"/>
                      <a:pt x="533104" y="458286"/>
                      <a:pt x="540105" y="463099"/>
                    </a:cubicBezTo>
                    <a:cubicBezTo>
                      <a:pt x="551918" y="470974"/>
                      <a:pt x="569857" y="475350"/>
                      <a:pt x="586921" y="474037"/>
                    </a:cubicBezTo>
                    <a:cubicBezTo>
                      <a:pt x="603985" y="472724"/>
                      <a:pt x="617986" y="466161"/>
                      <a:pt x="624549" y="456536"/>
                    </a:cubicBezTo>
                    <a:lnTo>
                      <a:pt x="646425" y="424158"/>
                    </a:lnTo>
                    <a:cubicBezTo>
                      <a:pt x="653863" y="413220"/>
                      <a:pt x="656488" y="399656"/>
                      <a:pt x="653863" y="386530"/>
                    </a:cubicBezTo>
                    <a:cubicBezTo>
                      <a:pt x="651238" y="373404"/>
                      <a:pt x="643800" y="362028"/>
                      <a:pt x="632424" y="354590"/>
                    </a:cubicBezTo>
                    <a:lnTo>
                      <a:pt x="416720" y="209767"/>
                    </a:lnTo>
                    <a:cubicBezTo>
                      <a:pt x="414095" y="208016"/>
                      <a:pt x="211079" y="62318"/>
                      <a:pt x="13314" y="31253"/>
                    </a:cubicBezTo>
                    <a:cubicBezTo>
                      <a:pt x="4563" y="29940"/>
                      <a:pt x="-1125" y="21627"/>
                      <a:pt x="188" y="13314"/>
                    </a:cubicBezTo>
                    <a:cubicBezTo>
                      <a:pt x="1501" y="4563"/>
                      <a:pt x="9814" y="-1125"/>
                      <a:pt x="18127" y="188"/>
                    </a:cubicBezTo>
                    <a:cubicBezTo>
                      <a:pt x="223330" y="32565"/>
                      <a:pt x="426346" y="177827"/>
                      <a:pt x="434659" y="183952"/>
                    </a:cubicBezTo>
                    <a:lnTo>
                      <a:pt x="649926" y="328338"/>
                    </a:lnTo>
                    <a:cubicBezTo>
                      <a:pt x="667864" y="340589"/>
                      <a:pt x="680553" y="358966"/>
                      <a:pt x="684491" y="380842"/>
                    </a:cubicBezTo>
                    <a:cubicBezTo>
                      <a:pt x="688866" y="402281"/>
                      <a:pt x="684491" y="424158"/>
                      <a:pt x="672240" y="442535"/>
                    </a:cubicBezTo>
                    <a:lnTo>
                      <a:pt x="650363" y="474912"/>
                    </a:lnTo>
                    <a:cubicBezTo>
                      <a:pt x="638112" y="492851"/>
                      <a:pt x="615798" y="504227"/>
                      <a:pt x="589108" y="506415"/>
                    </a:cubicBezTo>
                    <a:cubicBezTo>
                      <a:pt x="586483" y="505539"/>
                      <a:pt x="583858" y="505539"/>
                      <a:pt x="580795" y="505539"/>
                    </a:cubicBezTo>
                    <a:close/>
                  </a:path>
                </a:pathLst>
              </a:custGeom>
              <a:grpFill/>
              <a:ln w="43498"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43" name="Freeform: Shape 242">
                <a:extLst>
                  <a:ext uri="{FF2B5EF4-FFF2-40B4-BE49-F238E27FC236}">
                    <a16:creationId xmlns:a16="http://schemas.microsoft.com/office/drawing/2014/main" id="{E2613D6E-3421-89FF-AF96-52535B9E68C9}"/>
                  </a:ext>
                </a:extLst>
              </p:cNvPr>
              <p:cNvSpPr/>
              <p:nvPr/>
            </p:nvSpPr>
            <p:spPr>
              <a:xfrm>
                <a:off x="5104439" y="5820964"/>
                <a:ext cx="393780" cy="568794"/>
              </a:xfrm>
              <a:custGeom>
                <a:avLst/>
                <a:gdLst>
                  <a:gd name="connsiteX0" fmla="*/ 172826 w 393780"/>
                  <a:gd name="connsiteY0" fmla="*/ 589424 h 568793"/>
                  <a:gd name="connsiteX1" fmla="*/ 161450 w 393780"/>
                  <a:gd name="connsiteY1" fmla="*/ 584611 h 568793"/>
                  <a:gd name="connsiteX2" fmla="*/ 2625 w 393780"/>
                  <a:gd name="connsiteY2" fmla="*/ 385971 h 568793"/>
                  <a:gd name="connsiteX3" fmla="*/ 2625 w 393780"/>
                  <a:gd name="connsiteY3" fmla="*/ 368469 h 568793"/>
                  <a:gd name="connsiteX4" fmla="*/ 242394 w 393780"/>
                  <a:gd name="connsiteY4" fmla="*/ 7067 h 568793"/>
                  <a:gd name="connsiteX5" fmla="*/ 254207 w 393780"/>
                  <a:gd name="connsiteY5" fmla="*/ 66 h 568793"/>
                  <a:gd name="connsiteX6" fmla="*/ 266896 w 393780"/>
                  <a:gd name="connsiteY6" fmla="*/ 4879 h 568793"/>
                  <a:gd name="connsiteX7" fmla="*/ 414344 w 393780"/>
                  <a:gd name="connsiteY7" fmla="*/ 116012 h 568793"/>
                  <a:gd name="connsiteX8" fmla="*/ 421345 w 393780"/>
                  <a:gd name="connsiteY8" fmla="*/ 137452 h 568793"/>
                  <a:gd name="connsiteX9" fmla="*/ 399906 w 393780"/>
                  <a:gd name="connsiteY9" fmla="*/ 144452 h 568793"/>
                  <a:gd name="connsiteX10" fmla="*/ 257707 w 393780"/>
                  <a:gd name="connsiteY10" fmla="*/ 40319 h 568793"/>
                  <a:gd name="connsiteX11" fmla="*/ 34565 w 393780"/>
                  <a:gd name="connsiteY11" fmla="*/ 376783 h 568793"/>
                  <a:gd name="connsiteX12" fmla="*/ 184202 w 393780"/>
                  <a:gd name="connsiteY12" fmla="*/ 562297 h 568793"/>
                  <a:gd name="connsiteX13" fmla="*/ 183327 w 393780"/>
                  <a:gd name="connsiteY13" fmla="*/ 584611 h 568793"/>
                  <a:gd name="connsiteX14" fmla="*/ 172826 w 393780"/>
                  <a:gd name="connsiteY14" fmla="*/ 589424 h 56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780" h="568793">
                    <a:moveTo>
                      <a:pt x="172826" y="589424"/>
                    </a:moveTo>
                    <a:cubicBezTo>
                      <a:pt x="168450" y="589424"/>
                      <a:pt x="164513" y="587674"/>
                      <a:pt x="161450" y="584611"/>
                    </a:cubicBezTo>
                    <a:cubicBezTo>
                      <a:pt x="98008" y="516793"/>
                      <a:pt x="44628" y="449851"/>
                      <a:pt x="2625" y="385971"/>
                    </a:cubicBezTo>
                    <a:cubicBezTo>
                      <a:pt x="-875" y="380720"/>
                      <a:pt x="-875" y="373720"/>
                      <a:pt x="2625" y="368469"/>
                    </a:cubicBezTo>
                    <a:lnTo>
                      <a:pt x="242394" y="7067"/>
                    </a:lnTo>
                    <a:cubicBezTo>
                      <a:pt x="245019" y="3129"/>
                      <a:pt x="249394" y="504"/>
                      <a:pt x="254207" y="66"/>
                    </a:cubicBezTo>
                    <a:cubicBezTo>
                      <a:pt x="259020" y="-371"/>
                      <a:pt x="263833" y="1379"/>
                      <a:pt x="266896" y="4879"/>
                    </a:cubicBezTo>
                    <a:cubicBezTo>
                      <a:pt x="267771" y="5754"/>
                      <a:pt x="339526" y="79260"/>
                      <a:pt x="414344" y="116012"/>
                    </a:cubicBezTo>
                    <a:cubicBezTo>
                      <a:pt x="422220" y="119950"/>
                      <a:pt x="425283" y="129576"/>
                      <a:pt x="421345" y="137452"/>
                    </a:cubicBezTo>
                    <a:cubicBezTo>
                      <a:pt x="417407" y="145327"/>
                      <a:pt x="407781" y="148390"/>
                      <a:pt x="399906" y="144452"/>
                    </a:cubicBezTo>
                    <a:cubicBezTo>
                      <a:pt x="339964" y="114700"/>
                      <a:pt x="283084" y="64384"/>
                      <a:pt x="257707" y="40319"/>
                    </a:cubicBezTo>
                    <a:lnTo>
                      <a:pt x="34565" y="376783"/>
                    </a:lnTo>
                    <a:cubicBezTo>
                      <a:pt x="74381" y="436725"/>
                      <a:pt x="124697" y="498855"/>
                      <a:pt x="184202" y="562297"/>
                    </a:cubicBezTo>
                    <a:cubicBezTo>
                      <a:pt x="190327" y="568860"/>
                      <a:pt x="189890" y="578923"/>
                      <a:pt x="183327" y="584611"/>
                    </a:cubicBezTo>
                    <a:cubicBezTo>
                      <a:pt x="180701" y="587674"/>
                      <a:pt x="176764" y="589424"/>
                      <a:pt x="172826" y="589424"/>
                    </a:cubicBezTo>
                    <a:close/>
                  </a:path>
                </a:pathLst>
              </a:custGeom>
              <a:grpFill/>
              <a:ln w="43498"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44" name="Freeform: Shape 243">
                <a:extLst>
                  <a:ext uri="{FF2B5EF4-FFF2-40B4-BE49-F238E27FC236}">
                    <a16:creationId xmlns:a16="http://schemas.microsoft.com/office/drawing/2014/main" id="{470C6316-C3F1-2060-28BC-82DAD6EEA7FC}"/>
                  </a:ext>
                </a:extLst>
              </p:cNvPr>
              <p:cNvSpPr/>
              <p:nvPr/>
            </p:nvSpPr>
            <p:spPr>
              <a:xfrm>
                <a:off x="5699394" y="6573521"/>
                <a:ext cx="393780" cy="262520"/>
              </a:xfrm>
              <a:custGeom>
                <a:avLst/>
                <a:gdLst>
                  <a:gd name="connsiteX0" fmla="*/ 172479 w 393780"/>
                  <a:gd name="connsiteY0" fmla="*/ 301965 h 262520"/>
                  <a:gd name="connsiteX1" fmla="*/ 126975 w 393780"/>
                  <a:gd name="connsiteY1" fmla="*/ 287964 h 262520"/>
                  <a:gd name="connsiteX2" fmla="*/ 122162 w 393780"/>
                  <a:gd name="connsiteY2" fmla="*/ 284901 h 262520"/>
                  <a:gd name="connsiteX3" fmla="*/ 6653 w 393780"/>
                  <a:gd name="connsiteY3" fmla="*/ 206145 h 262520"/>
                  <a:gd name="connsiteX4" fmla="*/ 2716 w 393780"/>
                  <a:gd name="connsiteY4" fmla="*/ 183831 h 262520"/>
                  <a:gd name="connsiteX5" fmla="*/ 25030 w 393780"/>
                  <a:gd name="connsiteY5" fmla="*/ 179893 h 262520"/>
                  <a:gd name="connsiteX6" fmla="*/ 139664 w 393780"/>
                  <a:gd name="connsiteY6" fmla="*/ 257774 h 262520"/>
                  <a:gd name="connsiteX7" fmla="*/ 144914 w 393780"/>
                  <a:gd name="connsiteY7" fmla="*/ 261274 h 262520"/>
                  <a:gd name="connsiteX8" fmla="*/ 182542 w 393780"/>
                  <a:gd name="connsiteY8" fmla="*/ 269150 h 262520"/>
                  <a:gd name="connsiteX9" fmla="*/ 214482 w 393780"/>
                  <a:gd name="connsiteY9" fmla="*/ 248148 h 262520"/>
                  <a:gd name="connsiteX10" fmla="*/ 236359 w 393780"/>
                  <a:gd name="connsiteY10" fmla="*/ 215771 h 262520"/>
                  <a:gd name="connsiteX11" fmla="*/ 223670 w 393780"/>
                  <a:gd name="connsiteY11" fmla="*/ 147078 h 262520"/>
                  <a:gd name="connsiteX12" fmla="*/ 222358 w 393780"/>
                  <a:gd name="connsiteY12" fmla="*/ 146203 h 262520"/>
                  <a:gd name="connsiteX13" fmla="*/ 218420 w 393780"/>
                  <a:gd name="connsiteY13" fmla="*/ 124326 h 262520"/>
                  <a:gd name="connsiteX14" fmla="*/ 240296 w 393780"/>
                  <a:gd name="connsiteY14" fmla="*/ 119951 h 262520"/>
                  <a:gd name="connsiteX15" fmla="*/ 242047 w 393780"/>
                  <a:gd name="connsiteY15" fmla="*/ 121264 h 262520"/>
                  <a:gd name="connsiteX16" fmla="*/ 277487 w 393780"/>
                  <a:gd name="connsiteY16" fmla="*/ 145765 h 262520"/>
                  <a:gd name="connsiteX17" fmla="*/ 315552 w 393780"/>
                  <a:gd name="connsiteY17" fmla="*/ 151016 h 262520"/>
                  <a:gd name="connsiteX18" fmla="*/ 350117 w 393780"/>
                  <a:gd name="connsiteY18" fmla="*/ 127389 h 262520"/>
                  <a:gd name="connsiteX19" fmla="*/ 371994 w 393780"/>
                  <a:gd name="connsiteY19" fmla="*/ 95011 h 262520"/>
                  <a:gd name="connsiteX20" fmla="*/ 364556 w 393780"/>
                  <a:gd name="connsiteY20" fmla="*/ 28944 h 262520"/>
                  <a:gd name="connsiteX21" fmla="*/ 360181 w 393780"/>
                  <a:gd name="connsiteY21" fmla="*/ 7067 h 262520"/>
                  <a:gd name="connsiteX22" fmla="*/ 382057 w 393780"/>
                  <a:gd name="connsiteY22" fmla="*/ 2692 h 262520"/>
                  <a:gd name="connsiteX23" fmla="*/ 397809 w 393780"/>
                  <a:gd name="connsiteY23" fmla="*/ 112950 h 262520"/>
                  <a:gd name="connsiteX24" fmla="*/ 375932 w 393780"/>
                  <a:gd name="connsiteY24" fmla="*/ 145328 h 262520"/>
                  <a:gd name="connsiteX25" fmla="*/ 322990 w 393780"/>
                  <a:gd name="connsiteY25" fmla="*/ 182081 h 262520"/>
                  <a:gd name="connsiteX26" fmla="*/ 275737 w 393780"/>
                  <a:gd name="connsiteY26" fmla="*/ 180331 h 262520"/>
                  <a:gd name="connsiteX27" fmla="*/ 262173 w 393780"/>
                  <a:gd name="connsiteY27" fmla="*/ 233710 h 262520"/>
                  <a:gd name="connsiteX28" fmla="*/ 240296 w 393780"/>
                  <a:gd name="connsiteY28" fmla="*/ 266087 h 262520"/>
                  <a:gd name="connsiteX29" fmla="*/ 188230 w 393780"/>
                  <a:gd name="connsiteY29" fmla="*/ 300652 h 262520"/>
                  <a:gd name="connsiteX30" fmla="*/ 172479 w 393780"/>
                  <a:gd name="connsiteY30" fmla="*/ 301965 h 262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93780" h="262520">
                    <a:moveTo>
                      <a:pt x="172479" y="301965"/>
                    </a:moveTo>
                    <a:cubicBezTo>
                      <a:pt x="156290" y="301965"/>
                      <a:pt x="140539" y="297152"/>
                      <a:pt x="126975" y="287964"/>
                    </a:cubicBezTo>
                    <a:lnTo>
                      <a:pt x="122162" y="284901"/>
                    </a:lnTo>
                    <a:cubicBezTo>
                      <a:pt x="122162" y="284901"/>
                      <a:pt x="78409" y="257337"/>
                      <a:pt x="6653" y="206145"/>
                    </a:cubicBezTo>
                    <a:cubicBezTo>
                      <a:pt x="-347" y="200895"/>
                      <a:pt x="-2097" y="191269"/>
                      <a:pt x="2716" y="183831"/>
                    </a:cubicBezTo>
                    <a:cubicBezTo>
                      <a:pt x="7966" y="176830"/>
                      <a:pt x="17592" y="175080"/>
                      <a:pt x="25030" y="179893"/>
                    </a:cubicBezTo>
                    <a:cubicBezTo>
                      <a:pt x="96348" y="230209"/>
                      <a:pt x="139226" y="257774"/>
                      <a:pt x="139664" y="257774"/>
                    </a:cubicBezTo>
                    <a:lnTo>
                      <a:pt x="144914" y="261274"/>
                    </a:lnTo>
                    <a:cubicBezTo>
                      <a:pt x="155852" y="268712"/>
                      <a:pt x="169416" y="271338"/>
                      <a:pt x="182542" y="269150"/>
                    </a:cubicBezTo>
                    <a:cubicBezTo>
                      <a:pt x="195668" y="266525"/>
                      <a:pt x="207044" y="259087"/>
                      <a:pt x="214482" y="248148"/>
                    </a:cubicBezTo>
                    <a:lnTo>
                      <a:pt x="236359" y="215771"/>
                    </a:lnTo>
                    <a:cubicBezTo>
                      <a:pt x="251672" y="193019"/>
                      <a:pt x="245984" y="162829"/>
                      <a:pt x="223670" y="147078"/>
                    </a:cubicBezTo>
                    <a:lnTo>
                      <a:pt x="222358" y="146203"/>
                    </a:lnTo>
                    <a:cubicBezTo>
                      <a:pt x="215357" y="141390"/>
                      <a:pt x="213169" y="131327"/>
                      <a:pt x="218420" y="124326"/>
                    </a:cubicBezTo>
                    <a:cubicBezTo>
                      <a:pt x="223233" y="117326"/>
                      <a:pt x="233296" y="115138"/>
                      <a:pt x="240296" y="119951"/>
                    </a:cubicBezTo>
                    <a:cubicBezTo>
                      <a:pt x="240734" y="120388"/>
                      <a:pt x="241609" y="120826"/>
                      <a:pt x="242047" y="121264"/>
                    </a:cubicBezTo>
                    <a:lnTo>
                      <a:pt x="277487" y="145765"/>
                    </a:lnTo>
                    <a:cubicBezTo>
                      <a:pt x="287988" y="152766"/>
                      <a:pt x="301551" y="154516"/>
                      <a:pt x="315552" y="151016"/>
                    </a:cubicBezTo>
                    <a:cubicBezTo>
                      <a:pt x="329553" y="147516"/>
                      <a:pt x="342242" y="138765"/>
                      <a:pt x="350117" y="127389"/>
                    </a:cubicBezTo>
                    <a:lnTo>
                      <a:pt x="371994" y="95011"/>
                    </a:lnTo>
                    <a:cubicBezTo>
                      <a:pt x="385558" y="74885"/>
                      <a:pt x="389058" y="45133"/>
                      <a:pt x="364556" y="28944"/>
                    </a:cubicBezTo>
                    <a:cubicBezTo>
                      <a:pt x="357118" y="24131"/>
                      <a:pt x="355368" y="14068"/>
                      <a:pt x="360181" y="7067"/>
                    </a:cubicBezTo>
                    <a:cubicBezTo>
                      <a:pt x="364994" y="-371"/>
                      <a:pt x="375057" y="-2121"/>
                      <a:pt x="382057" y="2692"/>
                    </a:cubicBezTo>
                    <a:cubicBezTo>
                      <a:pt x="417935" y="26756"/>
                      <a:pt x="424498" y="73135"/>
                      <a:pt x="397809" y="112950"/>
                    </a:cubicBezTo>
                    <a:lnTo>
                      <a:pt x="375932" y="145328"/>
                    </a:lnTo>
                    <a:cubicBezTo>
                      <a:pt x="364118" y="163267"/>
                      <a:pt x="344429" y="176393"/>
                      <a:pt x="322990" y="182081"/>
                    </a:cubicBezTo>
                    <a:cubicBezTo>
                      <a:pt x="306364" y="186019"/>
                      <a:pt x="290175" y="185581"/>
                      <a:pt x="275737" y="180331"/>
                    </a:cubicBezTo>
                    <a:cubicBezTo>
                      <a:pt x="277487" y="198707"/>
                      <a:pt x="273111" y="217521"/>
                      <a:pt x="262173" y="233710"/>
                    </a:cubicBezTo>
                    <a:lnTo>
                      <a:pt x="240296" y="266087"/>
                    </a:lnTo>
                    <a:cubicBezTo>
                      <a:pt x="228045" y="284026"/>
                      <a:pt x="209669" y="296277"/>
                      <a:pt x="188230" y="300652"/>
                    </a:cubicBezTo>
                    <a:cubicBezTo>
                      <a:pt x="182980" y="301527"/>
                      <a:pt x="177729" y="301965"/>
                      <a:pt x="172479" y="301965"/>
                    </a:cubicBezTo>
                    <a:close/>
                  </a:path>
                </a:pathLst>
              </a:custGeom>
              <a:grpFill/>
              <a:ln w="43498"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grpSp>
      </p:grpSp>
      <p:pic>
        <p:nvPicPr>
          <p:cNvPr id="247" name="Graphic 246" descr="Illustration of a dashboard">
            <a:extLst>
              <a:ext uri="{FF2B5EF4-FFF2-40B4-BE49-F238E27FC236}">
                <a16:creationId xmlns:a16="http://schemas.microsoft.com/office/drawing/2014/main" id="{668E5A0E-D285-321B-CAB2-7150017F54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39712" y="5128317"/>
            <a:ext cx="314938" cy="192460"/>
          </a:xfrm>
          <a:prstGeom prst="rect">
            <a:avLst/>
          </a:prstGeom>
        </p:spPr>
      </p:pic>
      <p:pic>
        <p:nvPicPr>
          <p:cNvPr id="251" name="Graphic 250" descr="Illustration of a globe inside of a cloud">
            <a:extLst>
              <a:ext uri="{FF2B5EF4-FFF2-40B4-BE49-F238E27FC236}">
                <a16:creationId xmlns:a16="http://schemas.microsoft.com/office/drawing/2014/main" id="{C7BD9202-D906-7B6F-095F-6AA2BC0F1E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21102" y="3380511"/>
            <a:ext cx="352178" cy="279670"/>
          </a:xfrm>
          <a:prstGeom prst="rect">
            <a:avLst/>
          </a:prstGeom>
        </p:spPr>
      </p:pic>
      <p:pic>
        <p:nvPicPr>
          <p:cNvPr id="252" name="Graphic 251" descr="Illustration of a laptop computer inside a cloud">
            <a:extLst>
              <a:ext uri="{FF2B5EF4-FFF2-40B4-BE49-F238E27FC236}">
                <a16:creationId xmlns:a16="http://schemas.microsoft.com/office/drawing/2014/main" id="{31ABA88E-B8E6-D0DB-B8F6-96B316B1D6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50426" y="3382342"/>
            <a:ext cx="323324" cy="276008"/>
          </a:xfrm>
          <a:prstGeom prst="rect">
            <a:avLst/>
          </a:prstGeom>
        </p:spPr>
      </p:pic>
      <p:pic>
        <p:nvPicPr>
          <p:cNvPr id="253" name="Graphic 252" descr="Illustration of two hands holding currency">
            <a:extLst>
              <a:ext uri="{FF2B5EF4-FFF2-40B4-BE49-F238E27FC236}">
                <a16:creationId xmlns:a16="http://schemas.microsoft.com/office/drawing/2014/main" id="{4E3FEC8E-025E-19F3-0E71-600CC9BFC2C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67806" y="3391366"/>
            <a:ext cx="313240" cy="257962"/>
          </a:xfrm>
          <a:prstGeom prst="rect">
            <a:avLst/>
          </a:prstGeom>
        </p:spPr>
      </p:pic>
      <p:pic>
        <p:nvPicPr>
          <p:cNvPr id="256" name="Graphic 255" descr="Illustration of scales">
            <a:extLst>
              <a:ext uri="{FF2B5EF4-FFF2-40B4-BE49-F238E27FC236}">
                <a16:creationId xmlns:a16="http://schemas.microsoft.com/office/drawing/2014/main" id="{F17EDF4A-BBCB-9BB5-084D-E229C8E5F8E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091422" y="3354013"/>
            <a:ext cx="327728" cy="307244"/>
          </a:xfrm>
          <a:prstGeom prst="rect">
            <a:avLst/>
          </a:prstGeom>
        </p:spPr>
      </p:pic>
      <p:pic>
        <p:nvPicPr>
          <p:cNvPr id="258" name="Graphic 257" descr="Illustration of a target">
            <a:extLst>
              <a:ext uri="{FF2B5EF4-FFF2-40B4-BE49-F238E27FC236}">
                <a16:creationId xmlns:a16="http://schemas.microsoft.com/office/drawing/2014/main" id="{93903F2C-AAAA-6BB9-F017-94916FC911C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29650" y="1592709"/>
            <a:ext cx="243082" cy="243080"/>
          </a:xfrm>
          <a:prstGeom prst="rect">
            <a:avLst/>
          </a:prstGeom>
        </p:spPr>
      </p:pic>
      <p:pic>
        <p:nvPicPr>
          <p:cNvPr id="261" name="Graphic 260" descr="Illustration of human form inside a 6-sided shape">
            <a:extLst>
              <a:ext uri="{FF2B5EF4-FFF2-40B4-BE49-F238E27FC236}">
                <a16:creationId xmlns:a16="http://schemas.microsoft.com/office/drawing/2014/main" id="{3999F76B-68F7-BEC7-E597-06428D8973F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876374" y="1550409"/>
            <a:ext cx="285394" cy="327674"/>
          </a:xfrm>
          <a:prstGeom prst="rect">
            <a:avLst/>
          </a:prstGeom>
        </p:spPr>
      </p:pic>
      <p:pic>
        <p:nvPicPr>
          <p:cNvPr id="264" name="Graphic 263" descr="Illustration of three human forms inside nodes">
            <a:extLst>
              <a:ext uri="{FF2B5EF4-FFF2-40B4-BE49-F238E27FC236}">
                <a16:creationId xmlns:a16="http://schemas.microsoft.com/office/drawing/2014/main" id="{ABD8B2E5-E375-01F4-BC0F-EBFB234FCFF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387507" y="1571557"/>
            <a:ext cx="309158" cy="285376"/>
          </a:xfrm>
          <a:prstGeom prst="rect">
            <a:avLst/>
          </a:prstGeom>
        </p:spPr>
      </p:pic>
      <p:grpSp>
        <p:nvGrpSpPr>
          <p:cNvPr id="267" name="Group 266" descr="Illustration of a calendar">
            <a:extLst>
              <a:ext uri="{FF2B5EF4-FFF2-40B4-BE49-F238E27FC236}">
                <a16:creationId xmlns:a16="http://schemas.microsoft.com/office/drawing/2014/main" id="{A493162C-8F11-FA80-D679-83D4806FC9AA}"/>
              </a:ext>
            </a:extLst>
          </p:cNvPr>
          <p:cNvGrpSpPr>
            <a:grpSpLocks noChangeAspect="1"/>
          </p:cNvGrpSpPr>
          <p:nvPr/>
        </p:nvGrpSpPr>
        <p:grpSpPr>
          <a:xfrm>
            <a:off x="1983049" y="1598602"/>
            <a:ext cx="239730" cy="231290"/>
            <a:chOff x="804337" y="1328352"/>
            <a:chExt cx="1054598" cy="1017474"/>
          </a:xfrm>
          <a:solidFill>
            <a:schemeClr val="bg1"/>
          </a:solidFill>
        </p:grpSpPr>
        <p:sp>
          <p:nvSpPr>
            <p:cNvPr id="268" name="Freeform: Shape 267">
              <a:extLst>
                <a:ext uri="{FF2B5EF4-FFF2-40B4-BE49-F238E27FC236}">
                  <a16:creationId xmlns:a16="http://schemas.microsoft.com/office/drawing/2014/main" id="{150EBB2E-4F7C-28C0-DE46-D3611C8B7B31}"/>
                </a:ext>
              </a:extLst>
            </p:cNvPr>
            <p:cNvSpPr/>
            <p:nvPr/>
          </p:nvSpPr>
          <p:spPr>
            <a:xfrm>
              <a:off x="804337" y="1544333"/>
              <a:ext cx="1054598" cy="801493"/>
            </a:xfrm>
            <a:custGeom>
              <a:avLst/>
              <a:gdLst>
                <a:gd name="connsiteX0" fmla="*/ 1095517 w 1054598"/>
                <a:gd name="connsiteY0" fmla="*/ 807822 h 801494"/>
                <a:gd name="connsiteX1" fmla="*/ 0 w 1054598"/>
                <a:gd name="connsiteY1" fmla="*/ 807822 h 801494"/>
                <a:gd name="connsiteX2" fmla="*/ 0 w 1054598"/>
                <a:gd name="connsiteY2" fmla="*/ 0 h 801494"/>
                <a:gd name="connsiteX3" fmla="*/ 1095517 w 1054598"/>
                <a:gd name="connsiteY3" fmla="*/ 0 h 801494"/>
                <a:gd name="connsiteX4" fmla="*/ 1095517 w 1054598"/>
                <a:gd name="connsiteY4" fmla="*/ 807822 h 801494"/>
                <a:gd name="connsiteX5" fmla="*/ 31638 w 1054598"/>
                <a:gd name="connsiteY5" fmla="*/ 776184 h 801494"/>
                <a:gd name="connsiteX6" fmla="*/ 1063879 w 1054598"/>
                <a:gd name="connsiteY6" fmla="*/ 776184 h 801494"/>
                <a:gd name="connsiteX7" fmla="*/ 1063879 w 1054598"/>
                <a:gd name="connsiteY7" fmla="*/ 31638 h 801494"/>
                <a:gd name="connsiteX8" fmla="*/ 31638 w 1054598"/>
                <a:gd name="connsiteY8" fmla="*/ 31638 h 801494"/>
                <a:gd name="connsiteX9" fmla="*/ 31638 w 1054598"/>
                <a:gd name="connsiteY9" fmla="*/ 776184 h 801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4598" h="801494">
                  <a:moveTo>
                    <a:pt x="1095517" y="807822"/>
                  </a:moveTo>
                  <a:lnTo>
                    <a:pt x="0" y="807822"/>
                  </a:lnTo>
                  <a:lnTo>
                    <a:pt x="0" y="0"/>
                  </a:lnTo>
                  <a:lnTo>
                    <a:pt x="1095517" y="0"/>
                  </a:lnTo>
                  <a:lnTo>
                    <a:pt x="1095517" y="807822"/>
                  </a:lnTo>
                  <a:close/>
                  <a:moveTo>
                    <a:pt x="31638" y="776184"/>
                  </a:moveTo>
                  <a:lnTo>
                    <a:pt x="1063879" y="776184"/>
                  </a:lnTo>
                  <a:lnTo>
                    <a:pt x="1063879" y="31638"/>
                  </a:lnTo>
                  <a:lnTo>
                    <a:pt x="31638" y="31638"/>
                  </a:lnTo>
                  <a:lnTo>
                    <a:pt x="31638" y="776184"/>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69" name="Freeform: Shape 268">
              <a:extLst>
                <a:ext uri="{FF2B5EF4-FFF2-40B4-BE49-F238E27FC236}">
                  <a16:creationId xmlns:a16="http://schemas.microsoft.com/office/drawing/2014/main" id="{FC78587F-496B-A315-EE39-1B16AC45FBD8}"/>
                </a:ext>
              </a:extLst>
            </p:cNvPr>
            <p:cNvSpPr/>
            <p:nvPr/>
          </p:nvSpPr>
          <p:spPr>
            <a:xfrm>
              <a:off x="1712558" y="1753143"/>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70" name="Freeform: Shape 269">
              <a:extLst>
                <a:ext uri="{FF2B5EF4-FFF2-40B4-BE49-F238E27FC236}">
                  <a16:creationId xmlns:a16="http://schemas.microsoft.com/office/drawing/2014/main" id="{40FB4740-65A9-5739-3254-C5FF747DF61B}"/>
                </a:ext>
              </a:extLst>
            </p:cNvPr>
            <p:cNvSpPr/>
            <p:nvPr/>
          </p:nvSpPr>
          <p:spPr>
            <a:xfrm>
              <a:off x="1573771" y="1753143"/>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71" name="Freeform: Shape 270">
              <a:extLst>
                <a:ext uri="{FF2B5EF4-FFF2-40B4-BE49-F238E27FC236}">
                  <a16:creationId xmlns:a16="http://schemas.microsoft.com/office/drawing/2014/main" id="{2205E527-D303-46C9-2F87-E4ABE448D892}"/>
                </a:ext>
              </a:extLst>
            </p:cNvPr>
            <p:cNvSpPr/>
            <p:nvPr/>
          </p:nvSpPr>
          <p:spPr>
            <a:xfrm>
              <a:off x="1435409" y="175441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72" name="Freeform: Shape 271">
              <a:extLst>
                <a:ext uri="{FF2B5EF4-FFF2-40B4-BE49-F238E27FC236}">
                  <a16:creationId xmlns:a16="http://schemas.microsoft.com/office/drawing/2014/main" id="{848E955D-2124-636B-32AE-69EF23EAF72B}"/>
                </a:ext>
              </a:extLst>
            </p:cNvPr>
            <p:cNvSpPr/>
            <p:nvPr/>
          </p:nvSpPr>
          <p:spPr>
            <a:xfrm>
              <a:off x="1296622" y="175441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73" name="Freeform: Shape 272">
              <a:extLst>
                <a:ext uri="{FF2B5EF4-FFF2-40B4-BE49-F238E27FC236}">
                  <a16:creationId xmlns:a16="http://schemas.microsoft.com/office/drawing/2014/main" id="{3099603E-0347-C910-7EF5-3796363D4F44}"/>
                </a:ext>
              </a:extLst>
            </p:cNvPr>
            <p:cNvSpPr/>
            <p:nvPr/>
          </p:nvSpPr>
          <p:spPr>
            <a:xfrm>
              <a:off x="1157838" y="175441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74" name="Freeform: Shape 273">
              <a:extLst>
                <a:ext uri="{FF2B5EF4-FFF2-40B4-BE49-F238E27FC236}">
                  <a16:creationId xmlns:a16="http://schemas.microsoft.com/office/drawing/2014/main" id="{6F10DF00-3A82-AF14-2143-DEC41CFF8172}"/>
                </a:ext>
              </a:extLst>
            </p:cNvPr>
            <p:cNvSpPr/>
            <p:nvPr/>
          </p:nvSpPr>
          <p:spPr>
            <a:xfrm>
              <a:off x="1019475" y="175441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75" name="Freeform: Shape 274">
              <a:extLst>
                <a:ext uri="{FF2B5EF4-FFF2-40B4-BE49-F238E27FC236}">
                  <a16:creationId xmlns:a16="http://schemas.microsoft.com/office/drawing/2014/main" id="{0BF74EEE-EACB-58DD-1272-66665D96F4F3}"/>
                </a:ext>
              </a:extLst>
            </p:cNvPr>
            <p:cNvSpPr/>
            <p:nvPr/>
          </p:nvSpPr>
          <p:spPr>
            <a:xfrm>
              <a:off x="880691" y="175441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76" name="Freeform: Shape 275">
              <a:extLst>
                <a:ext uri="{FF2B5EF4-FFF2-40B4-BE49-F238E27FC236}">
                  <a16:creationId xmlns:a16="http://schemas.microsoft.com/office/drawing/2014/main" id="{5C86AA86-4938-6EA9-C84E-262EC54B0CAE}"/>
                </a:ext>
              </a:extLst>
            </p:cNvPr>
            <p:cNvSpPr/>
            <p:nvPr/>
          </p:nvSpPr>
          <p:spPr>
            <a:xfrm>
              <a:off x="1712558" y="1887709"/>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77" name="Freeform: Shape 276">
              <a:extLst>
                <a:ext uri="{FF2B5EF4-FFF2-40B4-BE49-F238E27FC236}">
                  <a16:creationId xmlns:a16="http://schemas.microsoft.com/office/drawing/2014/main" id="{237C8E20-133D-CE2E-7E58-C005D796FA01}"/>
                </a:ext>
              </a:extLst>
            </p:cNvPr>
            <p:cNvSpPr/>
            <p:nvPr/>
          </p:nvSpPr>
          <p:spPr>
            <a:xfrm>
              <a:off x="1573771" y="1887709"/>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78" name="Freeform: Shape 277">
              <a:extLst>
                <a:ext uri="{FF2B5EF4-FFF2-40B4-BE49-F238E27FC236}">
                  <a16:creationId xmlns:a16="http://schemas.microsoft.com/office/drawing/2014/main" id="{4EFFD8B9-D8EE-A0BD-E77F-C98DABBFD506}"/>
                </a:ext>
              </a:extLst>
            </p:cNvPr>
            <p:cNvSpPr/>
            <p:nvPr/>
          </p:nvSpPr>
          <p:spPr>
            <a:xfrm>
              <a:off x="1435409" y="1890240"/>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79" name="Freeform: Shape 278">
              <a:extLst>
                <a:ext uri="{FF2B5EF4-FFF2-40B4-BE49-F238E27FC236}">
                  <a16:creationId xmlns:a16="http://schemas.microsoft.com/office/drawing/2014/main" id="{CC26D3B4-65EA-6A07-762C-3D05D3C71C59}"/>
                </a:ext>
              </a:extLst>
            </p:cNvPr>
            <p:cNvSpPr/>
            <p:nvPr/>
          </p:nvSpPr>
          <p:spPr>
            <a:xfrm>
              <a:off x="1296622" y="1890240"/>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80" name="Freeform: Shape 279">
              <a:extLst>
                <a:ext uri="{FF2B5EF4-FFF2-40B4-BE49-F238E27FC236}">
                  <a16:creationId xmlns:a16="http://schemas.microsoft.com/office/drawing/2014/main" id="{9282F260-9BCC-3794-66BD-29A509EBB22F}"/>
                </a:ext>
              </a:extLst>
            </p:cNvPr>
            <p:cNvSpPr/>
            <p:nvPr/>
          </p:nvSpPr>
          <p:spPr>
            <a:xfrm>
              <a:off x="1157838" y="1890240"/>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81" name="Freeform: Shape 280">
              <a:extLst>
                <a:ext uri="{FF2B5EF4-FFF2-40B4-BE49-F238E27FC236}">
                  <a16:creationId xmlns:a16="http://schemas.microsoft.com/office/drawing/2014/main" id="{9ECE98DD-0747-D438-DFB1-462FC9170FA0}"/>
                </a:ext>
              </a:extLst>
            </p:cNvPr>
            <p:cNvSpPr/>
            <p:nvPr/>
          </p:nvSpPr>
          <p:spPr>
            <a:xfrm>
              <a:off x="1019475" y="1890240"/>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82" name="Freeform: Shape 281">
              <a:extLst>
                <a:ext uri="{FF2B5EF4-FFF2-40B4-BE49-F238E27FC236}">
                  <a16:creationId xmlns:a16="http://schemas.microsoft.com/office/drawing/2014/main" id="{B7C2BEA4-6E67-1312-0A50-9FE194725C3B}"/>
                </a:ext>
              </a:extLst>
            </p:cNvPr>
            <p:cNvSpPr/>
            <p:nvPr/>
          </p:nvSpPr>
          <p:spPr>
            <a:xfrm>
              <a:off x="880691" y="1890240"/>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83" name="Freeform: Shape 282">
              <a:extLst>
                <a:ext uri="{FF2B5EF4-FFF2-40B4-BE49-F238E27FC236}">
                  <a16:creationId xmlns:a16="http://schemas.microsoft.com/office/drawing/2014/main" id="{E670DDE6-07F2-D254-CF88-FF424A3B0EEE}"/>
                </a:ext>
              </a:extLst>
            </p:cNvPr>
            <p:cNvSpPr/>
            <p:nvPr/>
          </p:nvSpPr>
          <p:spPr>
            <a:xfrm>
              <a:off x="1712558" y="2021853"/>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84" name="Freeform: Shape 283">
              <a:extLst>
                <a:ext uri="{FF2B5EF4-FFF2-40B4-BE49-F238E27FC236}">
                  <a16:creationId xmlns:a16="http://schemas.microsoft.com/office/drawing/2014/main" id="{F5C40E3B-84C8-2ADB-1607-3CFC4ECABE0F}"/>
                </a:ext>
              </a:extLst>
            </p:cNvPr>
            <p:cNvSpPr/>
            <p:nvPr/>
          </p:nvSpPr>
          <p:spPr>
            <a:xfrm>
              <a:off x="1573771" y="2021853"/>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85" name="Freeform: Shape 284">
              <a:extLst>
                <a:ext uri="{FF2B5EF4-FFF2-40B4-BE49-F238E27FC236}">
                  <a16:creationId xmlns:a16="http://schemas.microsoft.com/office/drawing/2014/main" id="{5D8621E3-0FC3-C581-8EBD-2DAB36BC572F}"/>
                </a:ext>
              </a:extLst>
            </p:cNvPr>
            <p:cNvSpPr/>
            <p:nvPr/>
          </p:nvSpPr>
          <p:spPr>
            <a:xfrm>
              <a:off x="1435409" y="202565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86" name="Freeform: Shape 285">
              <a:extLst>
                <a:ext uri="{FF2B5EF4-FFF2-40B4-BE49-F238E27FC236}">
                  <a16:creationId xmlns:a16="http://schemas.microsoft.com/office/drawing/2014/main" id="{E23C3C43-DEFD-7686-75D5-AECC49355D74}"/>
                </a:ext>
              </a:extLst>
            </p:cNvPr>
            <p:cNvSpPr/>
            <p:nvPr/>
          </p:nvSpPr>
          <p:spPr>
            <a:xfrm>
              <a:off x="1296622" y="202565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87" name="Freeform: Shape 286">
              <a:extLst>
                <a:ext uri="{FF2B5EF4-FFF2-40B4-BE49-F238E27FC236}">
                  <a16:creationId xmlns:a16="http://schemas.microsoft.com/office/drawing/2014/main" id="{E8A31198-3125-DA98-FC3C-8DCFD2008023}"/>
                </a:ext>
              </a:extLst>
            </p:cNvPr>
            <p:cNvSpPr/>
            <p:nvPr/>
          </p:nvSpPr>
          <p:spPr>
            <a:xfrm>
              <a:off x="1157838" y="202565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88" name="Freeform: Shape 287">
              <a:extLst>
                <a:ext uri="{FF2B5EF4-FFF2-40B4-BE49-F238E27FC236}">
                  <a16:creationId xmlns:a16="http://schemas.microsoft.com/office/drawing/2014/main" id="{13E5C161-B05F-9C37-F109-A48F31B356EC}"/>
                </a:ext>
              </a:extLst>
            </p:cNvPr>
            <p:cNvSpPr/>
            <p:nvPr/>
          </p:nvSpPr>
          <p:spPr>
            <a:xfrm>
              <a:off x="1019475" y="202565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89" name="Freeform: Shape 288">
              <a:extLst>
                <a:ext uri="{FF2B5EF4-FFF2-40B4-BE49-F238E27FC236}">
                  <a16:creationId xmlns:a16="http://schemas.microsoft.com/office/drawing/2014/main" id="{89528B9B-E532-9C8A-9C06-70D222DA82AF}"/>
                </a:ext>
              </a:extLst>
            </p:cNvPr>
            <p:cNvSpPr/>
            <p:nvPr/>
          </p:nvSpPr>
          <p:spPr>
            <a:xfrm>
              <a:off x="880691" y="202565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90" name="Freeform: Shape 289">
              <a:extLst>
                <a:ext uri="{FF2B5EF4-FFF2-40B4-BE49-F238E27FC236}">
                  <a16:creationId xmlns:a16="http://schemas.microsoft.com/office/drawing/2014/main" id="{B684E75F-CF9E-C824-1138-347B471A2D60}"/>
                </a:ext>
              </a:extLst>
            </p:cNvPr>
            <p:cNvSpPr/>
            <p:nvPr/>
          </p:nvSpPr>
          <p:spPr>
            <a:xfrm>
              <a:off x="1435409" y="2161483"/>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91" name="Freeform: Shape 290">
              <a:extLst>
                <a:ext uri="{FF2B5EF4-FFF2-40B4-BE49-F238E27FC236}">
                  <a16:creationId xmlns:a16="http://schemas.microsoft.com/office/drawing/2014/main" id="{50469B5F-F459-05A2-ADED-EF50547B1F66}"/>
                </a:ext>
              </a:extLst>
            </p:cNvPr>
            <p:cNvSpPr/>
            <p:nvPr/>
          </p:nvSpPr>
          <p:spPr>
            <a:xfrm>
              <a:off x="1296622" y="2161483"/>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92" name="Freeform: Shape 291">
              <a:extLst>
                <a:ext uri="{FF2B5EF4-FFF2-40B4-BE49-F238E27FC236}">
                  <a16:creationId xmlns:a16="http://schemas.microsoft.com/office/drawing/2014/main" id="{544D0794-C80E-4F8F-29C3-1C8FB3291CE5}"/>
                </a:ext>
              </a:extLst>
            </p:cNvPr>
            <p:cNvSpPr/>
            <p:nvPr/>
          </p:nvSpPr>
          <p:spPr>
            <a:xfrm>
              <a:off x="1157838" y="2161483"/>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93" name="Freeform: Shape 292">
              <a:extLst>
                <a:ext uri="{FF2B5EF4-FFF2-40B4-BE49-F238E27FC236}">
                  <a16:creationId xmlns:a16="http://schemas.microsoft.com/office/drawing/2014/main" id="{0F0D7C01-A280-848F-2684-65E7FD5CD8DA}"/>
                </a:ext>
              </a:extLst>
            </p:cNvPr>
            <p:cNvSpPr/>
            <p:nvPr/>
          </p:nvSpPr>
          <p:spPr>
            <a:xfrm>
              <a:off x="1019475" y="2161483"/>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94" name="Freeform: Shape 293">
              <a:extLst>
                <a:ext uri="{FF2B5EF4-FFF2-40B4-BE49-F238E27FC236}">
                  <a16:creationId xmlns:a16="http://schemas.microsoft.com/office/drawing/2014/main" id="{8A4AF141-574F-063B-75E9-2FD470386134}"/>
                </a:ext>
              </a:extLst>
            </p:cNvPr>
            <p:cNvSpPr/>
            <p:nvPr/>
          </p:nvSpPr>
          <p:spPr>
            <a:xfrm>
              <a:off x="1712558" y="1618998"/>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95" name="Freeform: Shape 294">
              <a:extLst>
                <a:ext uri="{FF2B5EF4-FFF2-40B4-BE49-F238E27FC236}">
                  <a16:creationId xmlns:a16="http://schemas.microsoft.com/office/drawing/2014/main" id="{DBA273F7-0963-FE9A-9966-1D94FDFCF5A0}"/>
                </a:ext>
              </a:extLst>
            </p:cNvPr>
            <p:cNvSpPr/>
            <p:nvPr/>
          </p:nvSpPr>
          <p:spPr>
            <a:xfrm>
              <a:off x="1573771" y="1618998"/>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96" name="Freeform: Shape 295">
              <a:extLst>
                <a:ext uri="{FF2B5EF4-FFF2-40B4-BE49-F238E27FC236}">
                  <a16:creationId xmlns:a16="http://schemas.microsoft.com/office/drawing/2014/main" id="{AC10936E-F4C5-0A5B-2EBA-FC9134BA7ECE}"/>
                </a:ext>
              </a:extLst>
            </p:cNvPr>
            <p:cNvSpPr/>
            <p:nvPr/>
          </p:nvSpPr>
          <p:spPr>
            <a:xfrm>
              <a:off x="1435409" y="1618998"/>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97" name="Freeform: Shape 296">
              <a:extLst>
                <a:ext uri="{FF2B5EF4-FFF2-40B4-BE49-F238E27FC236}">
                  <a16:creationId xmlns:a16="http://schemas.microsoft.com/office/drawing/2014/main" id="{30ED10B9-4005-05B0-B418-98990DD11C1D}"/>
                </a:ext>
              </a:extLst>
            </p:cNvPr>
            <p:cNvSpPr/>
            <p:nvPr/>
          </p:nvSpPr>
          <p:spPr>
            <a:xfrm>
              <a:off x="1296622" y="1618998"/>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98" name="Freeform: Shape 297">
              <a:extLst>
                <a:ext uri="{FF2B5EF4-FFF2-40B4-BE49-F238E27FC236}">
                  <a16:creationId xmlns:a16="http://schemas.microsoft.com/office/drawing/2014/main" id="{2B51A6F3-5E14-C634-B5C0-30568CD8C520}"/>
                </a:ext>
              </a:extLst>
            </p:cNvPr>
            <p:cNvSpPr/>
            <p:nvPr/>
          </p:nvSpPr>
          <p:spPr>
            <a:xfrm>
              <a:off x="880691" y="2161483"/>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299" name="Freeform: Shape 298">
              <a:extLst>
                <a:ext uri="{FF2B5EF4-FFF2-40B4-BE49-F238E27FC236}">
                  <a16:creationId xmlns:a16="http://schemas.microsoft.com/office/drawing/2014/main" id="{43C1B404-6EC8-03EA-8A3C-80FDDF97AB92}"/>
                </a:ext>
              </a:extLst>
            </p:cNvPr>
            <p:cNvSpPr/>
            <p:nvPr/>
          </p:nvSpPr>
          <p:spPr>
            <a:xfrm>
              <a:off x="804337" y="1328352"/>
              <a:ext cx="1054598" cy="210920"/>
            </a:xfrm>
            <a:custGeom>
              <a:avLst/>
              <a:gdLst>
                <a:gd name="connsiteX0" fmla="*/ 1095517 w 1054598"/>
                <a:gd name="connsiteY0" fmla="*/ 247620 h 210919"/>
                <a:gd name="connsiteX1" fmla="*/ 0 w 1054598"/>
                <a:gd name="connsiteY1" fmla="*/ 247620 h 210919"/>
                <a:gd name="connsiteX2" fmla="*/ 0 w 1054598"/>
                <a:gd name="connsiteY2" fmla="*/ 58636 h 210919"/>
                <a:gd name="connsiteX3" fmla="*/ 129083 w 1054598"/>
                <a:gd name="connsiteY3" fmla="*/ 58636 h 210919"/>
                <a:gd name="connsiteX4" fmla="*/ 202061 w 1054598"/>
                <a:gd name="connsiteY4" fmla="*/ 0 h 210919"/>
                <a:gd name="connsiteX5" fmla="*/ 275039 w 1054598"/>
                <a:gd name="connsiteY5" fmla="*/ 58636 h 210919"/>
                <a:gd name="connsiteX6" fmla="*/ 820477 w 1054598"/>
                <a:gd name="connsiteY6" fmla="*/ 58636 h 210919"/>
                <a:gd name="connsiteX7" fmla="*/ 893456 w 1054598"/>
                <a:gd name="connsiteY7" fmla="*/ 0 h 210919"/>
                <a:gd name="connsiteX8" fmla="*/ 966434 w 1054598"/>
                <a:gd name="connsiteY8" fmla="*/ 58636 h 210919"/>
                <a:gd name="connsiteX9" fmla="*/ 1095517 w 1054598"/>
                <a:gd name="connsiteY9" fmla="*/ 58636 h 210919"/>
                <a:gd name="connsiteX10" fmla="*/ 1095517 w 1054598"/>
                <a:gd name="connsiteY10" fmla="*/ 247620 h 210919"/>
                <a:gd name="connsiteX11" fmla="*/ 31638 w 1054598"/>
                <a:gd name="connsiteY11" fmla="*/ 215982 h 210919"/>
                <a:gd name="connsiteX12" fmla="*/ 1063879 w 1054598"/>
                <a:gd name="connsiteY12" fmla="*/ 215982 h 210919"/>
                <a:gd name="connsiteX13" fmla="*/ 1063879 w 1054598"/>
                <a:gd name="connsiteY13" fmla="*/ 90274 h 210919"/>
                <a:gd name="connsiteX14" fmla="*/ 936483 w 1054598"/>
                <a:gd name="connsiteY14" fmla="*/ 90274 h 210919"/>
                <a:gd name="connsiteX15" fmla="*/ 936483 w 1054598"/>
                <a:gd name="connsiteY15" fmla="*/ 74666 h 210919"/>
                <a:gd name="connsiteX16" fmla="*/ 893456 w 1054598"/>
                <a:gd name="connsiteY16" fmla="*/ 31638 h 210919"/>
                <a:gd name="connsiteX17" fmla="*/ 850428 w 1054598"/>
                <a:gd name="connsiteY17" fmla="*/ 74666 h 210919"/>
                <a:gd name="connsiteX18" fmla="*/ 850428 w 1054598"/>
                <a:gd name="connsiteY18" fmla="*/ 90695 h 210919"/>
                <a:gd name="connsiteX19" fmla="*/ 245089 w 1054598"/>
                <a:gd name="connsiteY19" fmla="*/ 90695 h 210919"/>
                <a:gd name="connsiteX20" fmla="*/ 245089 w 1054598"/>
                <a:gd name="connsiteY20" fmla="*/ 74666 h 210919"/>
                <a:gd name="connsiteX21" fmla="*/ 202061 w 1054598"/>
                <a:gd name="connsiteY21" fmla="*/ 31638 h 210919"/>
                <a:gd name="connsiteX22" fmla="*/ 159033 w 1054598"/>
                <a:gd name="connsiteY22" fmla="*/ 74666 h 210919"/>
                <a:gd name="connsiteX23" fmla="*/ 159033 w 1054598"/>
                <a:gd name="connsiteY23" fmla="*/ 90695 h 210919"/>
                <a:gd name="connsiteX24" fmla="*/ 31638 w 1054598"/>
                <a:gd name="connsiteY24" fmla="*/ 90695 h 210919"/>
                <a:gd name="connsiteX25" fmla="*/ 31638 w 1054598"/>
                <a:gd name="connsiteY25" fmla="*/ 215982 h 210919"/>
                <a:gd name="connsiteX26" fmla="*/ 968121 w 1054598"/>
                <a:gd name="connsiteY26" fmla="*/ 74666 h 210919"/>
                <a:gd name="connsiteX27" fmla="*/ 968121 w 1054598"/>
                <a:gd name="connsiteY27" fmla="*/ 74666 h 210919"/>
                <a:gd name="connsiteX28" fmla="*/ 968121 w 1054598"/>
                <a:gd name="connsiteY28" fmla="*/ 74666 h 210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54598" h="210919">
                  <a:moveTo>
                    <a:pt x="1095517" y="247620"/>
                  </a:moveTo>
                  <a:lnTo>
                    <a:pt x="0" y="247620"/>
                  </a:lnTo>
                  <a:lnTo>
                    <a:pt x="0" y="58636"/>
                  </a:lnTo>
                  <a:lnTo>
                    <a:pt x="129083" y="58636"/>
                  </a:lnTo>
                  <a:cubicBezTo>
                    <a:pt x="136254" y="25310"/>
                    <a:pt x="166205" y="0"/>
                    <a:pt x="202061" y="0"/>
                  </a:cubicBezTo>
                  <a:cubicBezTo>
                    <a:pt x="237917" y="0"/>
                    <a:pt x="267868" y="25310"/>
                    <a:pt x="275039" y="58636"/>
                  </a:cubicBezTo>
                  <a:lnTo>
                    <a:pt x="820477" y="58636"/>
                  </a:lnTo>
                  <a:cubicBezTo>
                    <a:pt x="827649" y="25310"/>
                    <a:pt x="857599" y="0"/>
                    <a:pt x="893456" y="0"/>
                  </a:cubicBezTo>
                  <a:cubicBezTo>
                    <a:pt x="929312" y="0"/>
                    <a:pt x="959262" y="25310"/>
                    <a:pt x="966434" y="58636"/>
                  </a:cubicBezTo>
                  <a:lnTo>
                    <a:pt x="1095517" y="58636"/>
                  </a:lnTo>
                  <a:lnTo>
                    <a:pt x="1095517" y="247620"/>
                  </a:lnTo>
                  <a:close/>
                  <a:moveTo>
                    <a:pt x="31638" y="215982"/>
                  </a:moveTo>
                  <a:lnTo>
                    <a:pt x="1063879" y="215982"/>
                  </a:lnTo>
                  <a:lnTo>
                    <a:pt x="1063879" y="90274"/>
                  </a:lnTo>
                  <a:lnTo>
                    <a:pt x="936483" y="90274"/>
                  </a:lnTo>
                  <a:lnTo>
                    <a:pt x="936483" y="74666"/>
                  </a:lnTo>
                  <a:cubicBezTo>
                    <a:pt x="936483" y="51043"/>
                    <a:pt x="917079" y="31638"/>
                    <a:pt x="893456" y="31638"/>
                  </a:cubicBezTo>
                  <a:cubicBezTo>
                    <a:pt x="869833" y="31638"/>
                    <a:pt x="850428" y="51043"/>
                    <a:pt x="850428" y="74666"/>
                  </a:cubicBezTo>
                  <a:lnTo>
                    <a:pt x="850428" y="90695"/>
                  </a:lnTo>
                  <a:lnTo>
                    <a:pt x="245089" y="90695"/>
                  </a:lnTo>
                  <a:lnTo>
                    <a:pt x="245089" y="74666"/>
                  </a:lnTo>
                  <a:cubicBezTo>
                    <a:pt x="245089" y="51043"/>
                    <a:pt x="225684" y="31638"/>
                    <a:pt x="202061" y="31638"/>
                  </a:cubicBezTo>
                  <a:cubicBezTo>
                    <a:pt x="178438" y="31638"/>
                    <a:pt x="159033" y="51043"/>
                    <a:pt x="159033" y="74666"/>
                  </a:cubicBezTo>
                  <a:lnTo>
                    <a:pt x="159033" y="90695"/>
                  </a:lnTo>
                  <a:lnTo>
                    <a:pt x="31638" y="90695"/>
                  </a:lnTo>
                  <a:lnTo>
                    <a:pt x="31638" y="215982"/>
                  </a:lnTo>
                  <a:close/>
                  <a:moveTo>
                    <a:pt x="968121" y="74666"/>
                  </a:moveTo>
                  <a:lnTo>
                    <a:pt x="968121" y="74666"/>
                  </a:lnTo>
                  <a:lnTo>
                    <a:pt x="968121" y="74666"/>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sp>
          <p:nvSpPr>
            <p:cNvPr id="300" name="Freeform: Shape 299">
              <a:extLst>
                <a:ext uri="{FF2B5EF4-FFF2-40B4-BE49-F238E27FC236}">
                  <a16:creationId xmlns:a16="http://schemas.microsoft.com/office/drawing/2014/main" id="{6750EF30-6294-2486-F7EA-A554F9E517E8}"/>
                </a:ext>
              </a:extLst>
            </p:cNvPr>
            <p:cNvSpPr/>
            <p:nvPr/>
          </p:nvSpPr>
          <p:spPr>
            <a:xfrm>
              <a:off x="909797" y="1470514"/>
              <a:ext cx="843678" cy="42184"/>
            </a:xfrm>
            <a:custGeom>
              <a:avLst/>
              <a:gdLst>
                <a:gd name="connsiteX0" fmla="*/ 0 w 843678"/>
                <a:gd name="connsiteY0" fmla="*/ 0 h 0"/>
                <a:gd name="connsiteX1" fmla="*/ 884597 w 843678"/>
                <a:gd name="connsiteY1" fmla="*/ 0 h 0"/>
                <a:gd name="connsiteX2" fmla="*/ 884597 w 843678"/>
                <a:gd name="connsiteY2" fmla="*/ 31638 h 0"/>
                <a:gd name="connsiteX3" fmla="*/ 0 w 843678"/>
                <a:gd name="connsiteY3" fmla="*/ 31638 h 0"/>
              </a:gdLst>
              <a:ahLst/>
              <a:cxnLst>
                <a:cxn ang="0">
                  <a:pos x="connsiteX0" y="connsiteY0"/>
                </a:cxn>
                <a:cxn ang="0">
                  <a:pos x="connsiteX1" y="connsiteY1"/>
                </a:cxn>
                <a:cxn ang="0">
                  <a:pos x="connsiteX2" y="connsiteY2"/>
                </a:cxn>
                <a:cxn ang="0">
                  <a:pos x="connsiteX3" y="connsiteY3"/>
                </a:cxn>
              </a:cxnLst>
              <a:rect l="l" t="t" r="r" b="b"/>
              <a:pathLst>
                <a:path w="843678">
                  <a:moveTo>
                    <a:pt x="0" y="0"/>
                  </a:moveTo>
                  <a:lnTo>
                    <a:pt x="884597" y="0"/>
                  </a:lnTo>
                  <a:lnTo>
                    <a:pt x="884597" y="31638"/>
                  </a:lnTo>
                  <a:lnTo>
                    <a:pt x="0" y="31638"/>
                  </a:lnTo>
                  <a:close/>
                </a:path>
              </a:pathLst>
            </a:custGeom>
            <a:grpFill/>
            <a:ln w="42130" cap="flat">
              <a:noFill/>
              <a:prstDash val="solid"/>
              <a:miter/>
            </a:ln>
          </p:spPr>
          <p:txBody>
            <a:bodyPr rtlCol="0" anchor="ctr"/>
            <a:lstStyle/>
            <a:p>
              <a:endParaRPr lang="en-US" sz="1400" dirty="0">
                <a:solidFill>
                  <a:srgbClr val="1A1A24"/>
                </a:solidFill>
                <a:latin typeface="EYInterstate" panose="02000503020000020004" pitchFamily="2" charset="0"/>
              </a:endParaRPr>
            </a:p>
          </p:txBody>
        </p:sp>
      </p:grpSp>
      <p:sp>
        <p:nvSpPr>
          <p:cNvPr id="301" name="Rectangle 300">
            <a:extLst>
              <a:ext uri="{FF2B5EF4-FFF2-40B4-BE49-F238E27FC236}">
                <a16:creationId xmlns:a16="http://schemas.microsoft.com/office/drawing/2014/main" id="{D29C873C-5075-6763-9B3F-B3141A2B690B}"/>
              </a:ext>
            </a:extLst>
          </p:cNvPr>
          <p:cNvSpPr/>
          <p:nvPr/>
        </p:nvSpPr>
        <p:spPr>
          <a:xfrm>
            <a:off x="1247348" y="2171919"/>
            <a:ext cx="1749065" cy="215444"/>
          </a:xfrm>
          <a:prstGeom prst="rect">
            <a:avLst/>
          </a:prstGeom>
        </p:spPr>
        <p:txBody>
          <a:bodyPr wrap="square" lIns="0" tIns="0" rIns="0" bIns="0">
            <a:spAutoFit/>
          </a:bodyPr>
          <a:lstStyle/>
          <a:p>
            <a:pPr lvl="0" algn="ctr">
              <a:defRPr/>
            </a:pPr>
            <a:r>
              <a:rPr lang="en-US" sz="1400" dirty="0">
                <a:solidFill>
                  <a:schemeClr val="bg1"/>
                </a:solidFill>
                <a:ea typeface="Calibri" panose="020F0502020204030204" pitchFamily="34" charset="0"/>
              </a:rPr>
              <a:t>Lorem ipsum et</a:t>
            </a:r>
          </a:p>
        </p:txBody>
      </p:sp>
      <p:sp>
        <p:nvSpPr>
          <p:cNvPr id="302" name="Rectangle 301">
            <a:extLst>
              <a:ext uri="{FF2B5EF4-FFF2-40B4-BE49-F238E27FC236}">
                <a16:creationId xmlns:a16="http://schemas.microsoft.com/office/drawing/2014/main" id="{422A1DAA-4901-618C-168B-31AC1818B6EC}"/>
              </a:ext>
            </a:extLst>
          </p:cNvPr>
          <p:cNvSpPr/>
          <p:nvPr/>
        </p:nvSpPr>
        <p:spPr>
          <a:xfrm>
            <a:off x="3733961" y="2171919"/>
            <a:ext cx="1749065" cy="215444"/>
          </a:xfrm>
          <a:prstGeom prst="rect">
            <a:avLst/>
          </a:prstGeom>
        </p:spPr>
        <p:txBody>
          <a:bodyPr wrap="square" lIns="0" tIns="0" rIns="0" bIns="0">
            <a:spAutoFit/>
          </a:bodyPr>
          <a:lstStyle/>
          <a:p>
            <a:pPr lvl="0" algn="ctr">
              <a:defRPr/>
            </a:pPr>
            <a:r>
              <a:rPr lang="en-US" sz="1400">
                <a:solidFill>
                  <a:schemeClr val="bg1"/>
                </a:solidFill>
                <a:ea typeface="Calibri" panose="020F0502020204030204" pitchFamily="34" charset="0"/>
              </a:rPr>
              <a:t>Lorem ipsum et</a:t>
            </a:r>
            <a:endParaRPr lang="en-US" sz="1400" dirty="0">
              <a:solidFill>
                <a:schemeClr val="bg1"/>
              </a:solidFill>
              <a:ea typeface="Calibri" panose="020F0502020204030204" pitchFamily="34" charset="0"/>
            </a:endParaRPr>
          </a:p>
        </p:txBody>
      </p:sp>
      <p:sp>
        <p:nvSpPr>
          <p:cNvPr id="303" name="Rectangle 302">
            <a:extLst>
              <a:ext uri="{FF2B5EF4-FFF2-40B4-BE49-F238E27FC236}">
                <a16:creationId xmlns:a16="http://schemas.microsoft.com/office/drawing/2014/main" id="{C1239E6A-237E-7B99-77CA-F4804F50789E}"/>
              </a:ext>
            </a:extLst>
          </p:cNvPr>
          <p:cNvSpPr/>
          <p:nvPr/>
        </p:nvSpPr>
        <p:spPr>
          <a:xfrm>
            <a:off x="6156932" y="2171919"/>
            <a:ext cx="1749065" cy="215444"/>
          </a:xfrm>
          <a:prstGeom prst="rect">
            <a:avLst/>
          </a:prstGeom>
        </p:spPr>
        <p:txBody>
          <a:bodyPr wrap="square" lIns="0" tIns="0" rIns="0" bIns="0">
            <a:spAutoFit/>
          </a:bodyPr>
          <a:lstStyle/>
          <a:p>
            <a:pPr lvl="0" algn="ctr">
              <a:defRPr/>
            </a:pPr>
            <a:r>
              <a:rPr lang="en-US" sz="1400">
                <a:solidFill>
                  <a:schemeClr val="bg1"/>
                </a:solidFill>
                <a:ea typeface="Calibri" panose="020F0502020204030204" pitchFamily="34" charset="0"/>
              </a:rPr>
              <a:t>Lorem ipsum et</a:t>
            </a:r>
            <a:endParaRPr lang="en-US" sz="1400" dirty="0">
              <a:solidFill>
                <a:schemeClr val="bg1"/>
              </a:solidFill>
              <a:ea typeface="Calibri" panose="020F0502020204030204" pitchFamily="34" charset="0"/>
            </a:endParaRPr>
          </a:p>
        </p:txBody>
      </p:sp>
      <p:sp>
        <p:nvSpPr>
          <p:cNvPr id="304" name="Rectangle 303">
            <a:extLst>
              <a:ext uri="{FF2B5EF4-FFF2-40B4-BE49-F238E27FC236}">
                <a16:creationId xmlns:a16="http://schemas.microsoft.com/office/drawing/2014/main" id="{EB69C674-904A-16BA-1B87-7B56EAD0F2A1}"/>
              </a:ext>
            </a:extLst>
          </p:cNvPr>
          <p:cNvSpPr/>
          <p:nvPr/>
        </p:nvSpPr>
        <p:spPr>
          <a:xfrm>
            <a:off x="8771343" y="2171919"/>
            <a:ext cx="1749065" cy="215444"/>
          </a:xfrm>
          <a:prstGeom prst="rect">
            <a:avLst/>
          </a:prstGeom>
        </p:spPr>
        <p:txBody>
          <a:bodyPr wrap="square" lIns="0" tIns="0" rIns="0" bIns="0">
            <a:spAutoFit/>
          </a:bodyPr>
          <a:lstStyle/>
          <a:p>
            <a:pPr lvl="0" algn="ctr">
              <a:defRPr/>
            </a:pPr>
            <a:r>
              <a:rPr lang="en-US" sz="1400">
                <a:solidFill>
                  <a:schemeClr val="bg1"/>
                </a:solidFill>
                <a:ea typeface="Calibri" panose="020F0502020204030204" pitchFamily="34" charset="0"/>
              </a:rPr>
              <a:t>Lorem ipsum et</a:t>
            </a:r>
            <a:endParaRPr lang="en-US" sz="1400" dirty="0">
              <a:solidFill>
                <a:schemeClr val="bg1"/>
              </a:solidFill>
              <a:ea typeface="Calibri" panose="020F0502020204030204" pitchFamily="34" charset="0"/>
            </a:endParaRPr>
          </a:p>
        </p:txBody>
      </p:sp>
      <p:sp>
        <p:nvSpPr>
          <p:cNvPr id="305" name="Rectangle 304">
            <a:extLst>
              <a:ext uri="{FF2B5EF4-FFF2-40B4-BE49-F238E27FC236}">
                <a16:creationId xmlns:a16="http://schemas.microsoft.com/office/drawing/2014/main" id="{243CDB6E-347A-F296-6267-3BD1A6043D5B}"/>
              </a:ext>
            </a:extLst>
          </p:cNvPr>
          <p:cNvSpPr/>
          <p:nvPr/>
        </p:nvSpPr>
        <p:spPr>
          <a:xfrm>
            <a:off x="4871926" y="4013338"/>
            <a:ext cx="1749065" cy="215444"/>
          </a:xfrm>
          <a:prstGeom prst="rect">
            <a:avLst/>
          </a:prstGeom>
        </p:spPr>
        <p:txBody>
          <a:bodyPr wrap="square" lIns="0" tIns="0" rIns="0" bIns="0">
            <a:spAutoFit/>
          </a:bodyPr>
          <a:lstStyle/>
          <a:p>
            <a:pPr lvl="0" algn="ctr">
              <a:defRPr/>
            </a:pPr>
            <a:r>
              <a:rPr lang="en-US" sz="1400">
                <a:solidFill>
                  <a:schemeClr val="bg1"/>
                </a:solidFill>
                <a:ea typeface="Calibri" panose="020F0502020204030204" pitchFamily="34" charset="0"/>
              </a:rPr>
              <a:t>Lorem ipsum et</a:t>
            </a:r>
            <a:endParaRPr lang="en-US" sz="1400" dirty="0">
              <a:solidFill>
                <a:schemeClr val="bg1"/>
              </a:solidFill>
              <a:ea typeface="Calibri" panose="020F0502020204030204" pitchFamily="34" charset="0"/>
            </a:endParaRPr>
          </a:p>
        </p:txBody>
      </p:sp>
      <p:sp>
        <p:nvSpPr>
          <p:cNvPr id="306" name="Rectangle 305">
            <a:extLst>
              <a:ext uri="{FF2B5EF4-FFF2-40B4-BE49-F238E27FC236}">
                <a16:creationId xmlns:a16="http://schemas.microsoft.com/office/drawing/2014/main" id="{A44FCA45-7FF1-AF7D-0BB6-32C153424C04}"/>
              </a:ext>
            </a:extLst>
          </p:cNvPr>
          <p:cNvSpPr/>
          <p:nvPr/>
        </p:nvSpPr>
        <p:spPr>
          <a:xfrm>
            <a:off x="7418595" y="4013338"/>
            <a:ext cx="1749065" cy="215444"/>
          </a:xfrm>
          <a:prstGeom prst="rect">
            <a:avLst/>
          </a:prstGeom>
        </p:spPr>
        <p:txBody>
          <a:bodyPr wrap="square" lIns="0" tIns="0" rIns="0" bIns="0">
            <a:spAutoFit/>
          </a:bodyPr>
          <a:lstStyle/>
          <a:p>
            <a:pPr lvl="0" algn="ctr">
              <a:defRPr/>
            </a:pPr>
            <a:r>
              <a:rPr lang="en-US" sz="1400">
                <a:solidFill>
                  <a:schemeClr val="bg1"/>
                </a:solidFill>
                <a:ea typeface="Calibri" panose="020F0502020204030204" pitchFamily="34" charset="0"/>
              </a:rPr>
              <a:t>Lorem ipsum et</a:t>
            </a:r>
            <a:endParaRPr lang="en-US" sz="1400" dirty="0">
              <a:solidFill>
                <a:schemeClr val="bg1"/>
              </a:solidFill>
              <a:ea typeface="Calibri" panose="020F0502020204030204" pitchFamily="34" charset="0"/>
            </a:endParaRPr>
          </a:p>
        </p:txBody>
      </p:sp>
      <p:sp>
        <p:nvSpPr>
          <p:cNvPr id="307" name="Rectangle 306">
            <a:extLst>
              <a:ext uri="{FF2B5EF4-FFF2-40B4-BE49-F238E27FC236}">
                <a16:creationId xmlns:a16="http://schemas.microsoft.com/office/drawing/2014/main" id="{A3F5EEC4-16BF-B1DF-2E8A-D1D999063343}"/>
              </a:ext>
            </a:extLst>
          </p:cNvPr>
          <p:cNvSpPr/>
          <p:nvPr/>
        </p:nvSpPr>
        <p:spPr>
          <a:xfrm>
            <a:off x="9352533" y="4013338"/>
            <a:ext cx="1749065" cy="215444"/>
          </a:xfrm>
          <a:prstGeom prst="rect">
            <a:avLst/>
          </a:prstGeom>
        </p:spPr>
        <p:txBody>
          <a:bodyPr wrap="square" lIns="0" tIns="0" rIns="0" bIns="0">
            <a:spAutoFit/>
          </a:bodyPr>
          <a:lstStyle/>
          <a:p>
            <a:pPr lvl="0" algn="ctr">
              <a:defRPr/>
            </a:pPr>
            <a:r>
              <a:rPr lang="en-US" sz="1400">
                <a:solidFill>
                  <a:schemeClr val="bg1"/>
                </a:solidFill>
                <a:ea typeface="Calibri" panose="020F0502020204030204" pitchFamily="34" charset="0"/>
              </a:rPr>
              <a:t>Lorem ipsum et</a:t>
            </a:r>
            <a:endParaRPr lang="en-US" sz="1400" dirty="0">
              <a:solidFill>
                <a:schemeClr val="bg1"/>
              </a:solidFill>
              <a:ea typeface="Calibri" panose="020F0502020204030204" pitchFamily="34" charset="0"/>
            </a:endParaRPr>
          </a:p>
        </p:txBody>
      </p:sp>
      <p:sp>
        <p:nvSpPr>
          <p:cNvPr id="308" name="Rectangle 307">
            <a:extLst>
              <a:ext uri="{FF2B5EF4-FFF2-40B4-BE49-F238E27FC236}">
                <a16:creationId xmlns:a16="http://schemas.microsoft.com/office/drawing/2014/main" id="{7F0D916C-EDDA-DC13-4C2C-56D7E84BBF78}"/>
              </a:ext>
            </a:extLst>
          </p:cNvPr>
          <p:cNvSpPr/>
          <p:nvPr/>
        </p:nvSpPr>
        <p:spPr>
          <a:xfrm>
            <a:off x="2366893" y="4013338"/>
            <a:ext cx="1749065" cy="215444"/>
          </a:xfrm>
          <a:prstGeom prst="rect">
            <a:avLst/>
          </a:prstGeom>
        </p:spPr>
        <p:txBody>
          <a:bodyPr wrap="square" lIns="0" tIns="0" rIns="0" bIns="0">
            <a:spAutoFit/>
          </a:bodyPr>
          <a:lstStyle/>
          <a:p>
            <a:pPr lvl="0" algn="ctr">
              <a:defRPr/>
            </a:pPr>
            <a:r>
              <a:rPr lang="en-US" sz="1400">
                <a:solidFill>
                  <a:schemeClr val="bg1"/>
                </a:solidFill>
                <a:ea typeface="Calibri" panose="020F0502020204030204" pitchFamily="34" charset="0"/>
              </a:rPr>
              <a:t>Lorem ipsum et</a:t>
            </a:r>
            <a:endParaRPr lang="en-US" sz="1400" dirty="0">
              <a:solidFill>
                <a:schemeClr val="bg1"/>
              </a:solidFill>
              <a:ea typeface="Calibri" panose="020F0502020204030204" pitchFamily="34" charset="0"/>
            </a:endParaRPr>
          </a:p>
        </p:txBody>
      </p:sp>
      <p:sp>
        <p:nvSpPr>
          <p:cNvPr id="309" name="Rectangle 308">
            <a:extLst>
              <a:ext uri="{FF2B5EF4-FFF2-40B4-BE49-F238E27FC236}">
                <a16:creationId xmlns:a16="http://schemas.microsoft.com/office/drawing/2014/main" id="{62156C8B-F3FF-B993-230F-CA90A2C122D0}"/>
              </a:ext>
            </a:extLst>
          </p:cNvPr>
          <p:cNvSpPr/>
          <p:nvPr/>
        </p:nvSpPr>
        <p:spPr>
          <a:xfrm>
            <a:off x="1031518" y="5674526"/>
            <a:ext cx="1749065" cy="215444"/>
          </a:xfrm>
          <a:prstGeom prst="rect">
            <a:avLst/>
          </a:prstGeom>
        </p:spPr>
        <p:txBody>
          <a:bodyPr wrap="square" lIns="0" tIns="0" rIns="0" bIns="0">
            <a:spAutoFit/>
          </a:bodyPr>
          <a:lstStyle/>
          <a:p>
            <a:pPr lvl="0" algn="ctr">
              <a:defRPr/>
            </a:pPr>
            <a:r>
              <a:rPr lang="en-US" sz="1400">
                <a:solidFill>
                  <a:schemeClr val="bg1"/>
                </a:solidFill>
                <a:ea typeface="Calibri" panose="020F0502020204030204" pitchFamily="34" charset="0"/>
              </a:rPr>
              <a:t>Lorem ipsum et</a:t>
            </a:r>
            <a:endParaRPr lang="en-US" sz="1400" dirty="0">
              <a:solidFill>
                <a:schemeClr val="bg1"/>
              </a:solidFill>
              <a:ea typeface="Calibri" panose="020F0502020204030204" pitchFamily="34" charset="0"/>
            </a:endParaRPr>
          </a:p>
        </p:txBody>
      </p:sp>
      <p:sp>
        <p:nvSpPr>
          <p:cNvPr id="310" name="Rectangle 309">
            <a:extLst>
              <a:ext uri="{FF2B5EF4-FFF2-40B4-BE49-F238E27FC236}">
                <a16:creationId xmlns:a16="http://schemas.microsoft.com/office/drawing/2014/main" id="{62F584C6-1E28-06D7-1F09-4B1842FF42B8}"/>
              </a:ext>
            </a:extLst>
          </p:cNvPr>
          <p:cNvSpPr/>
          <p:nvPr/>
        </p:nvSpPr>
        <p:spPr>
          <a:xfrm>
            <a:off x="6250564" y="5674526"/>
            <a:ext cx="1749065" cy="215444"/>
          </a:xfrm>
          <a:prstGeom prst="rect">
            <a:avLst/>
          </a:prstGeom>
        </p:spPr>
        <p:txBody>
          <a:bodyPr wrap="square" lIns="0" tIns="0" rIns="0" bIns="0">
            <a:spAutoFit/>
          </a:bodyPr>
          <a:lstStyle/>
          <a:p>
            <a:pPr lvl="0" algn="ctr">
              <a:defRPr/>
            </a:pPr>
            <a:r>
              <a:rPr lang="en-US" sz="1400">
                <a:solidFill>
                  <a:schemeClr val="bg1"/>
                </a:solidFill>
                <a:ea typeface="Calibri" panose="020F0502020204030204" pitchFamily="34" charset="0"/>
              </a:rPr>
              <a:t>Lorem ipsum et</a:t>
            </a:r>
            <a:endParaRPr lang="en-US" sz="1400" dirty="0">
              <a:solidFill>
                <a:schemeClr val="bg1"/>
              </a:solidFill>
              <a:ea typeface="Calibri" panose="020F0502020204030204" pitchFamily="34" charset="0"/>
            </a:endParaRPr>
          </a:p>
        </p:txBody>
      </p:sp>
      <p:sp>
        <p:nvSpPr>
          <p:cNvPr id="311" name="Rectangle 310">
            <a:extLst>
              <a:ext uri="{FF2B5EF4-FFF2-40B4-BE49-F238E27FC236}">
                <a16:creationId xmlns:a16="http://schemas.microsoft.com/office/drawing/2014/main" id="{2C82D3D3-24A3-49D3-4C2C-5853BB3E7191}"/>
              </a:ext>
            </a:extLst>
          </p:cNvPr>
          <p:cNvSpPr/>
          <p:nvPr/>
        </p:nvSpPr>
        <p:spPr>
          <a:xfrm>
            <a:off x="4033658" y="5674531"/>
            <a:ext cx="1749065" cy="215444"/>
          </a:xfrm>
          <a:prstGeom prst="rect">
            <a:avLst/>
          </a:prstGeom>
        </p:spPr>
        <p:txBody>
          <a:bodyPr wrap="square" lIns="0" tIns="0" rIns="0" bIns="0">
            <a:spAutoFit/>
          </a:bodyPr>
          <a:lstStyle/>
          <a:p>
            <a:pPr lvl="0" algn="ctr">
              <a:defRPr/>
            </a:pPr>
            <a:r>
              <a:rPr lang="en-US" sz="1400">
                <a:solidFill>
                  <a:schemeClr val="bg1"/>
                </a:solidFill>
                <a:ea typeface="Calibri" panose="020F0502020204030204" pitchFamily="34" charset="0"/>
              </a:rPr>
              <a:t>Lorem ipsum et</a:t>
            </a:r>
            <a:endParaRPr lang="en-US" sz="1400" dirty="0">
              <a:solidFill>
                <a:schemeClr val="bg1"/>
              </a:solidFill>
              <a:ea typeface="Calibri" panose="020F0502020204030204" pitchFamily="34" charset="0"/>
            </a:endParaRPr>
          </a:p>
        </p:txBody>
      </p:sp>
    </p:spTree>
    <p:extLst>
      <p:ext uri="{BB962C8B-B14F-4D97-AF65-F5344CB8AC3E}">
        <p14:creationId xmlns:p14="http://schemas.microsoft.com/office/powerpoint/2010/main" val="40428706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BF5B2-97C1-876F-5D78-46C3C4ED2AA6}"/>
              </a:ext>
            </a:extLst>
          </p:cNvPr>
          <p:cNvSpPr>
            <a:spLocks noGrp="1"/>
          </p:cNvSpPr>
          <p:nvPr>
            <p:ph type="title"/>
          </p:nvPr>
        </p:nvSpPr>
        <p:spPr>
          <a:xfrm>
            <a:off x="485523" y="369888"/>
            <a:ext cx="11224347" cy="470898"/>
          </a:xfrm>
        </p:spPr>
        <p:txBody>
          <a:bodyPr/>
          <a:lstStyle/>
          <a:p>
            <a:r>
              <a:rPr lang="en-US"/>
              <a:t>Spectrum gradients charts</a:t>
            </a:r>
            <a:endParaRPr lang="en-US" dirty="0"/>
          </a:p>
        </p:txBody>
      </p:sp>
      <p:sp>
        <p:nvSpPr>
          <p:cNvPr id="3" name="Date Placeholder 2">
            <a:extLst>
              <a:ext uri="{FF2B5EF4-FFF2-40B4-BE49-F238E27FC236}">
                <a16:creationId xmlns:a16="http://schemas.microsoft.com/office/drawing/2014/main" id="{F7EFD3B4-9218-D3DA-A62E-6A50A7EF0297}"/>
              </a:ext>
            </a:extLst>
          </p:cNvPr>
          <p:cNvSpPr>
            <a:spLocks noGrp="1"/>
          </p:cNvSpPr>
          <p:nvPr>
            <p:ph type="dt" sz="half" idx="10"/>
          </p:nvPr>
        </p:nvSpPr>
        <p:spPr>
          <a:xfrm>
            <a:off x="994845" y="6437115"/>
            <a:ext cx="1275686" cy="123111"/>
          </a:xfrm>
        </p:spPr>
        <p:txBody>
          <a:bodyPr/>
          <a:lstStyle/>
          <a:p>
            <a:fld id="{6B9655D1-764A-46EA-B613-743B39B694F3}" type="datetime3">
              <a:rPr lang="en-US" smtClean="0"/>
              <a:t>11 July 2026</a:t>
            </a:fld>
            <a:endParaRPr lang="en-US"/>
          </a:p>
        </p:txBody>
      </p:sp>
      <p:sp>
        <p:nvSpPr>
          <p:cNvPr id="4" name="Footer Placeholder 3">
            <a:extLst>
              <a:ext uri="{FF2B5EF4-FFF2-40B4-BE49-F238E27FC236}">
                <a16:creationId xmlns:a16="http://schemas.microsoft.com/office/drawing/2014/main" id="{8159A985-7BA7-A46A-3FBA-AA02950B10F7}"/>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5" name="Slide Number Placeholder 4">
            <a:extLst>
              <a:ext uri="{FF2B5EF4-FFF2-40B4-BE49-F238E27FC236}">
                <a16:creationId xmlns:a16="http://schemas.microsoft.com/office/drawing/2014/main" id="{E1D5CE29-A8AA-2EE7-34E2-6784A97325C8}"/>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60</a:t>
            </a:fld>
            <a:endParaRPr lang="en-US"/>
          </a:p>
        </p:txBody>
      </p:sp>
      <p:sp>
        <p:nvSpPr>
          <p:cNvPr id="19" name="Content Placeholder 2">
            <a:extLst>
              <a:ext uri="{FF2B5EF4-FFF2-40B4-BE49-F238E27FC236}">
                <a16:creationId xmlns:a16="http://schemas.microsoft.com/office/drawing/2014/main" id="{BC6B5CF3-0EC1-F850-BAAD-C922D590E4BC}"/>
              </a:ext>
            </a:extLst>
          </p:cNvPr>
          <p:cNvSpPr txBox="1">
            <a:spLocks/>
          </p:cNvSpPr>
          <p:nvPr/>
        </p:nvSpPr>
        <p:spPr>
          <a:xfrm>
            <a:off x="485523" y="1353820"/>
            <a:ext cx="10978515" cy="802640"/>
          </a:xfrm>
          <a:prstGeom prst="rect">
            <a:avLst/>
          </a:prstGeom>
        </p:spPr>
        <p:txBody>
          <a:bodyPr lIns="0" tIns="0" rIns="0" bIns="0"/>
          <a:lst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8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400" kern="1200">
                <a:solidFill>
                  <a:schemeClr val="tx2"/>
                </a:solidFill>
                <a:latin typeface="+mn-lt"/>
                <a:ea typeface="+mn-ea"/>
                <a:cs typeface="+mn-cs"/>
              </a:defRPr>
            </a:lvl9pPr>
          </a:lstStyle>
          <a:p>
            <a:pPr marL="0" indent="0">
              <a:buFont typeface="Wingdings" pitchFamily="2" charset="2"/>
              <a:buNone/>
            </a:pPr>
            <a:r>
              <a:rPr lang="en-US" sz="1800" dirty="0"/>
              <a:t>Investors demand more risk management and</a:t>
            </a:r>
            <a:br>
              <a:rPr lang="en-US" sz="1800" dirty="0"/>
            </a:br>
            <a:r>
              <a:rPr lang="en-US" sz="1800" dirty="0"/>
              <a:t>transparency, but are not willing to pay for it</a:t>
            </a:r>
          </a:p>
        </p:txBody>
      </p:sp>
      <p:sp>
        <p:nvSpPr>
          <p:cNvPr id="20" name="Oval 19" descr="Progress Diagram.">
            <a:extLst>
              <a:ext uri="{FF2B5EF4-FFF2-40B4-BE49-F238E27FC236}">
                <a16:creationId xmlns:a16="http://schemas.microsoft.com/office/drawing/2014/main" id="{7D402F75-BB0B-455C-5673-D761E2AF488E}"/>
              </a:ext>
            </a:extLst>
          </p:cNvPr>
          <p:cNvSpPr/>
          <p:nvPr/>
        </p:nvSpPr>
        <p:spPr>
          <a:xfrm>
            <a:off x="1270705" y="2457564"/>
            <a:ext cx="1888152" cy="1888152"/>
          </a:xfrm>
          <a:prstGeom prst="ellipse">
            <a:avLst/>
          </a:prstGeom>
          <a:no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rgbClr val="1A1A24"/>
              </a:solidFill>
            </a:endParaRPr>
          </a:p>
        </p:txBody>
      </p:sp>
      <p:sp>
        <p:nvSpPr>
          <p:cNvPr id="22" name="Content Placeholder 2" descr="Progress Diagram.">
            <a:extLst>
              <a:ext uri="{FF2B5EF4-FFF2-40B4-BE49-F238E27FC236}">
                <a16:creationId xmlns:a16="http://schemas.microsoft.com/office/drawing/2014/main" id="{F1785244-1035-E599-C215-038F61DE5D99}"/>
              </a:ext>
            </a:extLst>
          </p:cNvPr>
          <p:cNvSpPr txBox="1">
            <a:spLocks/>
          </p:cNvSpPr>
          <p:nvPr/>
        </p:nvSpPr>
        <p:spPr>
          <a:xfrm>
            <a:off x="818095" y="4858003"/>
            <a:ext cx="2906179" cy="757211"/>
          </a:xfrm>
          <a:prstGeom prst="rect">
            <a:avLst/>
          </a:prstGeom>
        </p:spPr>
        <p:txBody>
          <a:bodyPr vert="horz" lIns="0" tIns="0" rIns="0" bIns="0" rtlCol="0" anchor="t" anchorCtr="0">
            <a:noAutofit/>
          </a:bodyPr>
          <a:lstStyle>
            <a:lvl1pPr marL="356616"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2000" kern="1200">
                <a:solidFill>
                  <a:schemeClr val="bg1"/>
                </a:solidFill>
                <a:latin typeface="EYInterstate Light" panose="02000506000000020004" pitchFamily="2" charset="0"/>
                <a:ea typeface="+mn-ea"/>
                <a:cs typeface="+mn-cs"/>
              </a:defRPr>
            </a:lvl1pPr>
            <a:lvl2pPr marL="713232"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800" kern="1200">
                <a:solidFill>
                  <a:schemeClr val="bg1"/>
                </a:solidFill>
                <a:latin typeface="EYInterstate Light" panose="02000506000000020004" pitchFamily="2" charset="0"/>
                <a:ea typeface="+mn-ea"/>
                <a:cs typeface="+mn-cs"/>
              </a:defRPr>
            </a:lvl2pPr>
            <a:lvl3pPr marL="1069848"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600" kern="1200">
                <a:solidFill>
                  <a:schemeClr val="bg1"/>
                </a:solidFill>
                <a:latin typeface="EYInterstate Light" panose="02000506000000020004" pitchFamily="2" charset="0"/>
                <a:ea typeface="+mn-ea"/>
                <a:cs typeface="+mn-cs"/>
              </a:defRPr>
            </a:lvl3pPr>
            <a:lvl4pPr marL="1426464"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400" kern="1200">
                <a:solidFill>
                  <a:schemeClr val="bg1"/>
                </a:solidFill>
                <a:latin typeface="EYInterstate Light" panose="02000506000000020004" pitchFamily="2" charset="0"/>
                <a:ea typeface="+mn-ea"/>
                <a:cs typeface="+mn-cs"/>
              </a:defRPr>
            </a:lvl4pPr>
            <a:lvl5pPr marL="1783080"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dirty="0"/>
              <a:t>Lorem Ipsum is simply dummy text of the printing </a:t>
            </a:r>
            <a:r>
              <a:rPr lang="en-US" sz="1200" b="1" dirty="0"/>
              <a:t>and typesetting industry</a:t>
            </a:r>
            <a:r>
              <a:rPr lang="en-US" sz="1200" dirty="0"/>
              <a:t>. Lorem Ipsum has been the industry's standard dummy text ever since the 1500s.</a:t>
            </a:r>
          </a:p>
        </p:txBody>
      </p:sp>
      <p:sp>
        <p:nvSpPr>
          <p:cNvPr id="24" name="Oval 23" descr="Progress Diagram.">
            <a:extLst>
              <a:ext uri="{FF2B5EF4-FFF2-40B4-BE49-F238E27FC236}">
                <a16:creationId xmlns:a16="http://schemas.microsoft.com/office/drawing/2014/main" id="{08E1E469-68B8-AB80-C8B6-949BE2C7552B}"/>
              </a:ext>
            </a:extLst>
          </p:cNvPr>
          <p:cNvSpPr/>
          <p:nvPr/>
        </p:nvSpPr>
        <p:spPr>
          <a:xfrm>
            <a:off x="5155098" y="2457564"/>
            <a:ext cx="1888152" cy="1888152"/>
          </a:xfrm>
          <a:prstGeom prst="ellipse">
            <a:avLst/>
          </a:prstGeom>
          <a:no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rgbClr val="1A1A24"/>
              </a:solidFill>
            </a:endParaRPr>
          </a:p>
        </p:txBody>
      </p:sp>
      <p:sp>
        <p:nvSpPr>
          <p:cNvPr id="26" name="Content Placeholder 2" descr="Progress Diagram.">
            <a:extLst>
              <a:ext uri="{FF2B5EF4-FFF2-40B4-BE49-F238E27FC236}">
                <a16:creationId xmlns:a16="http://schemas.microsoft.com/office/drawing/2014/main" id="{8D2C9B7C-DFA6-AD7C-4222-C25A6A564704}"/>
              </a:ext>
            </a:extLst>
          </p:cNvPr>
          <p:cNvSpPr txBox="1">
            <a:spLocks/>
          </p:cNvSpPr>
          <p:nvPr/>
        </p:nvSpPr>
        <p:spPr>
          <a:xfrm>
            <a:off x="4519707" y="4858003"/>
            <a:ext cx="3205068" cy="757211"/>
          </a:xfrm>
          <a:prstGeom prst="rect">
            <a:avLst/>
          </a:prstGeom>
        </p:spPr>
        <p:txBody>
          <a:bodyPr vert="horz" lIns="0" tIns="0" rIns="0" bIns="0" rtlCol="0" anchor="t" anchorCtr="0">
            <a:noAutofit/>
          </a:bodyPr>
          <a:lstStyle>
            <a:lvl1pPr marL="356616"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2000" kern="1200">
                <a:solidFill>
                  <a:schemeClr val="bg1"/>
                </a:solidFill>
                <a:latin typeface="EYInterstate Light" panose="02000506000000020004" pitchFamily="2" charset="0"/>
                <a:ea typeface="+mn-ea"/>
                <a:cs typeface="+mn-cs"/>
              </a:defRPr>
            </a:lvl1pPr>
            <a:lvl2pPr marL="713232"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800" kern="1200">
                <a:solidFill>
                  <a:schemeClr val="bg1"/>
                </a:solidFill>
                <a:latin typeface="EYInterstate Light" panose="02000506000000020004" pitchFamily="2" charset="0"/>
                <a:ea typeface="+mn-ea"/>
                <a:cs typeface="+mn-cs"/>
              </a:defRPr>
            </a:lvl2pPr>
            <a:lvl3pPr marL="1069848"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600" kern="1200">
                <a:solidFill>
                  <a:schemeClr val="bg1"/>
                </a:solidFill>
                <a:latin typeface="EYInterstate Light" panose="02000506000000020004" pitchFamily="2" charset="0"/>
                <a:ea typeface="+mn-ea"/>
                <a:cs typeface="+mn-cs"/>
              </a:defRPr>
            </a:lvl3pPr>
            <a:lvl4pPr marL="1426464"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400" kern="1200">
                <a:solidFill>
                  <a:schemeClr val="bg1"/>
                </a:solidFill>
                <a:latin typeface="EYInterstate Light" panose="02000506000000020004" pitchFamily="2" charset="0"/>
                <a:ea typeface="+mn-ea"/>
                <a:cs typeface="+mn-cs"/>
              </a:defRPr>
            </a:lvl4pPr>
            <a:lvl5pPr marL="1783080"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dirty="0"/>
              <a:t>Lorem Ipsum is simply dummy text of the printing </a:t>
            </a:r>
            <a:r>
              <a:rPr lang="en-US" sz="1200" b="1" dirty="0"/>
              <a:t>and typesetting industry</a:t>
            </a:r>
            <a:r>
              <a:rPr lang="en-US" sz="1200" dirty="0"/>
              <a:t>. Lorem Ipsum has been the industry's standard dummy text ever since the 1500s.</a:t>
            </a:r>
          </a:p>
        </p:txBody>
      </p:sp>
      <p:sp>
        <p:nvSpPr>
          <p:cNvPr id="28" name="Oval 27" descr="Progress Diagram.">
            <a:extLst>
              <a:ext uri="{FF2B5EF4-FFF2-40B4-BE49-F238E27FC236}">
                <a16:creationId xmlns:a16="http://schemas.microsoft.com/office/drawing/2014/main" id="{DD13098C-484D-6ADA-82E0-08EB616E85C2}"/>
              </a:ext>
            </a:extLst>
          </p:cNvPr>
          <p:cNvSpPr/>
          <p:nvPr/>
        </p:nvSpPr>
        <p:spPr>
          <a:xfrm>
            <a:off x="9039492" y="2457564"/>
            <a:ext cx="1888152" cy="1888152"/>
          </a:xfrm>
          <a:prstGeom prst="ellipse">
            <a:avLst/>
          </a:prstGeom>
          <a:noFill/>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rgbClr val="1A1A24"/>
              </a:solidFill>
            </a:endParaRPr>
          </a:p>
        </p:txBody>
      </p:sp>
      <p:sp>
        <p:nvSpPr>
          <p:cNvPr id="30" name="Content Placeholder 2" descr="Progress Diagram.">
            <a:extLst>
              <a:ext uri="{FF2B5EF4-FFF2-40B4-BE49-F238E27FC236}">
                <a16:creationId xmlns:a16="http://schemas.microsoft.com/office/drawing/2014/main" id="{29B1E2B1-09E5-F1CC-78AF-8BB45773BF2E}"/>
              </a:ext>
            </a:extLst>
          </p:cNvPr>
          <p:cNvSpPr txBox="1">
            <a:spLocks/>
          </p:cNvSpPr>
          <p:nvPr/>
        </p:nvSpPr>
        <p:spPr>
          <a:xfrm>
            <a:off x="8586883" y="4858003"/>
            <a:ext cx="2871692" cy="757211"/>
          </a:xfrm>
          <a:prstGeom prst="rect">
            <a:avLst/>
          </a:prstGeom>
        </p:spPr>
        <p:txBody>
          <a:bodyPr vert="horz" lIns="0" tIns="0" rIns="0" bIns="0" rtlCol="0" anchor="t" anchorCtr="0">
            <a:noAutofit/>
          </a:bodyPr>
          <a:lstStyle>
            <a:lvl1pPr marL="356616"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2000" kern="1200">
                <a:solidFill>
                  <a:schemeClr val="bg1"/>
                </a:solidFill>
                <a:latin typeface="EYInterstate Light" panose="02000506000000020004" pitchFamily="2" charset="0"/>
                <a:ea typeface="+mn-ea"/>
                <a:cs typeface="+mn-cs"/>
              </a:defRPr>
            </a:lvl1pPr>
            <a:lvl2pPr marL="713232"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800" kern="1200">
                <a:solidFill>
                  <a:schemeClr val="bg1"/>
                </a:solidFill>
                <a:latin typeface="EYInterstate Light" panose="02000506000000020004" pitchFamily="2" charset="0"/>
                <a:ea typeface="+mn-ea"/>
                <a:cs typeface="+mn-cs"/>
              </a:defRPr>
            </a:lvl2pPr>
            <a:lvl3pPr marL="1069848"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600" kern="1200">
                <a:solidFill>
                  <a:schemeClr val="bg1"/>
                </a:solidFill>
                <a:latin typeface="EYInterstate Light" panose="02000506000000020004" pitchFamily="2" charset="0"/>
                <a:ea typeface="+mn-ea"/>
                <a:cs typeface="+mn-cs"/>
              </a:defRPr>
            </a:lvl3pPr>
            <a:lvl4pPr marL="1426464"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400" kern="1200">
                <a:solidFill>
                  <a:schemeClr val="bg1"/>
                </a:solidFill>
                <a:latin typeface="EYInterstate Light" panose="02000506000000020004" pitchFamily="2" charset="0"/>
                <a:ea typeface="+mn-ea"/>
                <a:cs typeface="+mn-cs"/>
              </a:defRPr>
            </a:lvl4pPr>
            <a:lvl5pPr marL="1783080"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t>Lorem Ipsum </a:t>
            </a:r>
            <a:r>
              <a:rPr lang="en-US" sz="1200" dirty="0"/>
              <a:t>is simply dummy text of the printing and typesetting industry. Lorem Ipsum has been the industry's standard dummy text ever since the 1500s.</a:t>
            </a:r>
          </a:p>
        </p:txBody>
      </p:sp>
      <p:graphicFrame>
        <p:nvGraphicFramePr>
          <p:cNvPr id="6" name="Chart 5" descr="Progress Diagram.">
            <a:extLst>
              <a:ext uri="{FF2B5EF4-FFF2-40B4-BE49-F238E27FC236}">
                <a16:creationId xmlns:a16="http://schemas.microsoft.com/office/drawing/2014/main" id="{CB22661D-D48A-EE14-BB45-12792BB03301}"/>
              </a:ext>
            </a:extLst>
          </p:cNvPr>
          <p:cNvGraphicFramePr/>
          <p:nvPr>
            <p:extLst>
              <p:ext uri="{D42A27DB-BD31-4B8C-83A1-F6EECF244321}">
                <p14:modId xmlns:p14="http://schemas.microsoft.com/office/powerpoint/2010/main" val="4093215140"/>
              </p:ext>
            </p:extLst>
          </p:nvPr>
        </p:nvGraphicFramePr>
        <p:xfrm>
          <a:off x="609917" y="2285637"/>
          <a:ext cx="3209729" cy="22320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descr="Progress Diagram.">
            <a:extLst>
              <a:ext uri="{FF2B5EF4-FFF2-40B4-BE49-F238E27FC236}">
                <a16:creationId xmlns:a16="http://schemas.microsoft.com/office/drawing/2014/main" id="{E3BD2E33-45DE-1EC4-4605-60288C80D872}"/>
              </a:ext>
            </a:extLst>
          </p:cNvPr>
          <p:cNvGraphicFramePr/>
          <p:nvPr>
            <p:extLst>
              <p:ext uri="{D42A27DB-BD31-4B8C-83A1-F6EECF244321}">
                <p14:modId xmlns:p14="http://schemas.microsoft.com/office/powerpoint/2010/main" val="371735404"/>
              </p:ext>
            </p:extLst>
          </p:nvPr>
        </p:nvGraphicFramePr>
        <p:xfrm>
          <a:off x="4494310" y="2285637"/>
          <a:ext cx="3209729" cy="223200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descr="Progress Diagram.">
            <a:extLst>
              <a:ext uri="{FF2B5EF4-FFF2-40B4-BE49-F238E27FC236}">
                <a16:creationId xmlns:a16="http://schemas.microsoft.com/office/drawing/2014/main" id="{3A38094D-D332-BF67-A0DF-C7BEA4B058B2}"/>
              </a:ext>
            </a:extLst>
          </p:cNvPr>
          <p:cNvGraphicFramePr/>
          <p:nvPr>
            <p:extLst>
              <p:ext uri="{D42A27DB-BD31-4B8C-83A1-F6EECF244321}">
                <p14:modId xmlns:p14="http://schemas.microsoft.com/office/powerpoint/2010/main" val="336867429"/>
              </p:ext>
            </p:extLst>
          </p:nvPr>
        </p:nvGraphicFramePr>
        <p:xfrm>
          <a:off x="8378704" y="2285637"/>
          <a:ext cx="3209729" cy="2232006"/>
        </p:xfrm>
        <a:graphic>
          <a:graphicData uri="http://schemas.openxmlformats.org/drawingml/2006/chart">
            <c:chart xmlns:c="http://schemas.openxmlformats.org/drawingml/2006/chart" xmlns:r="http://schemas.openxmlformats.org/officeDocument/2006/relationships" r:id="rId4"/>
          </a:graphicData>
        </a:graphic>
      </p:graphicFrame>
      <p:sp>
        <p:nvSpPr>
          <p:cNvPr id="9" name="Content Placeholder 2" descr="Progress Diagram.">
            <a:extLst>
              <a:ext uri="{FF2B5EF4-FFF2-40B4-BE49-F238E27FC236}">
                <a16:creationId xmlns:a16="http://schemas.microsoft.com/office/drawing/2014/main" id="{68F749B9-9904-C010-338F-360A777018D6}"/>
              </a:ext>
            </a:extLst>
          </p:cNvPr>
          <p:cNvSpPr txBox="1">
            <a:spLocks/>
          </p:cNvSpPr>
          <p:nvPr/>
        </p:nvSpPr>
        <p:spPr>
          <a:xfrm>
            <a:off x="1816001" y="3217011"/>
            <a:ext cx="797561" cy="369259"/>
          </a:xfrm>
          <a:prstGeom prst="rect">
            <a:avLst/>
          </a:prstGeom>
        </p:spPr>
        <p:txBody>
          <a:bodyPr vert="horz" lIns="0" tIns="0" rIns="0" bIns="0" rtlCol="0" anchor="ctr" anchorCtr="0">
            <a:noAutofit/>
          </a:bodyPr>
          <a:lstStyle>
            <a:lvl1pPr marL="356616"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2000" kern="1200">
                <a:solidFill>
                  <a:schemeClr val="bg1"/>
                </a:solidFill>
                <a:latin typeface="EYInterstate Light" panose="02000506000000020004" pitchFamily="2" charset="0"/>
                <a:ea typeface="+mn-ea"/>
                <a:cs typeface="+mn-cs"/>
              </a:defRPr>
            </a:lvl1pPr>
            <a:lvl2pPr marL="713232"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800" kern="1200">
                <a:solidFill>
                  <a:schemeClr val="bg1"/>
                </a:solidFill>
                <a:latin typeface="EYInterstate Light" panose="02000506000000020004" pitchFamily="2" charset="0"/>
                <a:ea typeface="+mn-ea"/>
                <a:cs typeface="+mn-cs"/>
              </a:defRPr>
            </a:lvl2pPr>
            <a:lvl3pPr marL="1069848"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600" kern="1200">
                <a:solidFill>
                  <a:schemeClr val="bg1"/>
                </a:solidFill>
                <a:latin typeface="EYInterstate Light" panose="02000506000000020004" pitchFamily="2" charset="0"/>
                <a:ea typeface="+mn-ea"/>
                <a:cs typeface="+mn-cs"/>
              </a:defRPr>
            </a:lvl3pPr>
            <a:lvl4pPr marL="1426464"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400" kern="1200">
                <a:solidFill>
                  <a:schemeClr val="bg1"/>
                </a:solidFill>
                <a:latin typeface="EYInterstate Light" panose="02000506000000020004" pitchFamily="2" charset="0"/>
                <a:ea typeface="+mn-ea"/>
                <a:cs typeface="+mn-cs"/>
              </a:defRPr>
            </a:lvl4pPr>
            <a:lvl5pPr marL="1783080"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3200" dirty="0"/>
              <a:t>89%</a:t>
            </a:r>
          </a:p>
        </p:txBody>
      </p:sp>
      <p:sp>
        <p:nvSpPr>
          <p:cNvPr id="10" name="Content Placeholder 2" descr="Progress Diagram.">
            <a:extLst>
              <a:ext uri="{FF2B5EF4-FFF2-40B4-BE49-F238E27FC236}">
                <a16:creationId xmlns:a16="http://schemas.microsoft.com/office/drawing/2014/main" id="{232ECD0A-BC99-86F4-3E6B-7021A8874396}"/>
              </a:ext>
            </a:extLst>
          </p:cNvPr>
          <p:cNvSpPr txBox="1">
            <a:spLocks/>
          </p:cNvSpPr>
          <p:nvPr/>
        </p:nvSpPr>
        <p:spPr>
          <a:xfrm>
            <a:off x="5700394" y="3217011"/>
            <a:ext cx="797561" cy="369259"/>
          </a:xfrm>
          <a:prstGeom prst="rect">
            <a:avLst/>
          </a:prstGeom>
        </p:spPr>
        <p:txBody>
          <a:bodyPr vert="horz" lIns="0" tIns="0" rIns="0" bIns="0" rtlCol="0" anchor="ctr" anchorCtr="0">
            <a:noAutofit/>
          </a:bodyPr>
          <a:lstStyle>
            <a:lvl1pPr marL="356616"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2000" kern="1200">
                <a:solidFill>
                  <a:schemeClr val="bg1"/>
                </a:solidFill>
                <a:latin typeface="EYInterstate Light" panose="02000506000000020004" pitchFamily="2" charset="0"/>
                <a:ea typeface="+mn-ea"/>
                <a:cs typeface="+mn-cs"/>
              </a:defRPr>
            </a:lvl1pPr>
            <a:lvl2pPr marL="713232"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800" kern="1200">
                <a:solidFill>
                  <a:schemeClr val="bg1"/>
                </a:solidFill>
                <a:latin typeface="EYInterstate Light" panose="02000506000000020004" pitchFamily="2" charset="0"/>
                <a:ea typeface="+mn-ea"/>
                <a:cs typeface="+mn-cs"/>
              </a:defRPr>
            </a:lvl2pPr>
            <a:lvl3pPr marL="1069848"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600" kern="1200">
                <a:solidFill>
                  <a:schemeClr val="bg1"/>
                </a:solidFill>
                <a:latin typeface="EYInterstate Light" panose="02000506000000020004" pitchFamily="2" charset="0"/>
                <a:ea typeface="+mn-ea"/>
                <a:cs typeface="+mn-cs"/>
              </a:defRPr>
            </a:lvl3pPr>
            <a:lvl4pPr marL="1426464"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400" kern="1200">
                <a:solidFill>
                  <a:schemeClr val="bg1"/>
                </a:solidFill>
                <a:latin typeface="EYInterstate Light" panose="02000506000000020004" pitchFamily="2" charset="0"/>
                <a:ea typeface="+mn-ea"/>
                <a:cs typeface="+mn-cs"/>
              </a:defRPr>
            </a:lvl4pPr>
            <a:lvl5pPr marL="1783080"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3200" dirty="0"/>
              <a:t>70%</a:t>
            </a:r>
          </a:p>
        </p:txBody>
      </p:sp>
      <p:sp>
        <p:nvSpPr>
          <p:cNvPr id="11" name="Content Placeholder 2" descr="Progress Diagram.">
            <a:extLst>
              <a:ext uri="{FF2B5EF4-FFF2-40B4-BE49-F238E27FC236}">
                <a16:creationId xmlns:a16="http://schemas.microsoft.com/office/drawing/2014/main" id="{859CD203-0BCA-22D1-8CD1-DAF6926B0DED}"/>
              </a:ext>
            </a:extLst>
          </p:cNvPr>
          <p:cNvSpPr txBox="1">
            <a:spLocks/>
          </p:cNvSpPr>
          <p:nvPr/>
        </p:nvSpPr>
        <p:spPr>
          <a:xfrm>
            <a:off x="9584788" y="3217011"/>
            <a:ext cx="797561" cy="369259"/>
          </a:xfrm>
          <a:prstGeom prst="rect">
            <a:avLst/>
          </a:prstGeom>
        </p:spPr>
        <p:txBody>
          <a:bodyPr vert="horz" lIns="0" tIns="0" rIns="0" bIns="0" rtlCol="0" anchor="ctr" anchorCtr="0">
            <a:noAutofit/>
          </a:bodyPr>
          <a:lstStyle>
            <a:lvl1pPr marL="356616"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2000" kern="1200">
                <a:solidFill>
                  <a:schemeClr val="bg1"/>
                </a:solidFill>
                <a:latin typeface="EYInterstate Light" panose="02000506000000020004" pitchFamily="2" charset="0"/>
                <a:ea typeface="+mn-ea"/>
                <a:cs typeface="+mn-cs"/>
              </a:defRPr>
            </a:lvl1pPr>
            <a:lvl2pPr marL="713232"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800" kern="1200">
                <a:solidFill>
                  <a:schemeClr val="bg1"/>
                </a:solidFill>
                <a:latin typeface="EYInterstate Light" panose="02000506000000020004" pitchFamily="2" charset="0"/>
                <a:ea typeface="+mn-ea"/>
                <a:cs typeface="+mn-cs"/>
              </a:defRPr>
            </a:lvl2pPr>
            <a:lvl3pPr marL="1069848"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600" kern="1200">
                <a:solidFill>
                  <a:schemeClr val="bg1"/>
                </a:solidFill>
                <a:latin typeface="EYInterstate Light" panose="02000506000000020004" pitchFamily="2" charset="0"/>
                <a:ea typeface="+mn-ea"/>
                <a:cs typeface="+mn-cs"/>
              </a:defRPr>
            </a:lvl3pPr>
            <a:lvl4pPr marL="1426464"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400" kern="1200">
                <a:solidFill>
                  <a:schemeClr val="bg1"/>
                </a:solidFill>
                <a:latin typeface="EYInterstate Light" panose="02000506000000020004" pitchFamily="2" charset="0"/>
                <a:ea typeface="+mn-ea"/>
                <a:cs typeface="+mn-cs"/>
              </a:defRPr>
            </a:lvl4pPr>
            <a:lvl5pPr marL="1783080" marR="0" indent="-356616" algn="l" defTabSz="914400" rtl="0" eaLnBrk="1" fontAlgn="auto" latinLnBrk="0" hangingPunct="1">
              <a:lnSpc>
                <a:spcPct val="100000"/>
              </a:lnSpc>
              <a:spcBef>
                <a:spcPct val="20000"/>
              </a:spcBef>
              <a:spcAft>
                <a:spcPts val="0"/>
              </a:spcAft>
              <a:buClr>
                <a:srgbClr val="FFE600"/>
              </a:buClr>
              <a:buSzPct val="70000"/>
              <a:buFont typeface="Arial" pitchFamily="34" charset="0"/>
              <a:buChar char="►"/>
              <a:tabLst/>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3200" dirty="0"/>
              <a:t>68%</a:t>
            </a:r>
          </a:p>
        </p:txBody>
      </p:sp>
    </p:spTree>
    <p:extLst>
      <p:ext uri="{BB962C8B-B14F-4D97-AF65-F5344CB8AC3E}">
        <p14:creationId xmlns:p14="http://schemas.microsoft.com/office/powerpoint/2010/main" val="40567942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576">
            <a:extLst>
              <a:ext uri="{FF2B5EF4-FFF2-40B4-BE49-F238E27FC236}">
                <a16:creationId xmlns:a16="http://schemas.microsoft.com/office/drawing/2014/main" id="{FBAE4BA5-1FB0-028F-3861-917381D0B8A4}"/>
              </a:ext>
              <a:ext uri="{C183D7F6-B498-43B3-948B-1728B52AA6E4}">
                <adec:decorative xmlns:adec="http://schemas.microsoft.com/office/drawing/2017/decorative" val="1"/>
              </a:ext>
            </a:extLst>
          </p:cNvPr>
          <p:cNvSpPr/>
          <p:nvPr/>
        </p:nvSpPr>
        <p:spPr>
          <a:xfrm>
            <a:off x="3805369" y="1533501"/>
            <a:ext cx="1410716" cy="336931"/>
          </a:xfrm>
          <a:custGeom>
            <a:avLst/>
            <a:gdLst/>
            <a:ahLst/>
            <a:cxnLst/>
            <a:rect l="0" t="0" r="0" b="0"/>
            <a:pathLst>
              <a:path w="1410716" h="336931">
                <a:moveTo>
                  <a:pt x="1410716" y="0"/>
                </a:moveTo>
                <a:lnTo>
                  <a:pt x="0" y="0"/>
                </a:lnTo>
                <a:lnTo>
                  <a:pt x="0" y="336931"/>
                </a:lnTo>
              </a:path>
            </a:pathLst>
          </a:custGeom>
          <a:noFill/>
          <a:ln w="9525" cap="flat" cmpd="sng" algn="ctr">
            <a:solidFill>
              <a:srgbClr val="C4C4CD"/>
            </a:solidFill>
            <a:prstDash val="solid"/>
            <a:miter lim="127000"/>
            <a:headEnd type="none"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2" name="Title 1">
            <a:extLst>
              <a:ext uri="{FF2B5EF4-FFF2-40B4-BE49-F238E27FC236}">
                <a16:creationId xmlns:a16="http://schemas.microsoft.com/office/drawing/2014/main" id="{065BF5B2-97C1-876F-5D78-46C3C4ED2AA6}"/>
              </a:ext>
            </a:extLst>
          </p:cNvPr>
          <p:cNvSpPr>
            <a:spLocks noGrp="1"/>
          </p:cNvSpPr>
          <p:nvPr>
            <p:ph type="title"/>
          </p:nvPr>
        </p:nvSpPr>
        <p:spPr/>
        <p:txBody>
          <a:bodyPr/>
          <a:lstStyle/>
          <a:p>
            <a:r>
              <a:rPr lang="en-US" dirty="0"/>
              <a:t>Spectrum gradients charts 2</a:t>
            </a:r>
          </a:p>
        </p:txBody>
      </p:sp>
      <p:sp>
        <p:nvSpPr>
          <p:cNvPr id="3" name="Date Placeholder 2">
            <a:extLst>
              <a:ext uri="{FF2B5EF4-FFF2-40B4-BE49-F238E27FC236}">
                <a16:creationId xmlns:a16="http://schemas.microsoft.com/office/drawing/2014/main" id="{F7EFD3B4-9218-D3DA-A62E-6A50A7EF0297}"/>
              </a:ext>
            </a:extLst>
          </p:cNvPr>
          <p:cNvSpPr>
            <a:spLocks noGrp="1"/>
          </p:cNvSpPr>
          <p:nvPr>
            <p:ph type="dt" sz="half" idx="10"/>
          </p:nvPr>
        </p:nvSpPr>
        <p:spPr/>
        <p:txBody>
          <a:bodyPr/>
          <a:lstStyle/>
          <a:p>
            <a:fld id="{84EA25DA-974E-4BE2-99AA-F736E5C9F8DA}" type="datetime3">
              <a:rPr lang="en-US" smtClean="0"/>
              <a:t>11 July 2026</a:t>
            </a:fld>
            <a:endParaRPr lang="en-US"/>
          </a:p>
        </p:txBody>
      </p:sp>
      <p:sp>
        <p:nvSpPr>
          <p:cNvPr id="4" name="Footer Placeholder 3">
            <a:extLst>
              <a:ext uri="{FF2B5EF4-FFF2-40B4-BE49-F238E27FC236}">
                <a16:creationId xmlns:a16="http://schemas.microsoft.com/office/drawing/2014/main" id="{8159A985-7BA7-A46A-3FBA-AA02950B10F7}"/>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E1D5CE29-A8AA-2EE7-34E2-6784A97325C8}"/>
              </a:ext>
            </a:extLst>
          </p:cNvPr>
          <p:cNvSpPr>
            <a:spLocks noGrp="1"/>
          </p:cNvSpPr>
          <p:nvPr>
            <p:ph type="sldNum" sz="quarter" idx="12"/>
          </p:nvPr>
        </p:nvSpPr>
        <p:spPr/>
        <p:txBody>
          <a:bodyPr/>
          <a:lstStyle/>
          <a:p>
            <a:fld id="{94FCA0F3-9F3A-694B-99BB-0E592A797735}" type="slidenum">
              <a:rPr lang="en-US" smtClean="0"/>
              <a:t>61</a:t>
            </a:fld>
            <a:endParaRPr lang="en-US"/>
          </a:p>
        </p:txBody>
      </p:sp>
      <p:sp>
        <p:nvSpPr>
          <p:cNvPr id="10" name="Freeform 569">
            <a:extLst>
              <a:ext uri="{FF2B5EF4-FFF2-40B4-BE49-F238E27FC236}">
                <a16:creationId xmlns:a16="http://schemas.microsoft.com/office/drawing/2014/main" id="{A72D55D7-4AAE-8B5A-ACE7-AAE26C7E19CA}"/>
              </a:ext>
              <a:ext uri="{C183D7F6-B498-43B3-948B-1728B52AA6E4}">
                <adec:decorative xmlns:adec="http://schemas.microsoft.com/office/drawing/2017/decorative" val="1"/>
              </a:ext>
            </a:extLst>
          </p:cNvPr>
          <p:cNvSpPr>
            <a:spLocks/>
          </p:cNvSpPr>
          <p:nvPr/>
        </p:nvSpPr>
        <p:spPr>
          <a:xfrm>
            <a:off x="3679981" y="3550439"/>
            <a:ext cx="1333627" cy="1333500"/>
          </a:xfrm>
          <a:custGeom>
            <a:avLst/>
            <a:gdLst/>
            <a:ahLst/>
            <a:cxnLst/>
            <a:rect l="0" t="0" r="0" b="0"/>
            <a:pathLst>
              <a:path w="1333627" h="1333500">
                <a:moveTo>
                  <a:pt x="1333627" y="666750"/>
                </a:moveTo>
                <a:cubicBezTo>
                  <a:pt x="1333627" y="298450"/>
                  <a:pt x="1035050" y="0"/>
                  <a:pt x="666877" y="0"/>
                </a:cubicBezTo>
                <a:cubicBezTo>
                  <a:pt x="298577" y="0"/>
                  <a:pt x="0" y="298450"/>
                  <a:pt x="0" y="666750"/>
                </a:cubicBezTo>
                <a:cubicBezTo>
                  <a:pt x="0" y="1035050"/>
                  <a:pt x="298577" y="1333500"/>
                  <a:pt x="666877" y="1333500"/>
                </a:cubicBezTo>
                <a:cubicBezTo>
                  <a:pt x="1035050" y="1333500"/>
                  <a:pt x="1333627" y="1035050"/>
                  <a:pt x="1333627" y="666750"/>
                </a:cubicBezTo>
              </a:path>
            </a:pathLst>
          </a:custGeom>
          <a:solidFill>
            <a:srgbClr val="C4C4CD"/>
          </a:solidFill>
          <a:ln w="2032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11" name="Freeform 570">
            <a:extLst>
              <a:ext uri="{FF2B5EF4-FFF2-40B4-BE49-F238E27FC236}">
                <a16:creationId xmlns:a16="http://schemas.microsoft.com/office/drawing/2014/main" id="{87339EC7-3B00-D0A7-7B2D-F7E54DC15458}"/>
              </a:ext>
              <a:ext uri="{C183D7F6-B498-43B3-948B-1728B52AA6E4}">
                <adec:decorative xmlns:adec="http://schemas.microsoft.com/office/drawing/2017/decorative" val="1"/>
              </a:ext>
            </a:extLst>
          </p:cNvPr>
          <p:cNvSpPr>
            <a:spLocks/>
          </p:cNvSpPr>
          <p:nvPr/>
        </p:nvSpPr>
        <p:spPr>
          <a:xfrm>
            <a:off x="1486055" y="1890041"/>
            <a:ext cx="1090422" cy="1090422"/>
          </a:xfrm>
          <a:custGeom>
            <a:avLst/>
            <a:gdLst/>
            <a:ahLst/>
            <a:cxnLst/>
            <a:rect l="0" t="0" r="0" b="0"/>
            <a:pathLst>
              <a:path w="1090422" h="1090422">
                <a:moveTo>
                  <a:pt x="1090422" y="545211"/>
                </a:moveTo>
                <a:cubicBezTo>
                  <a:pt x="1090422" y="244095"/>
                  <a:pt x="846329" y="0"/>
                  <a:pt x="545211" y="0"/>
                </a:cubicBezTo>
                <a:cubicBezTo>
                  <a:pt x="244095" y="0"/>
                  <a:pt x="0" y="244095"/>
                  <a:pt x="0" y="545211"/>
                </a:cubicBezTo>
                <a:cubicBezTo>
                  <a:pt x="0" y="846327"/>
                  <a:pt x="244095" y="1090422"/>
                  <a:pt x="545211" y="1090422"/>
                </a:cubicBezTo>
                <a:cubicBezTo>
                  <a:pt x="846329" y="1090422"/>
                  <a:pt x="1090422" y="846327"/>
                  <a:pt x="1090422" y="545211"/>
                </a:cubicBezTo>
              </a:path>
            </a:pathLst>
          </a:custGeom>
          <a:solidFill>
            <a:srgbClr val="747480"/>
          </a:solidFill>
          <a:ln w="2032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12" name="Freeform 571">
            <a:extLst>
              <a:ext uri="{FF2B5EF4-FFF2-40B4-BE49-F238E27FC236}">
                <a16:creationId xmlns:a16="http://schemas.microsoft.com/office/drawing/2014/main" id="{1B1D1953-AF3B-4FEA-EBCB-07B9945D22BB}"/>
              </a:ext>
              <a:ext uri="{C183D7F6-B498-43B3-948B-1728B52AA6E4}">
                <adec:decorative xmlns:adec="http://schemas.microsoft.com/office/drawing/2017/decorative" val="1"/>
              </a:ext>
            </a:extLst>
          </p:cNvPr>
          <p:cNvSpPr>
            <a:spLocks/>
          </p:cNvSpPr>
          <p:nvPr/>
        </p:nvSpPr>
        <p:spPr>
          <a:xfrm>
            <a:off x="2010146" y="3785452"/>
            <a:ext cx="1611249" cy="1611122"/>
          </a:xfrm>
          <a:custGeom>
            <a:avLst/>
            <a:gdLst/>
            <a:ahLst/>
            <a:cxnLst/>
            <a:rect l="0" t="0" r="0" b="0"/>
            <a:pathLst>
              <a:path w="1611249" h="1611122">
                <a:moveTo>
                  <a:pt x="1611249" y="805561"/>
                </a:moveTo>
                <a:cubicBezTo>
                  <a:pt x="1611249" y="360681"/>
                  <a:pt x="1250570" y="0"/>
                  <a:pt x="805688" y="0"/>
                </a:cubicBezTo>
                <a:cubicBezTo>
                  <a:pt x="360680" y="0"/>
                  <a:pt x="0" y="360681"/>
                  <a:pt x="0" y="805561"/>
                </a:cubicBezTo>
                <a:cubicBezTo>
                  <a:pt x="0" y="1250441"/>
                  <a:pt x="360680" y="1611122"/>
                  <a:pt x="805688" y="1611122"/>
                </a:cubicBezTo>
                <a:cubicBezTo>
                  <a:pt x="1250570" y="1611122"/>
                  <a:pt x="1611249" y="1250441"/>
                  <a:pt x="1611249" y="805561"/>
                </a:cubicBezTo>
              </a:path>
            </a:pathLst>
          </a:custGeom>
          <a:solidFill>
            <a:srgbClr val="2E2E38"/>
          </a:solidFill>
          <a:ln w="2032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13" name="Freeform 572">
            <a:extLst>
              <a:ext uri="{FF2B5EF4-FFF2-40B4-BE49-F238E27FC236}">
                <a16:creationId xmlns:a16="http://schemas.microsoft.com/office/drawing/2014/main" id="{49C8D443-624C-2922-E7A4-21117FF181CB}"/>
              </a:ext>
              <a:ext uri="{C183D7F6-B498-43B3-948B-1728B52AA6E4}">
                <adec:decorative xmlns:adec="http://schemas.microsoft.com/office/drawing/2017/decorative" val="1"/>
              </a:ext>
            </a:extLst>
          </p:cNvPr>
          <p:cNvSpPr>
            <a:spLocks/>
          </p:cNvSpPr>
          <p:nvPr/>
        </p:nvSpPr>
        <p:spPr>
          <a:xfrm>
            <a:off x="2338506" y="3050376"/>
            <a:ext cx="663955" cy="663954"/>
          </a:xfrm>
          <a:custGeom>
            <a:avLst/>
            <a:gdLst/>
            <a:ahLst/>
            <a:cxnLst/>
            <a:rect l="0" t="0" r="0" b="0"/>
            <a:pathLst>
              <a:path w="663955" h="663954">
                <a:moveTo>
                  <a:pt x="663955" y="331977"/>
                </a:moveTo>
                <a:cubicBezTo>
                  <a:pt x="663955" y="148590"/>
                  <a:pt x="515366" y="0"/>
                  <a:pt x="331978" y="0"/>
                </a:cubicBezTo>
                <a:cubicBezTo>
                  <a:pt x="148589" y="0"/>
                  <a:pt x="0" y="148590"/>
                  <a:pt x="0" y="331977"/>
                </a:cubicBezTo>
                <a:cubicBezTo>
                  <a:pt x="0" y="515364"/>
                  <a:pt x="148589" y="663954"/>
                  <a:pt x="331978" y="663954"/>
                </a:cubicBezTo>
                <a:cubicBezTo>
                  <a:pt x="515366" y="663954"/>
                  <a:pt x="663955" y="515364"/>
                  <a:pt x="663955" y="331977"/>
                </a:cubicBezTo>
              </a:path>
            </a:pathLst>
          </a:custGeom>
          <a:solidFill>
            <a:srgbClr val="2E2E38"/>
          </a:solidFill>
          <a:ln w="2032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14" name="Freeform 573">
            <a:extLst>
              <a:ext uri="{FF2B5EF4-FFF2-40B4-BE49-F238E27FC236}">
                <a16:creationId xmlns:a16="http://schemas.microsoft.com/office/drawing/2014/main" id="{61ED014E-4836-1F91-F3A0-DD43BBBD9642}"/>
              </a:ext>
              <a:ext uri="{C183D7F6-B498-43B3-948B-1728B52AA6E4}">
                <adec:decorative xmlns:adec="http://schemas.microsoft.com/office/drawing/2017/decorative" val="1"/>
              </a:ext>
            </a:extLst>
          </p:cNvPr>
          <p:cNvSpPr>
            <a:spLocks/>
          </p:cNvSpPr>
          <p:nvPr/>
        </p:nvSpPr>
        <p:spPr>
          <a:xfrm>
            <a:off x="1021946" y="2986305"/>
            <a:ext cx="1259458" cy="1259586"/>
          </a:xfrm>
          <a:custGeom>
            <a:avLst/>
            <a:gdLst/>
            <a:ahLst/>
            <a:cxnLst/>
            <a:rect l="0" t="0" r="0" b="0"/>
            <a:pathLst>
              <a:path w="1259458" h="1259586">
                <a:moveTo>
                  <a:pt x="1259458" y="629793"/>
                </a:moveTo>
                <a:cubicBezTo>
                  <a:pt x="1259458" y="281941"/>
                  <a:pt x="977518" y="0"/>
                  <a:pt x="629665" y="0"/>
                </a:cubicBezTo>
                <a:cubicBezTo>
                  <a:pt x="281939" y="0"/>
                  <a:pt x="0" y="281941"/>
                  <a:pt x="0" y="629793"/>
                </a:cubicBezTo>
                <a:cubicBezTo>
                  <a:pt x="0" y="977645"/>
                  <a:pt x="281939" y="1259586"/>
                  <a:pt x="629665" y="1259586"/>
                </a:cubicBezTo>
                <a:cubicBezTo>
                  <a:pt x="977518" y="1259586"/>
                  <a:pt x="1259458" y="977645"/>
                  <a:pt x="1259458" y="629793"/>
                </a:cubicBezTo>
              </a:path>
            </a:pathLst>
          </a:custGeom>
          <a:solidFill>
            <a:srgbClr val="C4C4CD"/>
          </a:solidFill>
          <a:ln w="2032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15" name="Freeform 574">
            <a:extLst>
              <a:ext uri="{FF2B5EF4-FFF2-40B4-BE49-F238E27FC236}">
                <a16:creationId xmlns:a16="http://schemas.microsoft.com/office/drawing/2014/main" id="{5345AE04-8FAA-142C-C8B2-AA8F26404D7D}"/>
              </a:ext>
              <a:ext uri="{C183D7F6-B498-43B3-948B-1728B52AA6E4}">
                <adec:decorative xmlns:adec="http://schemas.microsoft.com/office/drawing/2017/decorative" val="1"/>
              </a:ext>
            </a:extLst>
          </p:cNvPr>
          <p:cNvSpPr/>
          <p:nvPr/>
        </p:nvSpPr>
        <p:spPr>
          <a:xfrm>
            <a:off x="812929" y="1533501"/>
            <a:ext cx="1856232" cy="1634363"/>
          </a:xfrm>
          <a:custGeom>
            <a:avLst/>
            <a:gdLst/>
            <a:ahLst/>
            <a:cxnLst/>
            <a:rect l="0" t="0" r="0" b="0"/>
            <a:pathLst>
              <a:path w="1856232" h="1634363">
                <a:moveTo>
                  <a:pt x="0" y="0"/>
                </a:moveTo>
                <a:lnTo>
                  <a:pt x="1856232" y="0"/>
                </a:lnTo>
                <a:lnTo>
                  <a:pt x="1856232" y="1634363"/>
                </a:lnTo>
              </a:path>
            </a:pathLst>
          </a:custGeom>
          <a:noFill/>
          <a:ln w="9525" cap="flat" cmpd="sng" algn="ctr">
            <a:solidFill>
              <a:srgbClr val="C4C4CD"/>
            </a:solidFill>
            <a:prstDash val="solid"/>
            <a:miter lim="127000"/>
            <a:headEnd type="none"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21" name="Freeform 578">
            <a:extLst>
              <a:ext uri="{FF2B5EF4-FFF2-40B4-BE49-F238E27FC236}">
                <a16:creationId xmlns:a16="http://schemas.microsoft.com/office/drawing/2014/main" id="{288E5B2B-CC3F-6A26-697A-0B7D7F919C11}"/>
              </a:ext>
              <a:ext uri="{C183D7F6-B498-43B3-948B-1728B52AA6E4}">
                <adec:decorative xmlns:adec="http://schemas.microsoft.com/office/drawing/2017/decorative" val="1"/>
              </a:ext>
            </a:extLst>
          </p:cNvPr>
          <p:cNvSpPr/>
          <p:nvPr/>
        </p:nvSpPr>
        <p:spPr>
          <a:xfrm>
            <a:off x="4344484" y="4610368"/>
            <a:ext cx="871600" cy="524129"/>
          </a:xfrm>
          <a:custGeom>
            <a:avLst/>
            <a:gdLst/>
            <a:ahLst/>
            <a:cxnLst/>
            <a:rect l="0" t="0" r="0" b="0"/>
            <a:pathLst>
              <a:path w="871600" h="524129">
                <a:moveTo>
                  <a:pt x="871600" y="524129"/>
                </a:moveTo>
                <a:lnTo>
                  <a:pt x="0" y="524129"/>
                </a:lnTo>
                <a:lnTo>
                  <a:pt x="0" y="0"/>
                </a:lnTo>
              </a:path>
            </a:pathLst>
          </a:custGeom>
          <a:noFill/>
          <a:ln w="9525" cap="flat" cmpd="sng" algn="ctr">
            <a:solidFill>
              <a:srgbClr val="747480"/>
            </a:solidFill>
            <a:prstDash val="solid"/>
            <a:miter lim="127000"/>
            <a:headEnd type="none"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29" name="Freeform 580">
            <a:extLst>
              <a:ext uri="{FF2B5EF4-FFF2-40B4-BE49-F238E27FC236}">
                <a16:creationId xmlns:a16="http://schemas.microsoft.com/office/drawing/2014/main" id="{65C9137D-E4C7-3D0F-D686-E688EC4279B4}"/>
              </a:ext>
              <a:ext uri="{C183D7F6-B498-43B3-948B-1728B52AA6E4}">
                <adec:decorative xmlns:adec="http://schemas.microsoft.com/office/drawing/2017/decorative" val="1"/>
              </a:ext>
            </a:extLst>
          </p:cNvPr>
          <p:cNvSpPr/>
          <p:nvPr/>
        </p:nvSpPr>
        <p:spPr>
          <a:xfrm>
            <a:off x="796725" y="2177296"/>
            <a:ext cx="883158" cy="0"/>
          </a:xfrm>
          <a:custGeom>
            <a:avLst/>
            <a:gdLst/>
            <a:ahLst/>
            <a:cxnLst/>
            <a:rect l="0" t="0" r="0" b="0"/>
            <a:pathLst>
              <a:path w="883158">
                <a:moveTo>
                  <a:pt x="0" y="0"/>
                </a:moveTo>
                <a:lnTo>
                  <a:pt x="883158" y="0"/>
                </a:lnTo>
              </a:path>
            </a:pathLst>
          </a:custGeom>
          <a:noFill/>
          <a:ln w="9525" cap="flat" cmpd="sng" algn="ctr">
            <a:solidFill>
              <a:srgbClr val="C4C4CD"/>
            </a:solidFill>
            <a:prstDash val="solid"/>
            <a:miter lim="127000"/>
            <a:headEnd type="none"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33" name="Freeform 582">
            <a:extLst>
              <a:ext uri="{FF2B5EF4-FFF2-40B4-BE49-F238E27FC236}">
                <a16:creationId xmlns:a16="http://schemas.microsoft.com/office/drawing/2014/main" id="{8E06DEAC-7E86-60F6-8FA5-FC539E98571A}"/>
              </a:ext>
              <a:ext uri="{C183D7F6-B498-43B3-948B-1728B52AA6E4}">
                <adec:decorative xmlns:adec="http://schemas.microsoft.com/office/drawing/2017/decorative" val="1"/>
              </a:ext>
            </a:extLst>
          </p:cNvPr>
          <p:cNvSpPr/>
          <p:nvPr/>
        </p:nvSpPr>
        <p:spPr>
          <a:xfrm>
            <a:off x="819408" y="5134497"/>
            <a:ext cx="1810385" cy="0"/>
          </a:xfrm>
          <a:custGeom>
            <a:avLst/>
            <a:gdLst/>
            <a:ahLst/>
            <a:cxnLst/>
            <a:rect l="0" t="0" r="0" b="0"/>
            <a:pathLst>
              <a:path w="1810385">
                <a:moveTo>
                  <a:pt x="0" y="0"/>
                </a:moveTo>
                <a:lnTo>
                  <a:pt x="1810385" y="0"/>
                </a:lnTo>
              </a:path>
            </a:pathLst>
          </a:custGeom>
          <a:noFill/>
          <a:ln w="9525" cap="flat" cmpd="sng" algn="ctr">
            <a:solidFill>
              <a:srgbClr val="C4C4CD"/>
            </a:solidFill>
            <a:prstDash val="solid"/>
            <a:miter lim="127000"/>
            <a:headEnd type="none"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35" name="Freeform 584">
            <a:extLst>
              <a:ext uri="{FF2B5EF4-FFF2-40B4-BE49-F238E27FC236}">
                <a16:creationId xmlns:a16="http://schemas.microsoft.com/office/drawing/2014/main" id="{BE33C89F-A129-9554-610E-3D2417C338BB}"/>
              </a:ext>
              <a:ext uri="{C183D7F6-B498-43B3-948B-1728B52AA6E4}">
                <adec:decorative xmlns:adec="http://schemas.microsoft.com/office/drawing/2017/decorative" val="1"/>
              </a:ext>
            </a:extLst>
          </p:cNvPr>
          <p:cNvSpPr/>
          <p:nvPr/>
        </p:nvSpPr>
        <p:spPr>
          <a:xfrm>
            <a:off x="812929" y="3999269"/>
            <a:ext cx="837691" cy="478662"/>
          </a:xfrm>
          <a:custGeom>
            <a:avLst/>
            <a:gdLst/>
            <a:ahLst/>
            <a:cxnLst/>
            <a:rect l="0" t="0" r="0" b="0"/>
            <a:pathLst>
              <a:path w="837691" h="478662">
                <a:moveTo>
                  <a:pt x="0" y="478662"/>
                </a:moveTo>
                <a:lnTo>
                  <a:pt x="837691" y="478662"/>
                </a:lnTo>
                <a:lnTo>
                  <a:pt x="837691" y="0"/>
                </a:lnTo>
              </a:path>
            </a:pathLst>
          </a:custGeom>
          <a:noFill/>
          <a:ln w="9525" cap="flat" cmpd="sng" algn="ctr">
            <a:solidFill>
              <a:srgbClr val="747480"/>
            </a:solidFill>
            <a:prstDash val="solid"/>
            <a:miter lim="127000"/>
            <a:headEnd type="none"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39" name="Rectangle 635">
            <a:extLst>
              <a:ext uri="{FF2B5EF4-FFF2-40B4-BE49-F238E27FC236}">
                <a16:creationId xmlns:a16="http://schemas.microsoft.com/office/drawing/2014/main" id="{BB58E4A0-EED4-4FCC-9FD9-87DA4C099262}"/>
              </a:ext>
            </a:extLst>
          </p:cNvPr>
          <p:cNvSpPr/>
          <p:nvPr/>
        </p:nvSpPr>
        <p:spPr>
          <a:xfrm>
            <a:off x="807583" y="2208498"/>
            <a:ext cx="426399" cy="275460"/>
          </a:xfrm>
          <a:prstGeom prst="rect">
            <a:avLst/>
          </a:prstGeom>
        </p:spPr>
        <p:txBody>
          <a:bodyPr wrap="none" lIns="0" tIns="0" rIns="0" bIns="0">
            <a:spAutoFit/>
          </a:bodyPr>
          <a:lstStyle/>
          <a:p>
            <a:pPr marL="0"/>
            <a:r>
              <a:rPr lang="en-US" sz="895" b="0" i="0" spc="0" baseline="0" dirty="0">
                <a:solidFill>
                  <a:schemeClr val="bg1"/>
                </a:solidFill>
              </a:rPr>
              <a:t>Climate </a:t>
            </a:r>
          </a:p>
          <a:p>
            <a:pPr marL="0"/>
            <a:r>
              <a:rPr lang="en-US" sz="895" b="0" i="0" spc="0" baseline="0" dirty="0">
                <a:solidFill>
                  <a:schemeClr val="bg1"/>
                </a:solidFill>
              </a:rPr>
              <a:t>change</a:t>
            </a:r>
          </a:p>
        </p:txBody>
      </p:sp>
      <p:sp>
        <p:nvSpPr>
          <p:cNvPr id="40" name="Rectangle 636">
            <a:extLst>
              <a:ext uri="{FF2B5EF4-FFF2-40B4-BE49-F238E27FC236}">
                <a16:creationId xmlns:a16="http://schemas.microsoft.com/office/drawing/2014/main" id="{2C1D1FE5-3E81-771F-3610-BDFF22F11941}"/>
              </a:ext>
            </a:extLst>
          </p:cNvPr>
          <p:cNvSpPr/>
          <p:nvPr/>
        </p:nvSpPr>
        <p:spPr>
          <a:xfrm>
            <a:off x="814067" y="5169117"/>
            <a:ext cx="666849" cy="275460"/>
          </a:xfrm>
          <a:prstGeom prst="rect">
            <a:avLst/>
          </a:prstGeom>
        </p:spPr>
        <p:txBody>
          <a:bodyPr wrap="none" lIns="0" tIns="0" rIns="0" bIns="0">
            <a:spAutoFit/>
          </a:bodyPr>
          <a:lstStyle/>
          <a:p>
            <a:pPr marL="0"/>
            <a:r>
              <a:rPr lang="en-US" sz="895" b="0" i="0" spc="0" baseline="0" dirty="0">
                <a:solidFill>
                  <a:schemeClr val="bg1"/>
                </a:solidFill>
              </a:rPr>
              <a:t>Industry</a:t>
            </a:r>
          </a:p>
          <a:p>
            <a:pPr marL="0"/>
            <a:r>
              <a:rPr lang="en-US" sz="895" b="0" i="0" spc="0" baseline="0" dirty="0">
                <a:solidFill>
                  <a:schemeClr val="bg1"/>
                </a:solidFill>
              </a:rPr>
              <a:t>convergence</a:t>
            </a:r>
          </a:p>
        </p:txBody>
      </p:sp>
      <p:sp>
        <p:nvSpPr>
          <p:cNvPr id="41" name="Rectangle 637">
            <a:extLst>
              <a:ext uri="{FF2B5EF4-FFF2-40B4-BE49-F238E27FC236}">
                <a16:creationId xmlns:a16="http://schemas.microsoft.com/office/drawing/2014/main" id="{115D037D-8C1C-30D5-7416-D718B61C7DD8}"/>
              </a:ext>
            </a:extLst>
          </p:cNvPr>
          <p:cNvSpPr/>
          <p:nvPr/>
        </p:nvSpPr>
        <p:spPr>
          <a:xfrm>
            <a:off x="3898829" y="5182495"/>
            <a:ext cx="1336904" cy="275460"/>
          </a:xfrm>
          <a:prstGeom prst="rect">
            <a:avLst/>
          </a:prstGeom>
        </p:spPr>
        <p:txBody>
          <a:bodyPr wrap="none" lIns="0" tIns="0" rIns="0" bIns="0">
            <a:spAutoFit/>
          </a:bodyPr>
          <a:lstStyle/>
          <a:p>
            <a:pPr marL="0"/>
            <a:r>
              <a:rPr lang="en-US" sz="895" b="0" i="0" spc="0" baseline="0" dirty="0">
                <a:solidFill>
                  <a:schemeClr val="bg1"/>
                </a:solidFill>
              </a:rPr>
              <a:t>Shifts in working patterns</a:t>
            </a:r>
          </a:p>
          <a:p>
            <a:pPr marL="87703"/>
            <a:r>
              <a:rPr lang="en-US" sz="895" b="0" i="0" spc="0" baseline="0" dirty="0">
                <a:solidFill>
                  <a:schemeClr val="bg1"/>
                </a:solidFill>
              </a:rPr>
              <a:t>(including gig economy)</a:t>
            </a:r>
          </a:p>
        </p:txBody>
      </p:sp>
      <p:sp>
        <p:nvSpPr>
          <p:cNvPr id="42" name="Rectangle 638">
            <a:extLst>
              <a:ext uri="{FF2B5EF4-FFF2-40B4-BE49-F238E27FC236}">
                <a16:creationId xmlns:a16="http://schemas.microsoft.com/office/drawing/2014/main" id="{2425E88A-421A-A1F5-5FC9-704A9A84AADE}"/>
              </a:ext>
            </a:extLst>
          </p:cNvPr>
          <p:cNvSpPr/>
          <p:nvPr/>
        </p:nvSpPr>
        <p:spPr>
          <a:xfrm>
            <a:off x="4531871" y="1567684"/>
            <a:ext cx="689291" cy="275460"/>
          </a:xfrm>
          <a:prstGeom prst="rect">
            <a:avLst/>
          </a:prstGeom>
        </p:spPr>
        <p:txBody>
          <a:bodyPr wrap="none" lIns="0" tIns="0" rIns="0" bIns="0">
            <a:spAutoFit/>
          </a:bodyPr>
          <a:lstStyle/>
          <a:p>
            <a:pPr marL="0"/>
            <a:r>
              <a:rPr lang="en-US" sz="895" b="0" i="0" spc="0" baseline="0" dirty="0">
                <a:solidFill>
                  <a:schemeClr val="bg1"/>
                </a:solidFill>
              </a:rPr>
              <a:t>Demographic</a:t>
            </a:r>
          </a:p>
          <a:p>
            <a:pPr marL="385056"/>
            <a:r>
              <a:rPr lang="en-US" sz="895" b="0" i="0" spc="0" baseline="0" dirty="0">
                <a:solidFill>
                  <a:schemeClr val="bg1"/>
                </a:solidFill>
              </a:rPr>
              <a:t>shifts</a:t>
            </a:r>
          </a:p>
        </p:txBody>
      </p:sp>
      <p:sp>
        <p:nvSpPr>
          <p:cNvPr id="43" name="Rectangle 639">
            <a:extLst>
              <a:ext uri="{FF2B5EF4-FFF2-40B4-BE49-F238E27FC236}">
                <a16:creationId xmlns:a16="http://schemas.microsoft.com/office/drawing/2014/main" id="{8D383009-43FE-23BA-60DB-E0756C5550EF}"/>
              </a:ext>
            </a:extLst>
          </p:cNvPr>
          <p:cNvSpPr/>
          <p:nvPr/>
        </p:nvSpPr>
        <p:spPr>
          <a:xfrm>
            <a:off x="807583" y="4508109"/>
            <a:ext cx="591509" cy="137730"/>
          </a:xfrm>
          <a:prstGeom prst="rect">
            <a:avLst/>
          </a:prstGeom>
        </p:spPr>
        <p:txBody>
          <a:bodyPr wrap="none" lIns="0" tIns="0" rIns="0" bIns="0">
            <a:spAutoFit/>
          </a:bodyPr>
          <a:lstStyle/>
          <a:p>
            <a:pPr marL="0"/>
            <a:r>
              <a:rPr lang="en-US" sz="895" b="0" i="0" spc="0" baseline="0" dirty="0">
                <a:solidFill>
                  <a:schemeClr val="bg1"/>
                </a:solidFill>
              </a:rPr>
              <a:t>Digitization</a:t>
            </a:r>
          </a:p>
        </p:txBody>
      </p:sp>
      <p:sp>
        <p:nvSpPr>
          <p:cNvPr id="57" name="Rectangle 650">
            <a:extLst>
              <a:ext uri="{FF2B5EF4-FFF2-40B4-BE49-F238E27FC236}">
                <a16:creationId xmlns:a16="http://schemas.microsoft.com/office/drawing/2014/main" id="{CF9EB20D-E3AE-4BCA-965C-86E717AC3822}"/>
              </a:ext>
            </a:extLst>
          </p:cNvPr>
          <p:cNvSpPr>
            <a:spLocks/>
          </p:cNvSpPr>
          <p:nvPr/>
        </p:nvSpPr>
        <p:spPr>
          <a:xfrm>
            <a:off x="2519801" y="3197687"/>
            <a:ext cx="301365" cy="369332"/>
          </a:xfrm>
          <a:prstGeom prst="rect">
            <a:avLst/>
          </a:prstGeom>
        </p:spPr>
        <p:txBody>
          <a:bodyPr wrap="none" lIns="0" tIns="0" rIns="0" bIns="0">
            <a:spAutoFit/>
          </a:bodyPr>
          <a:lstStyle/>
          <a:p>
            <a:pPr marL="0"/>
            <a:r>
              <a:rPr lang="en-US" sz="2400" dirty="0"/>
              <a:t>4</a:t>
            </a:r>
            <a:r>
              <a:rPr lang="en-US" sz="1400" dirty="0"/>
              <a:t>%</a:t>
            </a:r>
          </a:p>
        </p:txBody>
      </p:sp>
      <p:sp>
        <p:nvSpPr>
          <p:cNvPr id="111" name="Rectangle 642">
            <a:extLst>
              <a:ext uri="{FF2B5EF4-FFF2-40B4-BE49-F238E27FC236}">
                <a16:creationId xmlns:a16="http://schemas.microsoft.com/office/drawing/2014/main" id="{4A10F381-A8B1-7A45-4220-6F8233F707D5}"/>
              </a:ext>
            </a:extLst>
          </p:cNvPr>
          <p:cNvSpPr>
            <a:spLocks/>
          </p:cNvSpPr>
          <p:nvPr/>
        </p:nvSpPr>
        <p:spPr>
          <a:xfrm>
            <a:off x="1757970" y="2250586"/>
            <a:ext cx="546592" cy="369332"/>
          </a:xfrm>
          <a:prstGeom prst="rect">
            <a:avLst/>
          </a:prstGeom>
        </p:spPr>
        <p:txBody>
          <a:bodyPr wrap="square" lIns="0" tIns="0" rIns="0" bIns="0">
            <a:spAutoFit/>
          </a:bodyPr>
          <a:lstStyle/>
          <a:p>
            <a:pPr marL="0" algn="ctr"/>
            <a:r>
              <a:rPr lang="en-US" sz="2400" spc="0" dirty="0"/>
              <a:t>10</a:t>
            </a:r>
            <a:r>
              <a:rPr lang="en-US" sz="1400" spc="0" dirty="0"/>
              <a:t>%</a:t>
            </a:r>
          </a:p>
        </p:txBody>
      </p:sp>
      <p:sp>
        <p:nvSpPr>
          <p:cNvPr id="112" name="Rectangle 642">
            <a:extLst>
              <a:ext uri="{FF2B5EF4-FFF2-40B4-BE49-F238E27FC236}">
                <a16:creationId xmlns:a16="http://schemas.microsoft.com/office/drawing/2014/main" id="{C9E1EEC2-D213-E46B-5B5D-7E8B3F33F525}"/>
              </a:ext>
            </a:extLst>
          </p:cNvPr>
          <p:cNvSpPr>
            <a:spLocks/>
          </p:cNvSpPr>
          <p:nvPr/>
        </p:nvSpPr>
        <p:spPr>
          <a:xfrm>
            <a:off x="1378379" y="3431432"/>
            <a:ext cx="546592" cy="369332"/>
          </a:xfrm>
          <a:prstGeom prst="rect">
            <a:avLst/>
          </a:prstGeom>
        </p:spPr>
        <p:txBody>
          <a:bodyPr wrap="square" lIns="0" tIns="0" rIns="0" bIns="0">
            <a:spAutoFit/>
          </a:bodyPr>
          <a:lstStyle/>
          <a:p>
            <a:pPr marL="0" algn="ctr"/>
            <a:r>
              <a:rPr lang="en-US" sz="2400" spc="0" dirty="0">
                <a:solidFill>
                  <a:schemeClr val="bg1"/>
                </a:solidFill>
              </a:rPr>
              <a:t>14</a:t>
            </a:r>
            <a:r>
              <a:rPr lang="en-US" sz="1400" spc="0" dirty="0">
                <a:solidFill>
                  <a:schemeClr val="bg1"/>
                </a:solidFill>
              </a:rPr>
              <a:t>%</a:t>
            </a:r>
          </a:p>
        </p:txBody>
      </p:sp>
      <p:sp>
        <p:nvSpPr>
          <p:cNvPr id="114" name="Rectangle 642">
            <a:extLst>
              <a:ext uri="{FF2B5EF4-FFF2-40B4-BE49-F238E27FC236}">
                <a16:creationId xmlns:a16="http://schemas.microsoft.com/office/drawing/2014/main" id="{0118ED3A-7E0F-2B61-8590-08E6A1086C70}"/>
              </a:ext>
            </a:extLst>
          </p:cNvPr>
          <p:cNvSpPr>
            <a:spLocks/>
          </p:cNvSpPr>
          <p:nvPr/>
        </p:nvSpPr>
        <p:spPr>
          <a:xfrm>
            <a:off x="2542475" y="4406347"/>
            <a:ext cx="546592" cy="369332"/>
          </a:xfrm>
          <a:prstGeom prst="rect">
            <a:avLst/>
          </a:prstGeom>
        </p:spPr>
        <p:txBody>
          <a:bodyPr wrap="square" lIns="0" tIns="0" rIns="0" bIns="0">
            <a:spAutoFit/>
          </a:bodyPr>
          <a:lstStyle/>
          <a:p>
            <a:pPr marL="0" algn="ctr"/>
            <a:r>
              <a:rPr lang="en-US" sz="2400" dirty="0"/>
              <a:t>23</a:t>
            </a:r>
            <a:r>
              <a:rPr lang="en-US" sz="1400" spc="0" dirty="0"/>
              <a:t>%</a:t>
            </a:r>
          </a:p>
        </p:txBody>
      </p:sp>
      <p:sp>
        <p:nvSpPr>
          <p:cNvPr id="115" name="Rectangle 642">
            <a:extLst>
              <a:ext uri="{FF2B5EF4-FFF2-40B4-BE49-F238E27FC236}">
                <a16:creationId xmlns:a16="http://schemas.microsoft.com/office/drawing/2014/main" id="{74796323-7B12-39B6-607F-84FD774BE579}"/>
              </a:ext>
            </a:extLst>
          </p:cNvPr>
          <p:cNvSpPr>
            <a:spLocks/>
          </p:cNvSpPr>
          <p:nvPr/>
        </p:nvSpPr>
        <p:spPr>
          <a:xfrm>
            <a:off x="4073498" y="4032523"/>
            <a:ext cx="546592" cy="369332"/>
          </a:xfrm>
          <a:prstGeom prst="rect">
            <a:avLst/>
          </a:prstGeom>
        </p:spPr>
        <p:txBody>
          <a:bodyPr wrap="square" lIns="0" tIns="0" rIns="0" bIns="0">
            <a:spAutoFit/>
          </a:bodyPr>
          <a:lstStyle/>
          <a:p>
            <a:pPr marL="0" algn="ctr"/>
            <a:r>
              <a:rPr lang="en-US" sz="2400" spc="0" dirty="0">
                <a:solidFill>
                  <a:schemeClr val="bg1"/>
                </a:solidFill>
              </a:rPr>
              <a:t>16</a:t>
            </a:r>
            <a:r>
              <a:rPr lang="en-US" sz="1400" spc="0" dirty="0">
                <a:solidFill>
                  <a:schemeClr val="bg1"/>
                </a:solidFill>
              </a:rPr>
              <a:t>%</a:t>
            </a:r>
          </a:p>
        </p:txBody>
      </p:sp>
      <p:sp>
        <p:nvSpPr>
          <p:cNvPr id="118" name="Oval 117">
            <a:extLst>
              <a:ext uri="{FF2B5EF4-FFF2-40B4-BE49-F238E27FC236}">
                <a16:creationId xmlns:a16="http://schemas.microsoft.com/office/drawing/2014/main" id="{4500A4C9-CEC1-BF7F-0B70-333EC438E331}"/>
              </a:ext>
              <a:ext uri="{C183D7F6-B498-43B3-948B-1728B52AA6E4}">
                <adec:decorative xmlns:adec="http://schemas.microsoft.com/office/drawing/2017/decorative" val="1"/>
              </a:ext>
            </a:extLst>
          </p:cNvPr>
          <p:cNvSpPr>
            <a:spLocks/>
          </p:cNvSpPr>
          <p:nvPr/>
        </p:nvSpPr>
        <p:spPr>
          <a:xfrm>
            <a:off x="2840144" y="1623747"/>
            <a:ext cx="1953049" cy="1953049"/>
          </a:xfrm>
          <a:prstGeom prst="ellipse">
            <a:avLst/>
          </a:prstGeom>
          <a:noFill/>
          <a:ln w="19050">
            <a:gradFill flip="none" rotWithShape="1">
              <a:gsLst>
                <a:gs pos="43000">
                  <a:schemeClr val="tx2"/>
                </a:gs>
                <a:gs pos="67000">
                  <a:srgbClr val="2CD04A"/>
                </a:gs>
                <a:gs pos="90000">
                  <a:srgbClr val="009AFE"/>
                </a:gs>
              </a:gsLst>
              <a:lin ang="17400000" scaled="0"/>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2000" indent="-252000" algn="l">
              <a:lnSpc>
                <a:spcPct val="90000"/>
              </a:lnSpc>
              <a:spcBef>
                <a:spcPts val="400"/>
              </a:spcBef>
              <a:spcAft>
                <a:spcPts val="400"/>
              </a:spcAft>
              <a:buClr>
                <a:schemeClr val="tx2"/>
              </a:buClr>
              <a:buFont typeface="Wingdings" pitchFamily="2" charset="2"/>
              <a:buChar char="§"/>
            </a:pPr>
            <a:endParaRPr lang="en-US" sz="2000" dirty="0">
              <a:solidFill>
                <a:schemeClr val="bg1"/>
              </a:solidFill>
            </a:endParaRPr>
          </a:p>
        </p:txBody>
      </p:sp>
      <p:sp>
        <p:nvSpPr>
          <p:cNvPr id="119" name="Rectangle 642">
            <a:extLst>
              <a:ext uri="{FF2B5EF4-FFF2-40B4-BE49-F238E27FC236}">
                <a16:creationId xmlns:a16="http://schemas.microsoft.com/office/drawing/2014/main" id="{90379596-C613-4212-4B21-4D4B9E97FC5C}"/>
              </a:ext>
            </a:extLst>
          </p:cNvPr>
          <p:cNvSpPr>
            <a:spLocks/>
          </p:cNvSpPr>
          <p:nvPr/>
        </p:nvSpPr>
        <p:spPr>
          <a:xfrm>
            <a:off x="3543373" y="2415605"/>
            <a:ext cx="546592" cy="369332"/>
          </a:xfrm>
          <a:prstGeom prst="rect">
            <a:avLst/>
          </a:prstGeom>
        </p:spPr>
        <p:txBody>
          <a:bodyPr wrap="square" lIns="0" tIns="0" rIns="0" bIns="0">
            <a:spAutoFit/>
          </a:bodyPr>
          <a:lstStyle/>
          <a:p>
            <a:pPr marL="0" algn="ctr"/>
            <a:r>
              <a:rPr lang="en-US" sz="2400" dirty="0">
                <a:solidFill>
                  <a:schemeClr val="bg1"/>
                </a:solidFill>
              </a:rPr>
              <a:t>33</a:t>
            </a:r>
            <a:r>
              <a:rPr lang="en-US" sz="1400" spc="0" dirty="0">
                <a:solidFill>
                  <a:schemeClr val="bg1"/>
                </a:solidFill>
              </a:rPr>
              <a:t>%</a:t>
            </a:r>
          </a:p>
        </p:txBody>
      </p:sp>
      <p:sp>
        <p:nvSpPr>
          <p:cNvPr id="120" name="Rectangle 633">
            <a:extLst>
              <a:ext uri="{FF2B5EF4-FFF2-40B4-BE49-F238E27FC236}">
                <a16:creationId xmlns:a16="http://schemas.microsoft.com/office/drawing/2014/main" id="{643635E2-282E-0416-54ED-14FD93173589}"/>
              </a:ext>
            </a:extLst>
          </p:cNvPr>
          <p:cNvSpPr/>
          <p:nvPr/>
        </p:nvSpPr>
        <p:spPr>
          <a:xfrm>
            <a:off x="793295" y="1571309"/>
            <a:ext cx="1282402" cy="275460"/>
          </a:xfrm>
          <a:prstGeom prst="rect">
            <a:avLst/>
          </a:prstGeom>
        </p:spPr>
        <p:txBody>
          <a:bodyPr wrap="none" lIns="0" tIns="0" rIns="0" bIns="0">
            <a:spAutoFit/>
          </a:bodyPr>
          <a:lstStyle/>
          <a:p>
            <a:pPr marL="0"/>
            <a:r>
              <a:rPr lang="en-US" sz="895" spc="0" dirty="0">
                <a:solidFill>
                  <a:schemeClr val="bg1"/>
                </a:solidFill>
              </a:rPr>
              <a:t>Urbanization</a:t>
            </a:r>
          </a:p>
          <a:p>
            <a:pPr marL="0"/>
            <a:r>
              <a:rPr lang="en-US" sz="895" spc="0" dirty="0">
                <a:solidFill>
                  <a:schemeClr val="bg1"/>
                </a:solidFill>
              </a:rPr>
              <a:t>(people moving to cities)</a:t>
            </a:r>
          </a:p>
        </p:txBody>
      </p:sp>
      <p:graphicFrame>
        <p:nvGraphicFramePr>
          <p:cNvPr id="123" name="Chart 122" descr="A bar graph">
            <a:extLst>
              <a:ext uri="{FF2B5EF4-FFF2-40B4-BE49-F238E27FC236}">
                <a16:creationId xmlns:a16="http://schemas.microsoft.com/office/drawing/2014/main" id="{D3BC793E-7533-6DF1-8DA1-E636D1460156}"/>
              </a:ext>
            </a:extLst>
          </p:cNvPr>
          <p:cNvGraphicFramePr/>
          <p:nvPr>
            <p:extLst>
              <p:ext uri="{D42A27DB-BD31-4B8C-83A1-F6EECF244321}">
                <p14:modId xmlns:p14="http://schemas.microsoft.com/office/powerpoint/2010/main" val="1413182400"/>
              </p:ext>
            </p:extLst>
          </p:nvPr>
        </p:nvGraphicFramePr>
        <p:xfrm>
          <a:off x="6415793" y="1376119"/>
          <a:ext cx="5121899" cy="427448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610009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AD032-B9D6-D55C-1A93-5E615A334B83}"/>
              </a:ext>
            </a:extLst>
          </p:cNvPr>
          <p:cNvSpPr>
            <a:spLocks noGrp="1"/>
          </p:cNvSpPr>
          <p:nvPr>
            <p:ph type="title"/>
          </p:nvPr>
        </p:nvSpPr>
        <p:spPr>
          <a:xfrm>
            <a:off x="485523" y="369888"/>
            <a:ext cx="11224347" cy="470898"/>
          </a:xfrm>
        </p:spPr>
        <p:txBody>
          <a:bodyPr/>
          <a:lstStyle/>
          <a:p>
            <a:r>
              <a:rPr lang="en-US"/>
              <a:t>Advanced color diagram</a:t>
            </a:r>
            <a:endParaRPr lang="en-US" dirty="0"/>
          </a:p>
        </p:txBody>
      </p:sp>
      <p:sp>
        <p:nvSpPr>
          <p:cNvPr id="3" name="Date Placeholder 2">
            <a:extLst>
              <a:ext uri="{FF2B5EF4-FFF2-40B4-BE49-F238E27FC236}">
                <a16:creationId xmlns:a16="http://schemas.microsoft.com/office/drawing/2014/main" id="{5B771A25-19BE-E0E3-F0CB-7F188FE1220F}"/>
              </a:ext>
            </a:extLst>
          </p:cNvPr>
          <p:cNvSpPr>
            <a:spLocks noGrp="1"/>
          </p:cNvSpPr>
          <p:nvPr>
            <p:ph type="dt" sz="half" idx="10"/>
          </p:nvPr>
        </p:nvSpPr>
        <p:spPr>
          <a:xfrm>
            <a:off x="994845" y="6437115"/>
            <a:ext cx="1275686" cy="123111"/>
          </a:xfrm>
        </p:spPr>
        <p:txBody>
          <a:bodyPr/>
          <a:lstStyle/>
          <a:p>
            <a:fld id="{59215590-FA76-49D4-AEF1-866240B6F90E}" type="datetime3">
              <a:rPr lang="en-US" smtClean="0"/>
              <a:t>11 July 2026</a:t>
            </a:fld>
            <a:endParaRPr lang="en-US"/>
          </a:p>
        </p:txBody>
      </p:sp>
      <p:sp>
        <p:nvSpPr>
          <p:cNvPr id="4" name="Footer Placeholder 3">
            <a:extLst>
              <a:ext uri="{FF2B5EF4-FFF2-40B4-BE49-F238E27FC236}">
                <a16:creationId xmlns:a16="http://schemas.microsoft.com/office/drawing/2014/main" id="{81DF84F8-37EB-54DB-BD0C-E940406FEA0A}"/>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5" name="Slide Number Placeholder 4">
            <a:extLst>
              <a:ext uri="{FF2B5EF4-FFF2-40B4-BE49-F238E27FC236}">
                <a16:creationId xmlns:a16="http://schemas.microsoft.com/office/drawing/2014/main" id="{07F12C2B-34DB-251D-52C9-75E1DD84AA02}"/>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62</a:t>
            </a:fld>
            <a:endParaRPr lang="en-US"/>
          </a:p>
        </p:txBody>
      </p:sp>
      <p:sp>
        <p:nvSpPr>
          <p:cNvPr id="41" name="TextBox 40">
            <a:extLst>
              <a:ext uri="{FF2B5EF4-FFF2-40B4-BE49-F238E27FC236}">
                <a16:creationId xmlns:a16="http://schemas.microsoft.com/office/drawing/2014/main" id="{17DC41E0-1541-2DD4-DBA8-C6F06CD88D1B}"/>
              </a:ext>
            </a:extLst>
          </p:cNvPr>
          <p:cNvSpPr txBox="1"/>
          <p:nvPr/>
        </p:nvSpPr>
        <p:spPr>
          <a:xfrm>
            <a:off x="-2000251" y="0"/>
            <a:ext cx="1828800" cy="914400"/>
          </a:xfrm>
          <a:prstGeom prst="rect">
            <a:avLst/>
          </a:prstGeom>
          <a:solidFill>
            <a:srgbClr val="C4C4CD"/>
          </a:solidFill>
        </p:spPr>
        <p:txBody>
          <a:bodyPr wrap="square" lIns="108000" tIns="108000" rIns="108000" bIns="108000" rtlCol="0" anchor="t">
            <a:spAutoFit/>
          </a:bodyPr>
          <a:lstStyle/>
          <a:p>
            <a:pPr marL="252000" indent="-252000">
              <a:spcAft>
                <a:spcPts val="600"/>
              </a:spcAft>
              <a:buClr>
                <a:schemeClr val="tx2"/>
              </a:buClr>
              <a:buSzPct val="100000"/>
              <a:buFont typeface="Wingdings" pitchFamily="2" charset="2"/>
              <a:buChar char="§"/>
            </a:pPr>
            <a:r>
              <a:rPr lang="en-US" sz="1050" dirty="0">
                <a:solidFill>
                  <a:schemeClr val="bg2"/>
                </a:solidFill>
              </a:rPr>
              <a:t>Use up to three colors for simple diagrams and the full palette for complex diagrams.</a:t>
            </a:r>
          </a:p>
        </p:txBody>
      </p:sp>
      <p:grpSp>
        <p:nvGrpSpPr>
          <p:cNvPr id="42" name="Group 41" descr="Placeholder text">
            <a:extLst>
              <a:ext uri="{FF2B5EF4-FFF2-40B4-BE49-F238E27FC236}">
                <a16:creationId xmlns:a16="http://schemas.microsoft.com/office/drawing/2014/main" id="{DEBDCBAF-6455-7721-72A6-84CCB6F0B060}"/>
              </a:ext>
            </a:extLst>
          </p:cNvPr>
          <p:cNvGrpSpPr/>
          <p:nvPr/>
        </p:nvGrpSpPr>
        <p:grpSpPr>
          <a:xfrm>
            <a:off x="964858" y="3038659"/>
            <a:ext cx="2232248" cy="889637"/>
            <a:chOff x="4965552" y="1736224"/>
            <a:chExt cx="2232248" cy="889637"/>
          </a:xfrm>
        </p:grpSpPr>
        <p:sp>
          <p:nvSpPr>
            <p:cNvPr id="43" name="TextBox 42">
              <a:extLst>
                <a:ext uri="{FF2B5EF4-FFF2-40B4-BE49-F238E27FC236}">
                  <a16:creationId xmlns:a16="http://schemas.microsoft.com/office/drawing/2014/main" id="{2CF61E65-A08D-58AC-BF0C-39A48D918DA0}"/>
                </a:ext>
              </a:extLst>
            </p:cNvPr>
            <p:cNvSpPr txBox="1"/>
            <p:nvPr/>
          </p:nvSpPr>
          <p:spPr>
            <a:xfrm>
              <a:off x="4965552" y="1979530"/>
              <a:ext cx="223224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Lorem ipsum dolor sit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amet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consectetur</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adipiscing</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elit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Praesent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auctor.</a:t>
              </a:r>
            </a:p>
          </p:txBody>
        </p:sp>
        <p:sp>
          <p:nvSpPr>
            <p:cNvPr id="44" name="TextBox 43">
              <a:extLst>
                <a:ext uri="{FF2B5EF4-FFF2-40B4-BE49-F238E27FC236}">
                  <a16:creationId xmlns:a16="http://schemas.microsoft.com/office/drawing/2014/main" id="{EE3296D9-59D7-8A74-5326-3D63236E7C01}"/>
                </a:ext>
              </a:extLst>
            </p:cNvPr>
            <p:cNvSpPr txBox="1"/>
            <p:nvPr/>
          </p:nvSpPr>
          <p:spPr>
            <a:xfrm>
              <a:off x="4965552" y="1736224"/>
              <a:ext cx="2232248"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Contents Title</a:t>
              </a:r>
              <a:endParaRPr kumimoji="0" lang="ko-KR" altLang="en-US" sz="1200" b="1"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endParaRPr>
            </a:p>
          </p:txBody>
        </p:sp>
      </p:grpSp>
      <p:grpSp>
        <p:nvGrpSpPr>
          <p:cNvPr id="45" name="Group 44" descr="Placeholder text">
            <a:extLst>
              <a:ext uri="{FF2B5EF4-FFF2-40B4-BE49-F238E27FC236}">
                <a16:creationId xmlns:a16="http://schemas.microsoft.com/office/drawing/2014/main" id="{B1943086-F9E6-7B68-0B23-F086337AF301}"/>
              </a:ext>
            </a:extLst>
          </p:cNvPr>
          <p:cNvGrpSpPr/>
          <p:nvPr/>
        </p:nvGrpSpPr>
        <p:grpSpPr>
          <a:xfrm>
            <a:off x="4996490" y="3038659"/>
            <a:ext cx="2232248" cy="889637"/>
            <a:chOff x="4965552" y="1736224"/>
            <a:chExt cx="2232248" cy="889637"/>
          </a:xfrm>
        </p:grpSpPr>
        <p:sp>
          <p:nvSpPr>
            <p:cNvPr id="46" name="TextBox 45">
              <a:extLst>
                <a:ext uri="{FF2B5EF4-FFF2-40B4-BE49-F238E27FC236}">
                  <a16:creationId xmlns:a16="http://schemas.microsoft.com/office/drawing/2014/main" id="{8D821CFF-F3EF-63BD-382A-9C4D7353A994}"/>
                </a:ext>
              </a:extLst>
            </p:cNvPr>
            <p:cNvSpPr txBox="1"/>
            <p:nvPr/>
          </p:nvSpPr>
          <p:spPr>
            <a:xfrm>
              <a:off x="4965552" y="1979530"/>
              <a:ext cx="223224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Lorem ipsum dolor sit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amet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consectetur</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adipiscing</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elit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Praesent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auctor.</a:t>
              </a:r>
            </a:p>
          </p:txBody>
        </p:sp>
        <p:sp>
          <p:nvSpPr>
            <p:cNvPr id="47" name="TextBox 46">
              <a:extLst>
                <a:ext uri="{FF2B5EF4-FFF2-40B4-BE49-F238E27FC236}">
                  <a16:creationId xmlns:a16="http://schemas.microsoft.com/office/drawing/2014/main" id="{50302CFB-48A9-4C47-B20C-05EB00A22864}"/>
                </a:ext>
              </a:extLst>
            </p:cNvPr>
            <p:cNvSpPr txBox="1"/>
            <p:nvPr/>
          </p:nvSpPr>
          <p:spPr>
            <a:xfrm>
              <a:off x="4965552" y="1736224"/>
              <a:ext cx="2232248"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Contents Title</a:t>
              </a:r>
              <a:endParaRPr kumimoji="0" lang="ko-KR" altLang="en-US" sz="1200" b="1"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endParaRPr>
            </a:p>
          </p:txBody>
        </p:sp>
      </p:grpSp>
      <p:grpSp>
        <p:nvGrpSpPr>
          <p:cNvPr id="48" name="Group 47" descr="Placeholder text">
            <a:extLst>
              <a:ext uri="{FF2B5EF4-FFF2-40B4-BE49-F238E27FC236}">
                <a16:creationId xmlns:a16="http://schemas.microsoft.com/office/drawing/2014/main" id="{015C0654-B9AF-75E1-6BE4-1F23129F4694}"/>
              </a:ext>
            </a:extLst>
          </p:cNvPr>
          <p:cNvGrpSpPr/>
          <p:nvPr/>
        </p:nvGrpSpPr>
        <p:grpSpPr>
          <a:xfrm>
            <a:off x="9028123" y="3038659"/>
            <a:ext cx="2232248" cy="889637"/>
            <a:chOff x="4965552" y="1736224"/>
            <a:chExt cx="2232248" cy="889637"/>
          </a:xfrm>
        </p:grpSpPr>
        <p:sp>
          <p:nvSpPr>
            <p:cNvPr id="49" name="TextBox 48">
              <a:extLst>
                <a:ext uri="{FF2B5EF4-FFF2-40B4-BE49-F238E27FC236}">
                  <a16:creationId xmlns:a16="http://schemas.microsoft.com/office/drawing/2014/main" id="{A3751F81-8B83-51B9-A850-708831ED04BB}"/>
                </a:ext>
              </a:extLst>
            </p:cNvPr>
            <p:cNvSpPr txBox="1"/>
            <p:nvPr/>
          </p:nvSpPr>
          <p:spPr>
            <a:xfrm>
              <a:off x="4965552" y="1979530"/>
              <a:ext cx="223224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Lorem ipsum dolor sit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amet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consectetur</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adipiscing</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elit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Praesent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auctor.</a:t>
              </a:r>
            </a:p>
          </p:txBody>
        </p:sp>
        <p:sp>
          <p:nvSpPr>
            <p:cNvPr id="50" name="TextBox 49">
              <a:extLst>
                <a:ext uri="{FF2B5EF4-FFF2-40B4-BE49-F238E27FC236}">
                  <a16:creationId xmlns:a16="http://schemas.microsoft.com/office/drawing/2014/main" id="{4A618D89-E30F-F8F9-B698-11D1FD099199}"/>
                </a:ext>
              </a:extLst>
            </p:cNvPr>
            <p:cNvSpPr txBox="1"/>
            <p:nvPr/>
          </p:nvSpPr>
          <p:spPr>
            <a:xfrm>
              <a:off x="4965552" y="1736224"/>
              <a:ext cx="2232248"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Contents Title</a:t>
              </a:r>
              <a:endParaRPr kumimoji="0" lang="ko-KR" altLang="en-US" sz="1200" b="1"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endParaRPr>
            </a:p>
          </p:txBody>
        </p:sp>
      </p:grpSp>
      <p:grpSp>
        <p:nvGrpSpPr>
          <p:cNvPr id="51" name="Group 50" descr="Placeholder text">
            <a:extLst>
              <a:ext uri="{FF2B5EF4-FFF2-40B4-BE49-F238E27FC236}">
                <a16:creationId xmlns:a16="http://schemas.microsoft.com/office/drawing/2014/main" id="{C4AA4C43-7A38-A9E9-67DC-1F4E3283F18D}"/>
              </a:ext>
            </a:extLst>
          </p:cNvPr>
          <p:cNvGrpSpPr/>
          <p:nvPr/>
        </p:nvGrpSpPr>
        <p:grpSpPr>
          <a:xfrm>
            <a:off x="2903487" y="1884843"/>
            <a:ext cx="2232248" cy="889637"/>
            <a:chOff x="4965552" y="1736224"/>
            <a:chExt cx="2232248" cy="889637"/>
          </a:xfrm>
        </p:grpSpPr>
        <p:sp>
          <p:nvSpPr>
            <p:cNvPr id="52" name="TextBox 51">
              <a:extLst>
                <a:ext uri="{FF2B5EF4-FFF2-40B4-BE49-F238E27FC236}">
                  <a16:creationId xmlns:a16="http://schemas.microsoft.com/office/drawing/2014/main" id="{F490B33B-17FB-B41C-1B6D-1B796E214F11}"/>
                </a:ext>
              </a:extLst>
            </p:cNvPr>
            <p:cNvSpPr txBox="1"/>
            <p:nvPr/>
          </p:nvSpPr>
          <p:spPr>
            <a:xfrm>
              <a:off x="4965552" y="1979530"/>
              <a:ext cx="223224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Lorem ipsum dolor sit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amet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consectetur</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adipiscing</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elit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Praesent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auctor.</a:t>
              </a:r>
            </a:p>
          </p:txBody>
        </p:sp>
        <p:sp>
          <p:nvSpPr>
            <p:cNvPr id="53" name="TextBox 52">
              <a:extLst>
                <a:ext uri="{FF2B5EF4-FFF2-40B4-BE49-F238E27FC236}">
                  <a16:creationId xmlns:a16="http://schemas.microsoft.com/office/drawing/2014/main" id="{B0DAD400-89BF-857B-6789-EA4A30275CD4}"/>
                </a:ext>
              </a:extLst>
            </p:cNvPr>
            <p:cNvSpPr txBox="1"/>
            <p:nvPr/>
          </p:nvSpPr>
          <p:spPr>
            <a:xfrm>
              <a:off x="4965552" y="1736224"/>
              <a:ext cx="2232248"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Contents Title</a:t>
              </a:r>
              <a:endParaRPr kumimoji="0" lang="ko-KR" altLang="en-US" sz="1200" b="1"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endParaRPr>
            </a:p>
          </p:txBody>
        </p:sp>
      </p:grpSp>
      <p:grpSp>
        <p:nvGrpSpPr>
          <p:cNvPr id="54" name="Group 53" descr="Placeholder text">
            <a:extLst>
              <a:ext uri="{FF2B5EF4-FFF2-40B4-BE49-F238E27FC236}">
                <a16:creationId xmlns:a16="http://schemas.microsoft.com/office/drawing/2014/main" id="{E090F836-2BE2-4E2B-85A7-8058BAFA6FD5}"/>
              </a:ext>
            </a:extLst>
          </p:cNvPr>
          <p:cNvGrpSpPr/>
          <p:nvPr/>
        </p:nvGrpSpPr>
        <p:grpSpPr>
          <a:xfrm>
            <a:off x="7012306" y="1884843"/>
            <a:ext cx="2232248" cy="889637"/>
            <a:chOff x="4965552" y="1736224"/>
            <a:chExt cx="2232248" cy="889637"/>
          </a:xfrm>
        </p:grpSpPr>
        <p:sp>
          <p:nvSpPr>
            <p:cNvPr id="55" name="TextBox 54">
              <a:extLst>
                <a:ext uri="{FF2B5EF4-FFF2-40B4-BE49-F238E27FC236}">
                  <a16:creationId xmlns:a16="http://schemas.microsoft.com/office/drawing/2014/main" id="{0BD3219C-D4F6-88B3-D54F-E6DA84E42D7C}"/>
                </a:ext>
              </a:extLst>
            </p:cNvPr>
            <p:cNvSpPr txBox="1"/>
            <p:nvPr/>
          </p:nvSpPr>
          <p:spPr>
            <a:xfrm>
              <a:off x="4965552" y="1979530"/>
              <a:ext cx="223224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Lorem ipsum dolor sit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amet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consectetur</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adipiscing</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elit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Praesent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 auctor.</a:t>
              </a:r>
            </a:p>
          </p:txBody>
        </p:sp>
        <p:sp>
          <p:nvSpPr>
            <p:cNvPr id="56" name="TextBox 55">
              <a:extLst>
                <a:ext uri="{FF2B5EF4-FFF2-40B4-BE49-F238E27FC236}">
                  <a16:creationId xmlns:a16="http://schemas.microsoft.com/office/drawing/2014/main" id="{62858491-842F-6627-C481-5C15B1DD5D96}"/>
                </a:ext>
              </a:extLst>
            </p:cNvPr>
            <p:cNvSpPr txBox="1"/>
            <p:nvPr/>
          </p:nvSpPr>
          <p:spPr>
            <a:xfrm>
              <a:off x="4965552" y="1736224"/>
              <a:ext cx="2232248"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Contents Title</a:t>
              </a:r>
              <a:endParaRPr kumimoji="0" lang="ko-KR" altLang="en-US" sz="1200" b="1"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endParaRPr>
            </a:p>
          </p:txBody>
        </p:sp>
      </p:grpSp>
      <p:sp>
        <p:nvSpPr>
          <p:cNvPr id="57" name="TextBox 56">
            <a:extLst>
              <a:ext uri="{FF2B5EF4-FFF2-40B4-BE49-F238E27FC236}">
                <a16:creationId xmlns:a16="http://schemas.microsoft.com/office/drawing/2014/main" id="{3629647E-08A5-9309-9633-D53803D07826}"/>
              </a:ext>
            </a:extLst>
          </p:cNvPr>
          <p:cNvSpPr txBox="1"/>
          <p:nvPr/>
        </p:nvSpPr>
        <p:spPr>
          <a:xfrm>
            <a:off x="3448726" y="4128766"/>
            <a:ext cx="129614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Contents Title</a:t>
            </a:r>
            <a:endParaRPr kumimoji="0" lang="ko-KR" altLang="en-US" sz="1200" b="1"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endParaRPr>
          </a:p>
        </p:txBody>
      </p:sp>
      <p:sp>
        <p:nvSpPr>
          <p:cNvPr id="58" name="TextBox 57">
            <a:extLst>
              <a:ext uri="{FF2B5EF4-FFF2-40B4-BE49-F238E27FC236}">
                <a16:creationId xmlns:a16="http://schemas.microsoft.com/office/drawing/2014/main" id="{84A664FB-12E9-D48C-37C3-C895B4E5CBB2}"/>
              </a:ext>
            </a:extLst>
          </p:cNvPr>
          <p:cNvSpPr txBox="1"/>
          <p:nvPr/>
        </p:nvSpPr>
        <p:spPr>
          <a:xfrm>
            <a:off x="7480358" y="4127521"/>
            <a:ext cx="129614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rPr>
              <a:t>Contents Title</a:t>
            </a:r>
            <a:endParaRPr kumimoji="0" lang="ko-KR" altLang="en-US" sz="1200" b="1" i="0" u="none" strike="noStrike" kern="1200" cap="none" spc="0" normalizeH="0" baseline="0" noProof="0" dirty="0">
              <a:ln>
                <a:noFill/>
              </a:ln>
              <a:solidFill>
                <a:schemeClr val="bg1"/>
              </a:solidFill>
              <a:effectLst/>
              <a:uLnTx/>
              <a:uFillTx/>
              <a:latin typeface="EYInterstate Light" panose="02000506000000020004" pitchFamily="2" charset="0"/>
              <a:ea typeface="맑은 고딕" panose="020B0503020000020004" pitchFamily="34" charset="-127"/>
              <a:cs typeface="Arial" pitchFamily="34" charset="0"/>
            </a:endParaRPr>
          </a:p>
        </p:txBody>
      </p:sp>
      <p:sp>
        <p:nvSpPr>
          <p:cNvPr id="59" name="Freeform: Shape 58">
            <a:extLst>
              <a:ext uri="{FF2B5EF4-FFF2-40B4-BE49-F238E27FC236}">
                <a16:creationId xmlns:a16="http://schemas.microsoft.com/office/drawing/2014/main" id="{F0D1DB3C-0891-7866-8E0F-D3CF33538C3E}"/>
              </a:ext>
              <a:ext uri="{C183D7F6-B498-43B3-948B-1728B52AA6E4}">
                <adec:decorative xmlns:adec="http://schemas.microsoft.com/office/drawing/2017/decorative" val="1"/>
              </a:ext>
            </a:extLst>
          </p:cNvPr>
          <p:cNvSpPr/>
          <p:nvPr/>
        </p:nvSpPr>
        <p:spPr>
          <a:xfrm flipV="1">
            <a:off x="5013293" y="3997254"/>
            <a:ext cx="2141492" cy="882200"/>
          </a:xfrm>
          <a:custGeom>
            <a:avLst/>
            <a:gdLst>
              <a:gd name="connsiteX0" fmla="*/ 1163409 w 2312977"/>
              <a:gd name="connsiteY0" fmla="*/ 0 h 952844"/>
              <a:gd name="connsiteX1" fmla="*/ 1244592 w 2312977"/>
              <a:gd name="connsiteY1" fmla="*/ 237644 h 952844"/>
              <a:gd name="connsiteX2" fmla="*/ 1321591 w 2312977"/>
              <a:gd name="connsiteY2" fmla="*/ 241584 h 952844"/>
              <a:gd name="connsiteX3" fmla="*/ 2312977 w 2312977"/>
              <a:gd name="connsiteY3" fmla="*/ 809964 h 952844"/>
              <a:gd name="connsiteX4" fmla="*/ 2142794 w 2312977"/>
              <a:gd name="connsiteY4" fmla="*/ 936738 h 952844"/>
              <a:gd name="connsiteX5" fmla="*/ 1153428 w 2312977"/>
              <a:gd name="connsiteY5" fmla="*/ 445095 h 952844"/>
              <a:gd name="connsiteX6" fmla="*/ 172230 w 2312977"/>
              <a:gd name="connsiteY6" fmla="*/ 952844 h 952844"/>
              <a:gd name="connsiteX7" fmla="*/ 0 w 2312977"/>
              <a:gd name="connsiteY7" fmla="*/ 828868 h 952844"/>
              <a:gd name="connsiteX8" fmla="*/ 981964 w 2312977"/>
              <a:gd name="connsiteY8" fmla="*/ 244360 h 952844"/>
              <a:gd name="connsiteX9" fmla="*/ 1082247 w 2312977"/>
              <a:gd name="connsiteY9" fmla="*/ 237584 h 95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2977" h="952844">
                <a:moveTo>
                  <a:pt x="1163409" y="0"/>
                </a:moveTo>
                <a:lnTo>
                  <a:pt x="1244592" y="237644"/>
                </a:lnTo>
                <a:lnTo>
                  <a:pt x="1321591" y="241584"/>
                </a:lnTo>
                <a:cubicBezTo>
                  <a:pt x="1714005" y="285120"/>
                  <a:pt x="2074114" y="489313"/>
                  <a:pt x="2312977" y="809964"/>
                </a:cubicBezTo>
                <a:lnTo>
                  <a:pt x="2142794" y="936738"/>
                </a:lnTo>
                <a:cubicBezTo>
                  <a:pt x="1910220" y="624530"/>
                  <a:pt x="1542728" y="441913"/>
                  <a:pt x="1153428" y="445095"/>
                </a:cubicBezTo>
                <a:cubicBezTo>
                  <a:pt x="764128" y="448277"/>
                  <a:pt x="399670" y="636876"/>
                  <a:pt x="172230" y="952844"/>
                </a:cubicBezTo>
                <a:lnTo>
                  <a:pt x="0" y="828868"/>
                </a:lnTo>
                <a:cubicBezTo>
                  <a:pt x="233591" y="504355"/>
                  <a:pt x="590314" y="294304"/>
                  <a:pt x="981964" y="244360"/>
                </a:cubicBezTo>
                <a:lnTo>
                  <a:pt x="1082247" y="237584"/>
                </a:lnTo>
                <a:close/>
              </a:path>
            </a:pathLst>
          </a:custGeom>
          <a:solidFill>
            <a:srgbClr val="35A4E8"/>
          </a:solidFill>
          <a:ln w="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EYInterstate Light" panose="02000506000000020004" pitchFamily="2" charset="0"/>
              <a:ea typeface="+mn-ea"/>
              <a:cs typeface="+mn-cs"/>
            </a:endParaRPr>
          </a:p>
        </p:txBody>
      </p:sp>
      <p:sp>
        <p:nvSpPr>
          <p:cNvPr id="60" name="Freeform: Shape 59">
            <a:extLst>
              <a:ext uri="{FF2B5EF4-FFF2-40B4-BE49-F238E27FC236}">
                <a16:creationId xmlns:a16="http://schemas.microsoft.com/office/drawing/2014/main" id="{88E862FF-EC32-7A8A-E93C-F6C5721833AF}"/>
              </a:ext>
              <a:ext uri="{C183D7F6-B498-43B3-948B-1728B52AA6E4}">
                <adec:decorative xmlns:adec="http://schemas.microsoft.com/office/drawing/2017/decorative" val="1"/>
              </a:ext>
            </a:extLst>
          </p:cNvPr>
          <p:cNvSpPr/>
          <p:nvPr/>
        </p:nvSpPr>
        <p:spPr>
          <a:xfrm rot="10800000" flipV="1">
            <a:off x="2994243" y="3197683"/>
            <a:ext cx="2141492" cy="882200"/>
          </a:xfrm>
          <a:custGeom>
            <a:avLst/>
            <a:gdLst>
              <a:gd name="connsiteX0" fmla="*/ 1163409 w 2312977"/>
              <a:gd name="connsiteY0" fmla="*/ 0 h 952844"/>
              <a:gd name="connsiteX1" fmla="*/ 1244592 w 2312977"/>
              <a:gd name="connsiteY1" fmla="*/ 237644 h 952844"/>
              <a:gd name="connsiteX2" fmla="*/ 1321591 w 2312977"/>
              <a:gd name="connsiteY2" fmla="*/ 241584 h 952844"/>
              <a:gd name="connsiteX3" fmla="*/ 2312977 w 2312977"/>
              <a:gd name="connsiteY3" fmla="*/ 809964 h 952844"/>
              <a:gd name="connsiteX4" fmla="*/ 2142794 w 2312977"/>
              <a:gd name="connsiteY4" fmla="*/ 936738 h 952844"/>
              <a:gd name="connsiteX5" fmla="*/ 1153428 w 2312977"/>
              <a:gd name="connsiteY5" fmla="*/ 445095 h 952844"/>
              <a:gd name="connsiteX6" fmla="*/ 172230 w 2312977"/>
              <a:gd name="connsiteY6" fmla="*/ 952844 h 952844"/>
              <a:gd name="connsiteX7" fmla="*/ 0 w 2312977"/>
              <a:gd name="connsiteY7" fmla="*/ 828868 h 952844"/>
              <a:gd name="connsiteX8" fmla="*/ 981964 w 2312977"/>
              <a:gd name="connsiteY8" fmla="*/ 244360 h 952844"/>
              <a:gd name="connsiteX9" fmla="*/ 1082247 w 2312977"/>
              <a:gd name="connsiteY9" fmla="*/ 237584 h 95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2977" h="952844">
                <a:moveTo>
                  <a:pt x="1163409" y="0"/>
                </a:moveTo>
                <a:lnTo>
                  <a:pt x="1244592" y="237644"/>
                </a:lnTo>
                <a:lnTo>
                  <a:pt x="1321591" y="241584"/>
                </a:lnTo>
                <a:cubicBezTo>
                  <a:pt x="1714005" y="285120"/>
                  <a:pt x="2074114" y="489313"/>
                  <a:pt x="2312977" y="809964"/>
                </a:cubicBezTo>
                <a:lnTo>
                  <a:pt x="2142794" y="936738"/>
                </a:lnTo>
                <a:cubicBezTo>
                  <a:pt x="1910220" y="624530"/>
                  <a:pt x="1542728" y="441913"/>
                  <a:pt x="1153428" y="445095"/>
                </a:cubicBezTo>
                <a:cubicBezTo>
                  <a:pt x="764128" y="448277"/>
                  <a:pt x="399670" y="636876"/>
                  <a:pt x="172230" y="952844"/>
                </a:cubicBezTo>
                <a:lnTo>
                  <a:pt x="0" y="828868"/>
                </a:lnTo>
                <a:cubicBezTo>
                  <a:pt x="233591" y="504355"/>
                  <a:pt x="590314" y="294304"/>
                  <a:pt x="981964" y="244360"/>
                </a:cubicBezTo>
                <a:lnTo>
                  <a:pt x="1082247" y="237584"/>
                </a:lnTo>
                <a:close/>
              </a:path>
            </a:pathLst>
          </a:custGeom>
          <a:solidFill>
            <a:srgbClr val="2DB757"/>
          </a:solidFill>
          <a:ln w="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EYInterstate Light" panose="02000506000000020004" pitchFamily="2" charset="0"/>
              <a:ea typeface="+mn-ea"/>
              <a:cs typeface="+mn-cs"/>
            </a:endParaRPr>
          </a:p>
        </p:txBody>
      </p:sp>
      <p:sp>
        <p:nvSpPr>
          <p:cNvPr id="61" name="Freeform: Shape 60">
            <a:extLst>
              <a:ext uri="{FF2B5EF4-FFF2-40B4-BE49-F238E27FC236}">
                <a16:creationId xmlns:a16="http://schemas.microsoft.com/office/drawing/2014/main" id="{18A9C8F3-3F6C-0DC5-060B-B4D577642289}"/>
              </a:ext>
              <a:ext uri="{C183D7F6-B498-43B3-948B-1728B52AA6E4}">
                <adec:decorative xmlns:adec="http://schemas.microsoft.com/office/drawing/2017/decorative" val="1"/>
              </a:ext>
            </a:extLst>
          </p:cNvPr>
          <p:cNvSpPr/>
          <p:nvPr/>
        </p:nvSpPr>
        <p:spPr>
          <a:xfrm flipV="1">
            <a:off x="975194" y="3997254"/>
            <a:ext cx="2141492" cy="882200"/>
          </a:xfrm>
          <a:custGeom>
            <a:avLst/>
            <a:gdLst>
              <a:gd name="connsiteX0" fmla="*/ 1163409 w 2312977"/>
              <a:gd name="connsiteY0" fmla="*/ 0 h 952844"/>
              <a:gd name="connsiteX1" fmla="*/ 1244592 w 2312977"/>
              <a:gd name="connsiteY1" fmla="*/ 237644 h 952844"/>
              <a:gd name="connsiteX2" fmla="*/ 1321591 w 2312977"/>
              <a:gd name="connsiteY2" fmla="*/ 241584 h 952844"/>
              <a:gd name="connsiteX3" fmla="*/ 2312977 w 2312977"/>
              <a:gd name="connsiteY3" fmla="*/ 809964 h 952844"/>
              <a:gd name="connsiteX4" fmla="*/ 2142794 w 2312977"/>
              <a:gd name="connsiteY4" fmla="*/ 936738 h 952844"/>
              <a:gd name="connsiteX5" fmla="*/ 1153428 w 2312977"/>
              <a:gd name="connsiteY5" fmla="*/ 445095 h 952844"/>
              <a:gd name="connsiteX6" fmla="*/ 172230 w 2312977"/>
              <a:gd name="connsiteY6" fmla="*/ 952844 h 952844"/>
              <a:gd name="connsiteX7" fmla="*/ 0 w 2312977"/>
              <a:gd name="connsiteY7" fmla="*/ 828868 h 952844"/>
              <a:gd name="connsiteX8" fmla="*/ 981964 w 2312977"/>
              <a:gd name="connsiteY8" fmla="*/ 244360 h 952844"/>
              <a:gd name="connsiteX9" fmla="*/ 1082247 w 2312977"/>
              <a:gd name="connsiteY9" fmla="*/ 237584 h 95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2977" h="952844">
                <a:moveTo>
                  <a:pt x="1163409" y="0"/>
                </a:moveTo>
                <a:lnTo>
                  <a:pt x="1244592" y="237644"/>
                </a:lnTo>
                <a:lnTo>
                  <a:pt x="1321591" y="241584"/>
                </a:lnTo>
                <a:cubicBezTo>
                  <a:pt x="1714005" y="285120"/>
                  <a:pt x="2074114" y="489313"/>
                  <a:pt x="2312977" y="809964"/>
                </a:cubicBezTo>
                <a:lnTo>
                  <a:pt x="2142794" y="936738"/>
                </a:lnTo>
                <a:cubicBezTo>
                  <a:pt x="1910220" y="624530"/>
                  <a:pt x="1542728" y="441913"/>
                  <a:pt x="1153428" y="445095"/>
                </a:cubicBezTo>
                <a:cubicBezTo>
                  <a:pt x="764128" y="448277"/>
                  <a:pt x="399670" y="636876"/>
                  <a:pt x="172230" y="952844"/>
                </a:cubicBezTo>
                <a:lnTo>
                  <a:pt x="0" y="828868"/>
                </a:lnTo>
                <a:cubicBezTo>
                  <a:pt x="233591" y="504355"/>
                  <a:pt x="590314" y="294304"/>
                  <a:pt x="981964" y="244360"/>
                </a:cubicBezTo>
                <a:lnTo>
                  <a:pt x="1082247" y="237584"/>
                </a:lnTo>
                <a:close/>
              </a:path>
            </a:pathLst>
          </a:custGeom>
          <a:solidFill>
            <a:srgbClr val="B14891"/>
          </a:solidFill>
          <a:ln w="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EYInterstate Light" panose="02000506000000020004" pitchFamily="2" charset="0"/>
              <a:ea typeface="+mn-ea"/>
              <a:cs typeface="+mn-cs"/>
            </a:endParaRPr>
          </a:p>
        </p:txBody>
      </p:sp>
      <p:sp>
        <p:nvSpPr>
          <p:cNvPr id="62" name="Freeform: Shape 61">
            <a:extLst>
              <a:ext uri="{FF2B5EF4-FFF2-40B4-BE49-F238E27FC236}">
                <a16:creationId xmlns:a16="http://schemas.microsoft.com/office/drawing/2014/main" id="{6A45220E-228A-53B3-CA93-CB41AB142B56}"/>
              </a:ext>
              <a:ext uri="{C183D7F6-B498-43B3-948B-1728B52AA6E4}">
                <adec:decorative xmlns:adec="http://schemas.microsoft.com/office/drawing/2017/decorative" val="1"/>
              </a:ext>
            </a:extLst>
          </p:cNvPr>
          <p:cNvSpPr/>
          <p:nvPr/>
        </p:nvSpPr>
        <p:spPr>
          <a:xfrm flipV="1">
            <a:off x="9051391" y="3997254"/>
            <a:ext cx="2141492" cy="882200"/>
          </a:xfrm>
          <a:custGeom>
            <a:avLst/>
            <a:gdLst>
              <a:gd name="connsiteX0" fmla="*/ 1163409 w 2312977"/>
              <a:gd name="connsiteY0" fmla="*/ 0 h 952844"/>
              <a:gd name="connsiteX1" fmla="*/ 1244592 w 2312977"/>
              <a:gd name="connsiteY1" fmla="*/ 237644 h 952844"/>
              <a:gd name="connsiteX2" fmla="*/ 1321591 w 2312977"/>
              <a:gd name="connsiteY2" fmla="*/ 241584 h 952844"/>
              <a:gd name="connsiteX3" fmla="*/ 2312977 w 2312977"/>
              <a:gd name="connsiteY3" fmla="*/ 809964 h 952844"/>
              <a:gd name="connsiteX4" fmla="*/ 2142794 w 2312977"/>
              <a:gd name="connsiteY4" fmla="*/ 936738 h 952844"/>
              <a:gd name="connsiteX5" fmla="*/ 1153428 w 2312977"/>
              <a:gd name="connsiteY5" fmla="*/ 445095 h 952844"/>
              <a:gd name="connsiteX6" fmla="*/ 172230 w 2312977"/>
              <a:gd name="connsiteY6" fmla="*/ 952844 h 952844"/>
              <a:gd name="connsiteX7" fmla="*/ 0 w 2312977"/>
              <a:gd name="connsiteY7" fmla="*/ 828868 h 952844"/>
              <a:gd name="connsiteX8" fmla="*/ 981964 w 2312977"/>
              <a:gd name="connsiteY8" fmla="*/ 244360 h 952844"/>
              <a:gd name="connsiteX9" fmla="*/ 1082247 w 2312977"/>
              <a:gd name="connsiteY9" fmla="*/ 237584 h 95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2977" h="952844">
                <a:moveTo>
                  <a:pt x="1163409" y="0"/>
                </a:moveTo>
                <a:lnTo>
                  <a:pt x="1244592" y="237644"/>
                </a:lnTo>
                <a:lnTo>
                  <a:pt x="1321591" y="241584"/>
                </a:lnTo>
                <a:cubicBezTo>
                  <a:pt x="1714005" y="285120"/>
                  <a:pt x="2074114" y="489313"/>
                  <a:pt x="2312977" y="809964"/>
                </a:cubicBezTo>
                <a:lnTo>
                  <a:pt x="2142794" y="936738"/>
                </a:lnTo>
                <a:cubicBezTo>
                  <a:pt x="1910220" y="624530"/>
                  <a:pt x="1542728" y="441913"/>
                  <a:pt x="1153428" y="445095"/>
                </a:cubicBezTo>
                <a:cubicBezTo>
                  <a:pt x="764128" y="448277"/>
                  <a:pt x="399670" y="636876"/>
                  <a:pt x="172230" y="952844"/>
                </a:cubicBezTo>
                <a:lnTo>
                  <a:pt x="0" y="828868"/>
                </a:lnTo>
                <a:cubicBezTo>
                  <a:pt x="233591" y="504355"/>
                  <a:pt x="590314" y="294304"/>
                  <a:pt x="981964" y="244360"/>
                </a:cubicBezTo>
                <a:lnTo>
                  <a:pt x="1082247" y="237584"/>
                </a:lnTo>
                <a:close/>
              </a:path>
            </a:pathLst>
          </a:custGeom>
          <a:solidFill>
            <a:srgbClr val="724BC3"/>
          </a:solidFill>
          <a:ln w="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EYInterstate Light" panose="02000506000000020004" pitchFamily="2" charset="0"/>
              <a:ea typeface="+mn-ea"/>
              <a:cs typeface="+mn-cs"/>
            </a:endParaRPr>
          </a:p>
        </p:txBody>
      </p:sp>
      <p:sp>
        <p:nvSpPr>
          <p:cNvPr id="63" name="Freeform: Shape 62">
            <a:extLst>
              <a:ext uri="{FF2B5EF4-FFF2-40B4-BE49-F238E27FC236}">
                <a16:creationId xmlns:a16="http://schemas.microsoft.com/office/drawing/2014/main" id="{925D5CF5-CA79-7EC2-7119-6BEB5527E66F}"/>
              </a:ext>
              <a:ext uri="{C183D7F6-B498-43B3-948B-1728B52AA6E4}">
                <adec:decorative xmlns:adec="http://schemas.microsoft.com/office/drawing/2017/decorative" val="1"/>
              </a:ext>
            </a:extLst>
          </p:cNvPr>
          <p:cNvSpPr/>
          <p:nvPr/>
        </p:nvSpPr>
        <p:spPr>
          <a:xfrm rot="10800000" flipV="1">
            <a:off x="7032342" y="3197684"/>
            <a:ext cx="2141492" cy="882200"/>
          </a:xfrm>
          <a:custGeom>
            <a:avLst/>
            <a:gdLst>
              <a:gd name="connsiteX0" fmla="*/ 1163409 w 2312977"/>
              <a:gd name="connsiteY0" fmla="*/ 0 h 952844"/>
              <a:gd name="connsiteX1" fmla="*/ 1244592 w 2312977"/>
              <a:gd name="connsiteY1" fmla="*/ 237644 h 952844"/>
              <a:gd name="connsiteX2" fmla="*/ 1321591 w 2312977"/>
              <a:gd name="connsiteY2" fmla="*/ 241584 h 952844"/>
              <a:gd name="connsiteX3" fmla="*/ 2312977 w 2312977"/>
              <a:gd name="connsiteY3" fmla="*/ 809964 h 952844"/>
              <a:gd name="connsiteX4" fmla="*/ 2142794 w 2312977"/>
              <a:gd name="connsiteY4" fmla="*/ 936738 h 952844"/>
              <a:gd name="connsiteX5" fmla="*/ 1153428 w 2312977"/>
              <a:gd name="connsiteY5" fmla="*/ 445095 h 952844"/>
              <a:gd name="connsiteX6" fmla="*/ 172230 w 2312977"/>
              <a:gd name="connsiteY6" fmla="*/ 952844 h 952844"/>
              <a:gd name="connsiteX7" fmla="*/ 0 w 2312977"/>
              <a:gd name="connsiteY7" fmla="*/ 828868 h 952844"/>
              <a:gd name="connsiteX8" fmla="*/ 981964 w 2312977"/>
              <a:gd name="connsiteY8" fmla="*/ 244360 h 952844"/>
              <a:gd name="connsiteX9" fmla="*/ 1082247 w 2312977"/>
              <a:gd name="connsiteY9" fmla="*/ 237584 h 95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2977" h="952844">
                <a:moveTo>
                  <a:pt x="1163409" y="0"/>
                </a:moveTo>
                <a:lnTo>
                  <a:pt x="1244592" y="237644"/>
                </a:lnTo>
                <a:lnTo>
                  <a:pt x="1321591" y="241584"/>
                </a:lnTo>
                <a:cubicBezTo>
                  <a:pt x="1714005" y="285120"/>
                  <a:pt x="2074114" y="489313"/>
                  <a:pt x="2312977" y="809964"/>
                </a:cubicBezTo>
                <a:lnTo>
                  <a:pt x="2142794" y="936738"/>
                </a:lnTo>
                <a:cubicBezTo>
                  <a:pt x="1910220" y="624530"/>
                  <a:pt x="1542728" y="441913"/>
                  <a:pt x="1153428" y="445095"/>
                </a:cubicBezTo>
                <a:cubicBezTo>
                  <a:pt x="764128" y="448277"/>
                  <a:pt x="399670" y="636876"/>
                  <a:pt x="172230" y="952844"/>
                </a:cubicBezTo>
                <a:lnTo>
                  <a:pt x="0" y="828868"/>
                </a:lnTo>
                <a:cubicBezTo>
                  <a:pt x="233591" y="504355"/>
                  <a:pt x="590314" y="294304"/>
                  <a:pt x="981964" y="244360"/>
                </a:cubicBezTo>
                <a:lnTo>
                  <a:pt x="1082247" y="237584"/>
                </a:lnTo>
                <a:close/>
              </a:path>
            </a:pathLst>
          </a:custGeom>
          <a:solidFill>
            <a:srgbClr val="FF810A"/>
          </a:solidFill>
          <a:ln w="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EYInterstate Light" panose="02000506000000020004" pitchFamily="2" charset="0"/>
              <a:ea typeface="+mn-ea"/>
              <a:cs typeface="+mn-cs"/>
            </a:endParaRPr>
          </a:p>
        </p:txBody>
      </p:sp>
    </p:spTree>
    <p:extLst>
      <p:ext uri="{BB962C8B-B14F-4D97-AF65-F5344CB8AC3E}">
        <p14:creationId xmlns:p14="http://schemas.microsoft.com/office/powerpoint/2010/main" val="38691458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AD032-B9D6-D55C-1A93-5E615A334B83}"/>
              </a:ext>
            </a:extLst>
          </p:cNvPr>
          <p:cNvSpPr>
            <a:spLocks noGrp="1"/>
          </p:cNvSpPr>
          <p:nvPr>
            <p:ph type="title"/>
          </p:nvPr>
        </p:nvSpPr>
        <p:spPr/>
        <p:txBody>
          <a:bodyPr/>
          <a:lstStyle/>
          <a:p>
            <a:r>
              <a:rPr lang="en-US" dirty="0"/>
              <a:t>Advanced color diagram 2</a:t>
            </a:r>
          </a:p>
        </p:txBody>
      </p:sp>
      <p:sp>
        <p:nvSpPr>
          <p:cNvPr id="3" name="Date Placeholder 2">
            <a:extLst>
              <a:ext uri="{FF2B5EF4-FFF2-40B4-BE49-F238E27FC236}">
                <a16:creationId xmlns:a16="http://schemas.microsoft.com/office/drawing/2014/main" id="{5B771A25-19BE-E0E3-F0CB-7F188FE1220F}"/>
              </a:ext>
            </a:extLst>
          </p:cNvPr>
          <p:cNvSpPr>
            <a:spLocks noGrp="1"/>
          </p:cNvSpPr>
          <p:nvPr>
            <p:ph type="dt" sz="half" idx="10"/>
          </p:nvPr>
        </p:nvSpPr>
        <p:spPr/>
        <p:txBody>
          <a:bodyPr/>
          <a:lstStyle/>
          <a:p>
            <a:fld id="{3D83A10A-7D59-4D39-95C5-F66051B23931}" type="datetime3">
              <a:rPr lang="en-US" smtClean="0"/>
              <a:t>11 July 2026</a:t>
            </a:fld>
            <a:endParaRPr lang="en-US"/>
          </a:p>
        </p:txBody>
      </p:sp>
      <p:sp>
        <p:nvSpPr>
          <p:cNvPr id="4" name="Footer Placeholder 3">
            <a:extLst>
              <a:ext uri="{FF2B5EF4-FFF2-40B4-BE49-F238E27FC236}">
                <a16:creationId xmlns:a16="http://schemas.microsoft.com/office/drawing/2014/main" id="{81DF84F8-37EB-54DB-BD0C-E940406FEA0A}"/>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07F12C2B-34DB-251D-52C9-75E1DD84AA02}"/>
              </a:ext>
            </a:extLst>
          </p:cNvPr>
          <p:cNvSpPr>
            <a:spLocks noGrp="1"/>
          </p:cNvSpPr>
          <p:nvPr>
            <p:ph type="sldNum" sz="quarter" idx="12"/>
          </p:nvPr>
        </p:nvSpPr>
        <p:spPr/>
        <p:txBody>
          <a:bodyPr/>
          <a:lstStyle/>
          <a:p>
            <a:fld id="{94FCA0F3-9F3A-694B-99BB-0E592A797735}" type="slidenum">
              <a:rPr lang="en-US" smtClean="0"/>
              <a:t>63</a:t>
            </a:fld>
            <a:endParaRPr lang="en-US"/>
          </a:p>
        </p:txBody>
      </p:sp>
      <p:sp>
        <p:nvSpPr>
          <p:cNvPr id="42" name="Rectangle 3">
            <a:extLst>
              <a:ext uri="{FF2B5EF4-FFF2-40B4-BE49-F238E27FC236}">
                <a16:creationId xmlns:a16="http://schemas.microsoft.com/office/drawing/2014/main" id="{4A2E44E1-7D0F-EF49-2836-95B0EA48E76F}"/>
              </a:ext>
              <a:ext uri="{C183D7F6-B498-43B3-948B-1728B52AA6E4}">
                <adec:decorative xmlns:adec="http://schemas.microsoft.com/office/drawing/2017/decorative" val="1"/>
              </a:ext>
            </a:extLst>
          </p:cNvPr>
          <p:cNvSpPr>
            <a:spLocks/>
          </p:cNvSpPr>
          <p:nvPr/>
        </p:nvSpPr>
        <p:spPr>
          <a:xfrm>
            <a:off x="911496" y="3549649"/>
            <a:ext cx="1728733" cy="126455"/>
          </a:xfrm>
          <a:custGeom>
            <a:avLst/>
            <a:gdLst/>
            <a:ahLst/>
            <a:cxnLst/>
            <a:rect l="l" t="t" r="r" b="b"/>
            <a:pathLst>
              <a:path w="1008112" h="256208">
                <a:moveTo>
                  <a:pt x="0" y="0"/>
                </a:moveTo>
                <a:lnTo>
                  <a:pt x="1008112" y="0"/>
                </a:lnTo>
                <a:lnTo>
                  <a:pt x="1008112" y="144016"/>
                </a:lnTo>
                <a:lnTo>
                  <a:pt x="569127" y="144016"/>
                </a:lnTo>
                <a:lnTo>
                  <a:pt x="504055" y="256208"/>
                </a:lnTo>
                <a:lnTo>
                  <a:pt x="438984" y="144016"/>
                </a:lnTo>
                <a:lnTo>
                  <a:pt x="0" y="144016"/>
                </a:lnTo>
                <a:close/>
              </a:path>
            </a:pathLst>
          </a:custGeom>
          <a:solidFill>
            <a:schemeClr val="accent6"/>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mn-cs"/>
            </a:endParaRPr>
          </a:p>
        </p:txBody>
      </p:sp>
      <p:sp>
        <p:nvSpPr>
          <p:cNvPr id="43" name="Rectangle 3">
            <a:extLst>
              <a:ext uri="{FF2B5EF4-FFF2-40B4-BE49-F238E27FC236}">
                <a16:creationId xmlns:a16="http://schemas.microsoft.com/office/drawing/2014/main" id="{C9C9F8F6-F58E-3BD1-227E-8D1D7DECF0CA}"/>
              </a:ext>
              <a:ext uri="{C183D7F6-B498-43B3-948B-1728B52AA6E4}">
                <adec:decorative xmlns:adec="http://schemas.microsoft.com/office/drawing/2017/decorative" val="1"/>
              </a:ext>
            </a:extLst>
          </p:cNvPr>
          <p:cNvSpPr>
            <a:spLocks/>
          </p:cNvSpPr>
          <p:nvPr/>
        </p:nvSpPr>
        <p:spPr>
          <a:xfrm rot="10800000">
            <a:off x="2640229" y="3494880"/>
            <a:ext cx="1728733" cy="126455"/>
          </a:xfrm>
          <a:custGeom>
            <a:avLst/>
            <a:gdLst/>
            <a:ahLst/>
            <a:cxnLst/>
            <a:rect l="l" t="t" r="r" b="b"/>
            <a:pathLst>
              <a:path w="1008112" h="256208">
                <a:moveTo>
                  <a:pt x="0" y="0"/>
                </a:moveTo>
                <a:lnTo>
                  <a:pt x="1008112" y="0"/>
                </a:lnTo>
                <a:lnTo>
                  <a:pt x="1008112" y="144016"/>
                </a:lnTo>
                <a:lnTo>
                  <a:pt x="569127" y="144016"/>
                </a:lnTo>
                <a:lnTo>
                  <a:pt x="504055" y="256208"/>
                </a:lnTo>
                <a:lnTo>
                  <a:pt x="438984" y="144016"/>
                </a:lnTo>
                <a:lnTo>
                  <a:pt x="0" y="144016"/>
                </a:lnTo>
                <a:close/>
              </a:path>
            </a:pathLst>
          </a:custGeom>
          <a:solidFill>
            <a:schemeClr val="accent5"/>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mn-cs"/>
            </a:endParaRPr>
          </a:p>
        </p:txBody>
      </p:sp>
      <p:sp>
        <p:nvSpPr>
          <p:cNvPr id="44" name="Rectangle 3">
            <a:extLst>
              <a:ext uri="{FF2B5EF4-FFF2-40B4-BE49-F238E27FC236}">
                <a16:creationId xmlns:a16="http://schemas.microsoft.com/office/drawing/2014/main" id="{3B64D3F3-BB0F-4D82-7A74-0464D73AF218}"/>
              </a:ext>
              <a:ext uri="{C183D7F6-B498-43B3-948B-1728B52AA6E4}">
                <adec:decorative xmlns:adec="http://schemas.microsoft.com/office/drawing/2017/decorative" val="1"/>
              </a:ext>
            </a:extLst>
          </p:cNvPr>
          <p:cNvSpPr>
            <a:spLocks/>
          </p:cNvSpPr>
          <p:nvPr/>
        </p:nvSpPr>
        <p:spPr>
          <a:xfrm>
            <a:off x="4368963" y="3549649"/>
            <a:ext cx="1728733" cy="126455"/>
          </a:xfrm>
          <a:custGeom>
            <a:avLst/>
            <a:gdLst/>
            <a:ahLst/>
            <a:cxnLst/>
            <a:rect l="l" t="t" r="r" b="b"/>
            <a:pathLst>
              <a:path w="1008112" h="256208">
                <a:moveTo>
                  <a:pt x="0" y="0"/>
                </a:moveTo>
                <a:lnTo>
                  <a:pt x="1008112" y="0"/>
                </a:lnTo>
                <a:lnTo>
                  <a:pt x="1008112" y="144016"/>
                </a:lnTo>
                <a:lnTo>
                  <a:pt x="569127" y="144016"/>
                </a:lnTo>
                <a:lnTo>
                  <a:pt x="504055" y="256208"/>
                </a:lnTo>
                <a:lnTo>
                  <a:pt x="438984" y="144016"/>
                </a:lnTo>
                <a:lnTo>
                  <a:pt x="0" y="144016"/>
                </a:lnTo>
                <a:close/>
              </a:path>
            </a:pathLst>
          </a:custGeom>
          <a:solidFill>
            <a:schemeClr val="accent4"/>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mn-cs"/>
            </a:endParaRPr>
          </a:p>
        </p:txBody>
      </p:sp>
      <p:sp>
        <p:nvSpPr>
          <p:cNvPr id="45" name="Rectangle 3">
            <a:extLst>
              <a:ext uri="{FF2B5EF4-FFF2-40B4-BE49-F238E27FC236}">
                <a16:creationId xmlns:a16="http://schemas.microsoft.com/office/drawing/2014/main" id="{A95CD0EA-31CC-D1FE-65AB-5F2837B0D0CE}"/>
              </a:ext>
              <a:ext uri="{C183D7F6-B498-43B3-948B-1728B52AA6E4}">
                <adec:decorative xmlns:adec="http://schemas.microsoft.com/office/drawing/2017/decorative" val="1"/>
              </a:ext>
            </a:extLst>
          </p:cNvPr>
          <p:cNvSpPr>
            <a:spLocks/>
          </p:cNvSpPr>
          <p:nvPr/>
        </p:nvSpPr>
        <p:spPr>
          <a:xfrm rot="10800000">
            <a:off x="6097696" y="3494880"/>
            <a:ext cx="1728733" cy="126455"/>
          </a:xfrm>
          <a:custGeom>
            <a:avLst/>
            <a:gdLst/>
            <a:ahLst/>
            <a:cxnLst/>
            <a:rect l="l" t="t" r="r" b="b"/>
            <a:pathLst>
              <a:path w="1008112" h="256208">
                <a:moveTo>
                  <a:pt x="0" y="0"/>
                </a:moveTo>
                <a:lnTo>
                  <a:pt x="1008112" y="0"/>
                </a:lnTo>
                <a:lnTo>
                  <a:pt x="1008112" y="144016"/>
                </a:lnTo>
                <a:lnTo>
                  <a:pt x="569127" y="144016"/>
                </a:lnTo>
                <a:lnTo>
                  <a:pt x="504055" y="256208"/>
                </a:lnTo>
                <a:lnTo>
                  <a:pt x="438984" y="144016"/>
                </a:lnTo>
                <a:lnTo>
                  <a:pt x="0" y="144016"/>
                </a:lnTo>
                <a:close/>
              </a:path>
            </a:pathLst>
          </a:custGeom>
          <a:solidFill>
            <a:schemeClr val="accent6"/>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mn-cs"/>
            </a:endParaRPr>
          </a:p>
        </p:txBody>
      </p:sp>
      <p:sp>
        <p:nvSpPr>
          <p:cNvPr id="46" name="Rectangle 3">
            <a:extLst>
              <a:ext uri="{FF2B5EF4-FFF2-40B4-BE49-F238E27FC236}">
                <a16:creationId xmlns:a16="http://schemas.microsoft.com/office/drawing/2014/main" id="{6880BD6F-A995-0888-9F7A-FFE7C1FB094A}"/>
              </a:ext>
              <a:ext uri="{C183D7F6-B498-43B3-948B-1728B52AA6E4}">
                <adec:decorative xmlns:adec="http://schemas.microsoft.com/office/drawing/2017/decorative" val="1"/>
              </a:ext>
            </a:extLst>
          </p:cNvPr>
          <p:cNvSpPr>
            <a:spLocks/>
          </p:cNvSpPr>
          <p:nvPr/>
        </p:nvSpPr>
        <p:spPr>
          <a:xfrm>
            <a:off x="7826429" y="3549649"/>
            <a:ext cx="1728733" cy="126455"/>
          </a:xfrm>
          <a:custGeom>
            <a:avLst/>
            <a:gdLst/>
            <a:ahLst/>
            <a:cxnLst/>
            <a:rect l="l" t="t" r="r" b="b"/>
            <a:pathLst>
              <a:path w="1008112" h="256208">
                <a:moveTo>
                  <a:pt x="0" y="0"/>
                </a:moveTo>
                <a:lnTo>
                  <a:pt x="1008112" y="0"/>
                </a:lnTo>
                <a:lnTo>
                  <a:pt x="1008112" y="144016"/>
                </a:lnTo>
                <a:lnTo>
                  <a:pt x="569127" y="144016"/>
                </a:lnTo>
                <a:lnTo>
                  <a:pt x="504055" y="256208"/>
                </a:lnTo>
                <a:lnTo>
                  <a:pt x="438984" y="144016"/>
                </a:lnTo>
                <a:lnTo>
                  <a:pt x="0" y="144016"/>
                </a:lnTo>
                <a:close/>
              </a:path>
            </a:pathLst>
          </a:custGeom>
          <a:solidFill>
            <a:schemeClr val="accent5"/>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mn-cs"/>
            </a:endParaRPr>
          </a:p>
        </p:txBody>
      </p:sp>
      <p:sp>
        <p:nvSpPr>
          <p:cNvPr id="47" name="Rectangle 3">
            <a:extLst>
              <a:ext uri="{FF2B5EF4-FFF2-40B4-BE49-F238E27FC236}">
                <a16:creationId xmlns:a16="http://schemas.microsoft.com/office/drawing/2014/main" id="{DA27A700-8451-FE00-C5F6-960E750091D5}"/>
              </a:ext>
              <a:ext uri="{C183D7F6-B498-43B3-948B-1728B52AA6E4}">
                <adec:decorative xmlns:adec="http://schemas.microsoft.com/office/drawing/2017/decorative" val="1"/>
              </a:ext>
            </a:extLst>
          </p:cNvPr>
          <p:cNvSpPr>
            <a:spLocks/>
          </p:cNvSpPr>
          <p:nvPr/>
        </p:nvSpPr>
        <p:spPr>
          <a:xfrm rot="10800000">
            <a:off x="9555163" y="3494880"/>
            <a:ext cx="1728733" cy="126455"/>
          </a:xfrm>
          <a:custGeom>
            <a:avLst/>
            <a:gdLst/>
            <a:ahLst/>
            <a:cxnLst/>
            <a:rect l="l" t="t" r="r" b="b"/>
            <a:pathLst>
              <a:path w="1008112" h="256208">
                <a:moveTo>
                  <a:pt x="0" y="0"/>
                </a:moveTo>
                <a:lnTo>
                  <a:pt x="1008112" y="0"/>
                </a:lnTo>
                <a:lnTo>
                  <a:pt x="1008112" y="144016"/>
                </a:lnTo>
                <a:lnTo>
                  <a:pt x="569127" y="144016"/>
                </a:lnTo>
                <a:lnTo>
                  <a:pt x="504055" y="256208"/>
                </a:lnTo>
                <a:lnTo>
                  <a:pt x="438984" y="144016"/>
                </a:lnTo>
                <a:lnTo>
                  <a:pt x="0" y="144016"/>
                </a:lnTo>
                <a:close/>
              </a:path>
            </a:pathLst>
          </a:custGeom>
          <a:solidFill>
            <a:schemeClr val="accent4"/>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mn-cs"/>
            </a:endParaRPr>
          </a:p>
        </p:txBody>
      </p:sp>
      <p:sp>
        <p:nvSpPr>
          <p:cNvPr id="48" name="Oval 47">
            <a:extLst>
              <a:ext uri="{FF2B5EF4-FFF2-40B4-BE49-F238E27FC236}">
                <a16:creationId xmlns:a16="http://schemas.microsoft.com/office/drawing/2014/main" id="{E048D457-55E4-B581-D363-1F931A50A20F}"/>
              </a:ext>
              <a:ext uri="{C183D7F6-B498-43B3-948B-1728B52AA6E4}">
                <adec:decorative xmlns:adec="http://schemas.microsoft.com/office/drawing/2017/decorative" val="1"/>
              </a:ext>
            </a:extLst>
          </p:cNvPr>
          <p:cNvSpPr>
            <a:spLocks noChangeAspect="1"/>
          </p:cNvSpPr>
          <p:nvPr/>
        </p:nvSpPr>
        <p:spPr>
          <a:xfrm>
            <a:off x="1417122" y="2547919"/>
            <a:ext cx="731520" cy="731520"/>
          </a:xfrm>
          <a:prstGeom prst="ellipse">
            <a:avLst/>
          </a:prstGeom>
          <a:noFill/>
          <a:ln w="12700" cap="flat"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mn-cs"/>
            </a:endParaRPr>
          </a:p>
        </p:txBody>
      </p:sp>
      <p:sp>
        <p:nvSpPr>
          <p:cNvPr id="49" name="TextBox 48">
            <a:extLst>
              <a:ext uri="{FF2B5EF4-FFF2-40B4-BE49-F238E27FC236}">
                <a16:creationId xmlns:a16="http://schemas.microsoft.com/office/drawing/2014/main" id="{6BF2F0B7-07B7-C5DD-D086-E56FBDBF18CE}"/>
              </a:ext>
            </a:extLst>
          </p:cNvPr>
          <p:cNvSpPr txBox="1"/>
          <p:nvPr/>
        </p:nvSpPr>
        <p:spPr>
          <a:xfrm>
            <a:off x="1045925" y="3814164"/>
            <a:ext cx="14495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2014</a:t>
            </a:r>
            <a:endParaRPr kumimoji="0" lang="ko-KR" altLang="en-US" sz="24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endParaRPr>
          </a:p>
        </p:txBody>
      </p:sp>
      <p:sp>
        <p:nvSpPr>
          <p:cNvPr id="51" name="TextBox 50">
            <a:extLst>
              <a:ext uri="{FF2B5EF4-FFF2-40B4-BE49-F238E27FC236}">
                <a16:creationId xmlns:a16="http://schemas.microsoft.com/office/drawing/2014/main" id="{E539B5A8-C387-7AE9-A112-0477B3C16E9E}"/>
              </a:ext>
            </a:extLst>
          </p:cNvPr>
          <p:cNvSpPr txBox="1"/>
          <p:nvPr/>
        </p:nvSpPr>
        <p:spPr>
          <a:xfrm>
            <a:off x="892826" y="4479545"/>
            <a:ext cx="173426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Lorem ipsum dolor sit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amet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consectetur</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adipiscing</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elit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Praesent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auctor.</a:t>
            </a:r>
          </a:p>
        </p:txBody>
      </p:sp>
      <p:sp>
        <p:nvSpPr>
          <p:cNvPr id="52" name="TextBox 51">
            <a:extLst>
              <a:ext uri="{FF2B5EF4-FFF2-40B4-BE49-F238E27FC236}">
                <a16:creationId xmlns:a16="http://schemas.microsoft.com/office/drawing/2014/main" id="{70AF5AED-55A2-5648-6CE9-C5B5E12FC0BC}"/>
              </a:ext>
            </a:extLst>
          </p:cNvPr>
          <p:cNvSpPr txBox="1"/>
          <p:nvPr/>
        </p:nvSpPr>
        <p:spPr>
          <a:xfrm>
            <a:off x="1046584" y="4231121"/>
            <a:ext cx="144888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Your Text Here</a:t>
            </a:r>
            <a:endParaRPr kumimoji="0" lang="ko-KR" altLang="en-US" sz="12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endParaRPr>
          </a:p>
        </p:txBody>
      </p:sp>
      <p:sp>
        <p:nvSpPr>
          <p:cNvPr id="53" name="TextBox 52">
            <a:extLst>
              <a:ext uri="{FF2B5EF4-FFF2-40B4-BE49-F238E27FC236}">
                <a16:creationId xmlns:a16="http://schemas.microsoft.com/office/drawing/2014/main" id="{D58DB588-D1BF-16F8-F1B3-F0DDAFE4D1B7}"/>
              </a:ext>
            </a:extLst>
          </p:cNvPr>
          <p:cNvSpPr txBox="1"/>
          <p:nvPr/>
        </p:nvSpPr>
        <p:spPr>
          <a:xfrm>
            <a:off x="2775525" y="1499390"/>
            <a:ext cx="14495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2015</a:t>
            </a:r>
            <a:endParaRPr kumimoji="0" lang="ko-KR" altLang="en-US" sz="24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endParaRPr>
          </a:p>
        </p:txBody>
      </p:sp>
      <p:sp>
        <p:nvSpPr>
          <p:cNvPr id="55" name="TextBox 54">
            <a:extLst>
              <a:ext uri="{FF2B5EF4-FFF2-40B4-BE49-F238E27FC236}">
                <a16:creationId xmlns:a16="http://schemas.microsoft.com/office/drawing/2014/main" id="{41DFC1C8-C486-A788-E13D-F6F386BF60BF}"/>
              </a:ext>
            </a:extLst>
          </p:cNvPr>
          <p:cNvSpPr txBox="1"/>
          <p:nvPr/>
        </p:nvSpPr>
        <p:spPr>
          <a:xfrm>
            <a:off x="2622426" y="2164771"/>
            <a:ext cx="173426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Lorem ipsum dolor sit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amet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consectetur</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adipiscing</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elit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Praesent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auctor.</a:t>
            </a:r>
          </a:p>
        </p:txBody>
      </p:sp>
      <p:sp>
        <p:nvSpPr>
          <p:cNvPr id="56" name="TextBox 55">
            <a:extLst>
              <a:ext uri="{FF2B5EF4-FFF2-40B4-BE49-F238E27FC236}">
                <a16:creationId xmlns:a16="http://schemas.microsoft.com/office/drawing/2014/main" id="{353D4FA8-C8BA-C169-E5C2-0733F5EF0324}"/>
              </a:ext>
            </a:extLst>
          </p:cNvPr>
          <p:cNvSpPr txBox="1"/>
          <p:nvPr/>
        </p:nvSpPr>
        <p:spPr>
          <a:xfrm>
            <a:off x="2776184" y="1916347"/>
            <a:ext cx="144888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Your Text Here</a:t>
            </a:r>
            <a:endParaRPr kumimoji="0" lang="ko-KR" altLang="en-US" sz="12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endParaRPr>
          </a:p>
        </p:txBody>
      </p:sp>
      <p:sp>
        <p:nvSpPr>
          <p:cNvPr id="57" name="Oval 56">
            <a:extLst>
              <a:ext uri="{FF2B5EF4-FFF2-40B4-BE49-F238E27FC236}">
                <a16:creationId xmlns:a16="http://schemas.microsoft.com/office/drawing/2014/main" id="{0CC5AF19-97EB-28C7-B32E-9AB4B29C1072}"/>
              </a:ext>
              <a:ext uri="{C183D7F6-B498-43B3-948B-1728B52AA6E4}">
                <adec:decorative xmlns:adec="http://schemas.microsoft.com/office/drawing/2017/decorative" val="1"/>
              </a:ext>
            </a:extLst>
          </p:cNvPr>
          <p:cNvSpPr>
            <a:spLocks noChangeAspect="1"/>
          </p:cNvSpPr>
          <p:nvPr/>
        </p:nvSpPr>
        <p:spPr>
          <a:xfrm>
            <a:off x="3146722" y="3913460"/>
            <a:ext cx="731520" cy="731520"/>
          </a:xfrm>
          <a:prstGeom prst="ellipse">
            <a:avLst/>
          </a:prstGeom>
          <a:noFill/>
          <a:ln w="12700" cap="flat"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mn-cs"/>
            </a:endParaRPr>
          </a:p>
        </p:txBody>
      </p:sp>
      <p:sp>
        <p:nvSpPr>
          <p:cNvPr id="58" name="Oval 57">
            <a:extLst>
              <a:ext uri="{FF2B5EF4-FFF2-40B4-BE49-F238E27FC236}">
                <a16:creationId xmlns:a16="http://schemas.microsoft.com/office/drawing/2014/main" id="{3935BDE3-51AA-F1B5-3AC3-5BF9D093E784}"/>
              </a:ext>
              <a:ext uri="{C183D7F6-B498-43B3-948B-1728B52AA6E4}">
                <adec:decorative xmlns:adec="http://schemas.microsoft.com/office/drawing/2017/decorative" val="1"/>
              </a:ext>
            </a:extLst>
          </p:cNvPr>
          <p:cNvSpPr>
            <a:spLocks noChangeAspect="1"/>
          </p:cNvSpPr>
          <p:nvPr/>
        </p:nvSpPr>
        <p:spPr>
          <a:xfrm>
            <a:off x="4876322" y="2547919"/>
            <a:ext cx="731520" cy="731520"/>
          </a:xfrm>
          <a:prstGeom prst="ellipse">
            <a:avLst/>
          </a:prstGeom>
          <a:noFill/>
          <a:ln w="12700" cap="flat"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mn-cs"/>
            </a:endParaRPr>
          </a:p>
        </p:txBody>
      </p:sp>
      <p:sp>
        <p:nvSpPr>
          <p:cNvPr id="59" name="TextBox 58">
            <a:extLst>
              <a:ext uri="{FF2B5EF4-FFF2-40B4-BE49-F238E27FC236}">
                <a16:creationId xmlns:a16="http://schemas.microsoft.com/office/drawing/2014/main" id="{9686331E-1AF5-897C-9494-E117CA4899F6}"/>
              </a:ext>
            </a:extLst>
          </p:cNvPr>
          <p:cNvSpPr txBox="1"/>
          <p:nvPr/>
        </p:nvSpPr>
        <p:spPr>
          <a:xfrm>
            <a:off x="4505125" y="3814164"/>
            <a:ext cx="14495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2016</a:t>
            </a:r>
            <a:endParaRPr kumimoji="0" lang="ko-KR" altLang="en-US" sz="24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endParaRPr>
          </a:p>
        </p:txBody>
      </p:sp>
      <p:sp>
        <p:nvSpPr>
          <p:cNvPr id="61" name="TextBox 60">
            <a:extLst>
              <a:ext uri="{FF2B5EF4-FFF2-40B4-BE49-F238E27FC236}">
                <a16:creationId xmlns:a16="http://schemas.microsoft.com/office/drawing/2014/main" id="{D4D88241-2328-557E-1EC3-E8238FA60D6E}"/>
              </a:ext>
            </a:extLst>
          </p:cNvPr>
          <p:cNvSpPr txBox="1"/>
          <p:nvPr/>
        </p:nvSpPr>
        <p:spPr>
          <a:xfrm>
            <a:off x="4352026" y="4479545"/>
            <a:ext cx="173426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Lorem ipsum dolor sit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amet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consectetur</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adipiscing</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elit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Praesent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auctor.</a:t>
            </a:r>
          </a:p>
        </p:txBody>
      </p:sp>
      <p:sp>
        <p:nvSpPr>
          <p:cNvPr id="62" name="TextBox 61">
            <a:extLst>
              <a:ext uri="{FF2B5EF4-FFF2-40B4-BE49-F238E27FC236}">
                <a16:creationId xmlns:a16="http://schemas.microsoft.com/office/drawing/2014/main" id="{D72DFDEE-9004-99BE-BC61-8903017B1D9D}"/>
              </a:ext>
            </a:extLst>
          </p:cNvPr>
          <p:cNvSpPr txBox="1"/>
          <p:nvPr/>
        </p:nvSpPr>
        <p:spPr>
          <a:xfrm>
            <a:off x="4505784" y="4231121"/>
            <a:ext cx="144888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Your Text Here</a:t>
            </a:r>
            <a:endParaRPr kumimoji="0" lang="ko-KR" altLang="en-US" sz="12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endParaRPr>
          </a:p>
        </p:txBody>
      </p:sp>
      <p:sp>
        <p:nvSpPr>
          <p:cNvPr id="63" name="Oval 62">
            <a:extLst>
              <a:ext uri="{FF2B5EF4-FFF2-40B4-BE49-F238E27FC236}">
                <a16:creationId xmlns:a16="http://schemas.microsoft.com/office/drawing/2014/main" id="{3E1FD1A7-E223-0FC7-8FF5-760D61836F44}"/>
              </a:ext>
              <a:ext uri="{C183D7F6-B498-43B3-948B-1728B52AA6E4}">
                <adec:decorative xmlns:adec="http://schemas.microsoft.com/office/drawing/2017/decorative" val="1"/>
              </a:ext>
            </a:extLst>
          </p:cNvPr>
          <p:cNvSpPr>
            <a:spLocks noChangeAspect="1"/>
          </p:cNvSpPr>
          <p:nvPr/>
        </p:nvSpPr>
        <p:spPr>
          <a:xfrm>
            <a:off x="8335522" y="2547919"/>
            <a:ext cx="731520" cy="731520"/>
          </a:xfrm>
          <a:prstGeom prst="ellipse">
            <a:avLst/>
          </a:prstGeom>
          <a:noFill/>
          <a:ln w="12700" cap="flat"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mn-cs"/>
            </a:endParaRPr>
          </a:p>
        </p:txBody>
      </p:sp>
      <p:sp>
        <p:nvSpPr>
          <p:cNvPr id="64" name="TextBox 63">
            <a:extLst>
              <a:ext uri="{FF2B5EF4-FFF2-40B4-BE49-F238E27FC236}">
                <a16:creationId xmlns:a16="http://schemas.microsoft.com/office/drawing/2014/main" id="{0ADA7F9A-6E35-AA27-DE4A-90B93C42FC25}"/>
              </a:ext>
            </a:extLst>
          </p:cNvPr>
          <p:cNvSpPr txBox="1"/>
          <p:nvPr/>
        </p:nvSpPr>
        <p:spPr>
          <a:xfrm>
            <a:off x="7964325" y="3814164"/>
            <a:ext cx="14495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2018</a:t>
            </a:r>
            <a:endParaRPr kumimoji="0" lang="ko-KR" altLang="en-US" sz="24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endParaRPr>
          </a:p>
        </p:txBody>
      </p:sp>
      <p:sp>
        <p:nvSpPr>
          <p:cNvPr id="66" name="TextBox 65">
            <a:extLst>
              <a:ext uri="{FF2B5EF4-FFF2-40B4-BE49-F238E27FC236}">
                <a16:creationId xmlns:a16="http://schemas.microsoft.com/office/drawing/2014/main" id="{3EF3E60F-8285-7F1E-C4FB-ECD1DB48D1DD}"/>
              </a:ext>
            </a:extLst>
          </p:cNvPr>
          <p:cNvSpPr txBox="1"/>
          <p:nvPr/>
        </p:nvSpPr>
        <p:spPr>
          <a:xfrm>
            <a:off x="7811226" y="4479545"/>
            <a:ext cx="173426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Lorem ipsum dolor sit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amet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consectetur</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adipiscing</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elit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Praesent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auctor.</a:t>
            </a:r>
          </a:p>
        </p:txBody>
      </p:sp>
      <p:sp>
        <p:nvSpPr>
          <p:cNvPr id="67" name="TextBox 66">
            <a:extLst>
              <a:ext uri="{FF2B5EF4-FFF2-40B4-BE49-F238E27FC236}">
                <a16:creationId xmlns:a16="http://schemas.microsoft.com/office/drawing/2014/main" id="{6D007081-6EEE-F6A8-A5DC-CAB6FF3F6719}"/>
              </a:ext>
            </a:extLst>
          </p:cNvPr>
          <p:cNvSpPr txBox="1"/>
          <p:nvPr/>
        </p:nvSpPr>
        <p:spPr>
          <a:xfrm>
            <a:off x="7964984" y="4231121"/>
            <a:ext cx="144888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Your Text Here</a:t>
            </a:r>
            <a:endParaRPr kumimoji="0" lang="ko-KR" altLang="en-US" sz="12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endParaRPr>
          </a:p>
        </p:txBody>
      </p:sp>
      <p:sp>
        <p:nvSpPr>
          <p:cNvPr id="68" name="TextBox 67">
            <a:extLst>
              <a:ext uri="{FF2B5EF4-FFF2-40B4-BE49-F238E27FC236}">
                <a16:creationId xmlns:a16="http://schemas.microsoft.com/office/drawing/2014/main" id="{731A3E55-9935-2955-4622-3E731A176CF5}"/>
              </a:ext>
            </a:extLst>
          </p:cNvPr>
          <p:cNvSpPr txBox="1"/>
          <p:nvPr/>
        </p:nvSpPr>
        <p:spPr>
          <a:xfrm>
            <a:off x="6234725" y="1496607"/>
            <a:ext cx="14495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2017</a:t>
            </a:r>
            <a:endParaRPr kumimoji="0" lang="ko-KR" altLang="en-US" sz="24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endParaRPr>
          </a:p>
        </p:txBody>
      </p:sp>
      <p:sp>
        <p:nvSpPr>
          <p:cNvPr id="70" name="TextBox 69">
            <a:extLst>
              <a:ext uri="{FF2B5EF4-FFF2-40B4-BE49-F238E27FC236}">
                <a16:creationId xmlns:a16="http://schemas.microsoft.com/office/drawing/2014/main" id="{0FD784B5-1AFE-A8E7-E73E-89F50F1276DB}"/>
              </a:ext>
            </a:extLst>
          </p:cNvPr>
          <p:cNvSpPr txBox="1"/>
          <p:nvPr/>
        </p:nvSpPr>
        <p:spPr>
          <a:xfrm>
            <a:off x="6081626" y="2161988"/>
            <a:ext cx="173426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Lorem ipsum dolor sit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amet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consectetur</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adipiscing</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elit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Praesent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auctor.</a:t>
            </a:r>
          </a:p>
        </p:txBody>
      </p:sp>
      <p:sp>
        <p:nvSpPr>
          <p:cNvPr id="71" name="TextBox 70">
            <a:extLst>
              <a:ext uri="{FF2B5EF4-FFF2-40B4-BE49-F238E27FC236}">
                <a16:creationId xmlns:a16="http://schemas.microsoft.com/office/drawing/2014/main" id="{9D31CAD2-3F43-1BDC-FF5C-99DDCB9F1C5B}"/>
              </a:ext>
            </a:extLst>
          </p:cNvPr>
          <p:cNvSpPr txBox="1"/>
          <p:nvPr/>
        </p:nvSpPr>
        <p:spPr>
          <a:xfrm>
            <a:off x="6235384" y="1913564"/>
            <a:ext cx="144888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Your Text Here</a:t>
            </a:r>
            <a:endParaRPr kumimoji="0" lang="ko-KR" altLang="en-US" sz="12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endParaRPr>
          </a:p>
        </p:txBody>
      </p:sp>
      <p:sp>
        <p:nvSpPr>
          <p:cNvPr id="72" name="Oval 71">
            <a:extLst>
              <a:ext uri="{FF2B5EF4-FFF2-40B4-BE49-F238E27FC236}">
                <a16:creationId xmlns:a16="http://schemas.microsoft.com/office/drawing/2014/main" id="{59C1DE97-C400-E520-C2AC-F76CFE97C27B}"/>
              </a:ext>
              <a:ext uri="{C183D7F6-B498-43B3-948B-1728B52AA6E4}">
                <adec:decorative xmlns:adec="http://schemas.microsoft.com/office/drawing/2017/decorative" val="1"/>
              </a:ext>
            </a:extLst>
          </p:cNvPr>
          <p:cNvSpPr>
            <a:spLocks noChangeAspect="1"/>
          </p:cNvSpPr>
          <p:nvPr/>
        </p:nvSpPr>
        <p:spPr>
          <a:xfrm>
            <a:off x="6605922" y="3910677"/>
            <a:ext cx="731520" cy="731520"/>
          </a:xfrm>
          <a:prstGeom prst="ellipse">
            <a:avLst/>
          </a:prstGeom>
          <a:noFill/>
          <a:ln w="12700" cap="flat"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mn-cs"/>
            </a:endParaRPr>
          </a:p>
        </p:txBody>
      </p:sp>
      <p:sp>
        <p:nvSpPr>
          <p:cNvPr id="73" name="TextBox 72">
            <a:extLst>
              <a:ext uri="{FF2B5EF4-FFF2-40B4-BE49-F238E27FC236}">
                <a16:creationId xmlns:a16="http://schemas.microsoft.com/office/drawing/2014/main" id="{3211635B-FA8B-B8CA-20E2-46197E4D3D36}"/>
              </a:ext>
            </a:extLst>
          </p:cNvPr>
          <p:cNvSpPr txBox="1"/>
          <p:nvPr/>
        </p:nvSpPr>
        <p:spPr>
          <a:xfrm>
            <a:off x="9693927" y="1379523"/>
            <a:ext cx="1449542" cy="461665"/>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2019</a:t>
            </a:r>
            <a:endParaRPr kumimoji="0" lang="ko-KR" altLang="en-US" sz="24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endParaRPr>
          </a:p>
        </p:txBody>
      </p:sp>
      <p:sp>
        <p:nvSpPr>
          <p:cNvPr id="75" name="TextBox 74">
            <a:extLst>
              <a:ext uri="{FF2B5EF4-FFF2-40B4-BE49-F238E27FC236}">
                <a16:creationId xmlns:a16="http://schemas.microsoft.com/office/drawing/2014/main" id="{4E07CE3A-F064-4A23-84DE-AC659D925F92}"/>
              </a:ext>
            </a:extLst>
          </p:cNvPr>
          <p:cNvSpPr txBox="1"/>
          <p:nvPr/>
        </p:nvSpPr>
        <p:spPr>
          <a:xfrm>
            <a:off x="9540828" y="2159205"/>
            <a:ext cx="173426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Lorem ipsum dolor sit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amet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consectetur</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adipiscing</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elit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t>
            </a:r>
            <a:r>
              <a:rPr kumimoji="0" lang="en-US" altLang="ko-KR" sz="1200" b="0" i="0" u="none" strike="noStrike" kern="1200" cap="none" spc="0" normalizeH="0" baseline="0" noProof="0" dirty="0" err="1">
                <a:ln>
                  <a:noFill/>
                </a:ln>
                <a:solidFill>
                  <a:schemeClr val="bg1"/>
                </a:solidFill>
                <a:effectLst/>
                <a:uLnTx/>
                <a:uFillTx/>
                <a:latin typeface="EYInterstate Light" panose="02000506000000020004" pitchFamily="2" charset="0"/>
                <a:ea typeface="+mn-ea"/>
                <a:cs typeface="Arial" pitchFamily="34" charset="0"/>
              </a:rPr>
              <a:t>Praesent</a:t>
            </a:r>
            <a:r>
              <a:rPr kumimoji="0" lang="en-US" altLang="ko-KR" sz="12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 auctor.</a:t>
            </a:r>
          </a:p>
        </p:txBody>
      </p:sp>
      <p:sp>
        <p:nvSpPr>
          <p:cNvPr id="76" name="TextBox 75">
            <a:extLst>
              <a:ext uri="{FF2B5EF4-FFF2-40B4-BE49-F238E27FC236}">
                <a16:creationId xmlns:a16="http://schemas.microsoft.com/office/drawing/2014/main" id="{60AD86E6-3E04-CA33-6A90-72BDF81F6F2F}"/>
              </a:ext>
            </a:extLst>
          </p:cNvPr>
          <p:cNvSpPr txBox="1"/>
          <p:nvPr/>
        </p:nvSpPr>
        <p:spPr>
          <a:xfrm>
            <a:off x="9694586" y="1910781"/>
            <a:ext cx="144888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rPr>
              <a:t>Your Text Here</a:t>
            </a:r>
            <a:endParaRPr kumimoji="0" lang="ko-KR" altLang="en-US" sz="12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pitchFamily="34" charset="0"/>
            </a:endParaRPr>
          </a:p>
        </p:txBody>
      </p:sp>
      <p:sp>
        <p:nvSpPr>
          <p:cNvPr id="77" name="Oval 76">
            <a:extLst>
              <a:ext uri="{FF2B5EF4-FFF2-40B4-BE49-F238E27FC236}">
                <a16:creationId xmlns:a16="http://schemas.microsoft.com/office/drawing/2014/main" id="{570F1500-4E6B-326E-7CD1-28352516F414}"/>
              </a:ext>
              <a:ext uri="{C183D7F6-B498-43B3-948B-1728B52AA6E4}">
                <adec:decorative xmlns:adec="http://schemas.microsoft.com/office/drawing/2017/decorative" val="1"/>
              </a:ext>
            </a:extLst>
          </p:cNvPr>
          <p:cNvSpPr>
            <a:spLocks noChangeAspect="1"/>
          </p:cNvSpPr>
          <p:nvPr/>
        </p:nvSpPr>
        <p:spPr>
          <a:xfrm>
            <a:off x="10065123" y="3907894"/>
            <a:ext cx="731520" cy="731520"/>
          </a:xfrm>
          <a:prstGeom prst="ellipse">
            <a:avLst/>
          </a:prstGeom>
          <a:noFill/>
          <a:ln w="12700" cap="flat"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mn-cs"/>
            </a:endParaRPr>
          </a:p>
        </p:txBody>
      </p:sp>
      <p:pic>
        <p:nvPicPr>
          <p:cNvPr id="149" name="Graphic 148" descr="Illustration of three humans at a table">
            <a:extLst>
              <a:ext uri="{FF2B5EF4-FFF2-40B4-BE49-F238E27FC236}">
                <a16:creationId xmlns:a16="http://schemas.microsoft.com/office/drawing/2014/main" id="{57693430-25D7-CB4A-02C2-A2EB1A48FB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92594" y="2727768"/>
            <a:ext cx="436076" cy="348860"/>
          </a:xfrm>
          <a:prstGeom prst="rect">
            <a:avLst/>
          </a:prstGeom>
        </p:spPr>
      </p:pic>
      <p:grpSp>
        <p:nvGrpSpPr>
          <p:cNvPr id="152" name="Graphic 72" descr="Illustration of two hands shaking">
            <a:extLst>
              <a:ext uri="{FF2B5EF4-FFF2-40B4-BE49-F238E27FC236}">
                <a16:creationId xmlns:a16="http://schemas.microsoft.com/office/drawing/2014/main" id="{DD979D5E-2F72-1654-8862-EBCDB290057E}"/>
              </a:ext>
            </a:extLst>
          </p:cNvPr>
          <p:cNvGrpSpPr>
            <a:grpSpLocks noChangeAspect="1"/>
          </p:cNvGrpSpPr>
          <p:nvPr/>
        </p:nvGrpSpPr>
        <p:grpSpPr>
          <a:xfrm>
            <a:off x="10223624" y="4104908"/>
            <a:ext cx="414520" cy="337492"/>
            <a:chOff x="5104439" y="5815342"/>
            <a:chExt cx="1296650" cy="1055703"/>
          </a:xfrm>
          <a:solidFill>
            <a:schemeClr val="bg1"/>
          </a:solidFill>
        </p:grpSpPr>
        <p:sp>
          <p:nvSpPr>
            <p:cNvPr id="153" name="Freeform: Shape 152">
              <a:extLst>
                <a:ext uri="{FF2B5EF4-FFF2-40B4-BE49-F238E27FC236}">
                  <a16:creationId xmlns:a16="http://schemas.microsoft.com/office/drawing/2014/main" id="{F95D93D1-7767-1F67-FEC3-AC0AF8F93334}"/>
                </a:ext>
              </a:extLst>
            </p:cNvPr>
            <p:cNvSpPr/>
            <p:nvPr/>
          </p:nvSpPr>
          <p:spPr>
            <a:xfrm>
              <a:off x="5394762" y="5815342"/>
              <a:ext cx="1006327" cy="481287"/>
            </a:xfrm>
            <a:custGeom>
              <a:avLst/>
              <a:gdLst>
                <a:gd name="connsiteX0" fmla="*/ 856015 w 1006327"/>
                <a:gd name="connsiteY0" fmla="*/ 490475 h 481287"/>
                <a:gd name="connsiteX1" fmla="*/ 842889 w 1006327"/>
                <a:gd name="connsiteY1" fmla="*/ 483475 h 481287"/>
                <a:gd name="connsiteX2" fmla="*/ 846827 w 1006327"/>
                <a:gd name="connsiteY2" fmla="*/ 461598 h 481287"/>
                <a:gd name="connsiteX3" fmla="*/ 987275 w 1006327"/>
                <a:gd name="connsiteY3" fmla="*/ 329025 h 481287"/>
                <a:gd name="connsiteX4" fmla="*/ 753632 w 1006327"/>
                <a:gd name="connsiteY4" fmla="*/ 31940 h 481287"/>
                <a:gd name="connsiteX5" fmla="*/ 320474 w 1006327"/>
                <a:gd name="connsiteY5" fmla="*/ 31502 h 481287"/>
                <a:gd name="connsiteX6" fmla="*/ 124459 w 1006327"/>
                <a:gd name="connsiteY6" fmla="*/ 152262 h 481287"/>
                <a:gd name="connsiteX7" fmla="*/ 34327 w 1006327"/>
                <a:gd name="connsiteY7" fmla="*/ 286147 h 481287"/>
                <a:gd name="connsiteX8" fmla="*/ 32577 w 1006327"/>
                <a:gd name="connsiteY8" fmla="*/ 302773 h 481287"/>
                <a:gd name="connsiteX9" fmla="*/ 44390 w 1006327"/>
                <a:gd name="connsiteY9" fmla="*/ 313274 h 481287"/>
                <a:gd name="connsiteX10" fmla="*/ 265782 w 1006327"/>
                <a:gd name="connsiteY10" fmla="*/ 173263 h 481287"/>
                <a:gd name="connsiteX11" fmla="*/ 287659 w 1006327"/>
                <a:gd name="connsiteY11" fmla="*/ 167575 h 481287"/>
                <a:gd name="connsiteX12" fmla="*/ 293347 w 1006327"/>
                <a:gd name="connsiteY12" fmla="*/ 189452 h 481287"/>
                <a:gd name="connsiteX13" fmla="*/ 36952 w 1006327"/>
                <a:gd name="connsiteY13" fmla="*/ 343902 h 481287"/>
                <a:gd name="connsiteX14" fmla="*/ 3262 w 1006327"/>
                <a:gd name="connsiteY14" fmla="*/ 313712 h 481287"/>
                <a:gd name="connsiteX15" fmla="*/ 8513 w 1006327"/>
                <a:gd name="connsiteY15" fmla="*/ 268208 h 481287"/>
                <a:gd name="connsiteX16" fmla="*/ 99082 w 1006327"/>
                <a:gd name="connsiteY16" fmla="*/ 134323 h 481287"/>
                <a:gd name="connsiteX17" fmla="*/ 320912 w 1006327"/>
                <a:gd name="connsiteY17" fmla="*/ 0 h 481287"/>
                <a:gd name="connsiteX18" fmla="*/ 761946 w 1006327"/>
                <a:gd name="connsiteY18" fmla="*/ 438 h 481287"/>
                <a:gd name="connsiteX19" fmla="*/ 774197 w 1006327"/>
                <a:gd name="connsiteY19" fmla="*/ 6563 h 481287"/>
                <a:gd name="connsiteX20" fmla="*/ 1020091 w 1006327"/>
                <a:gd name="connsiteY20" fmla="*/ 319400 h 481287"/>
                <a:gd name="connsiteX21" fmla="*/ 1020528 w 1006327"/>
                <a:gd name="connsiteY21" fmla="*/ 338214 h 481287"/>
                <a:gd name="connsiteX22" fmla="*/ 865204 w 1006327"/>
                <a:gd name="connsiteY22" fmla="*/ 487850 h 481287"/>
                <a:gd name="connsiteX23" fmla="*/ 856015 w 1006327"/>
                <a:gd name="connsiteY23" fmla="*/ 490475 h 48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06327" h="481287">
                  <a:moveTo>
                    <a:pt x="856015" y="490475"/>
                  </a:moveTo>
                  <a:cubicBezTo>
                    <a:pt x="851202" y="490475"/>
                    <a:pt x="845952" y="488288"/>
                    <a:pt x="842889" y="483475"/>
                  </a:cubicBezTo>
                  <a:cubicBezTo>
                    <a:pt x="838077" y="476474"/>
                    <a:pt x="839827" y="466411"/>
                    <a:pt x="846827" y="461598"/>
                  </a:cubicBezTo>
                  <a:cubicBezTo>
                    <a:pt x="920333" y="410844"/>
                    <a:pt x="969774" y="351777"/>
                    <a:pt x="987275" y="329025"/>
                  </a:cubicBezTo>
                  <a:lnTo>
                    <a:pt x="753632" y="31940"/>
                  </a:lnTo>
                  <a:cubicBezTo>
                    <a:pt x="704191" y="31940"/>
                    <a:pt x="428545" y="31502"/>
                    <a:pt x="320474" y="31502"/>
                  </a:cubicBezTo>
                  <a:cubicBezTo>
                    <a:pt x="211091" y="31502"/>
                    <a:pt x="125334" y="150949"/>
                    <a:pt x="124459" y="152262"/>
                  </a:cubicBezTo>
                  <a:lnTo>
                    <a:pt x="34327" y="286147"/>
                  </a:lnTo>
                  <a:cubicBezTo>
                    <a:pt x="30827" y="290960"/>
                    <a:pt x="30389" y="297085"/>
                    <a:pt x="32577" y="302773"/>
                  </a:cubicBezTo>
                  <a:cubicBezTo>
                    <a:pt x="34765" y="308024"/>
                    <a:pt x="39140" y="311962"/>
                    <a:pt x="44390" y="313274"/>
                  </a:cubicBezTo>
                  <a:cubicBezTo>
                    <a:pt x="124022" y="333401"/>
                    <a:pt x="198402" y="286147"/>
                    <a:pt x="265782" y="173263"/>
                  </a:cubicBezTo>
                  <a:cubicBezTo>
                    <a:pt x="270158" y="165825"/>
                    <a:pt x="279783" y="163200"/>
                    <a:pt x="287659" y="167575"/>
                  </a:cubicBezTo>
                  <a:cubicBezTo>
                    <a:pt x="295097" y="171951"/>
                    <a:pt x="297722" y="181576"/>
                    <a:pt x="293347" y="189452"/>
                  </a:cubicBezTo>
                  <a:cubicBezTo>
                    <a:pt x="199715" y="346527"/>
                    <a:pt x="102145" y="360090"/>
                    <a:pt x="36952" y="343902"/>
                  </a:cubicBezTo>
                  <a:cubicBezTo>
                    <a:pt x="21201" y="339964"/>
                    <a:pt x="8950" y="329025"/>
                    <a:pt x="3262" y="313712"/>
                  </a:cubicBezTo>
                  <a:cubicBezTo>
                    <a:pt x="-2426" y="298398"/>
                    <a:pt x="-676" y="281334"/>
                    <a:pt x="8513" y="268208"/>
                  </a:cubicBezTo>
                  <a:lnTo>
                    <a:pt x="99082" y="134323"/>
                  </a:lnTo>
                  <a:cubicBezTo>
                    <a:pt x="103020" y="128635"/>
                    <a:pt x="195340" y="0"/>
                    <a:pt x="320912" y="0"/>
                  </a:cubicBezTo>
                  <a:cubicBezTo>
                    <a:pt x="439921" y="0"/>
                    <a:pt x="761946" y="438"/>
                    <a:pt x="761946" y="438"/>
                  </a:cubicBezTo>
                  <a:cubicBezTo>
                    <a:pt x="766758" y="438"/>
                    <a:pt x="771571" y="2625"/>
                    <a:pt x="774197" y="6563"/>
                  </a:cubicBezTo>
                  <a:lnTo>
                    <a:pt x="1020091" y="319400"/>
                  </a:lnTo>
                  <a:cubicBezTo>
                    <a:pt x="1024466" y="325088"/>
                    <a:pt x="1024466" y="332526"/>
                    <a:pt x="1020528" y="338214"/>
                  </a:cubicBezTo>
                  <a:cubicBezTo>
                    <a:pt x="1018340" y="341714"/>
                    <a:pt x="962774" y="420470"/>
                    <a:pt x="865204" y="487850"/>
                  </a:cubicBezTo>
                  <a:cubicBezTo>
                    <a:pt x="862578" y="489600"/>
                    <a:pt x="859516" y="490475"/>
                    <a:pt x="856015" y="490475"/>
                  </a:cubicBezTo>
                  <a:close/>
                </a:path>
              </a:pathLst>
            </a:custGeom>
            <a:grpFill/>
            <a:ln w="43498"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54" name="Freeform: Shape 153">
              <a:extLst>
                <a:ext uri="{FF2B5EF4-FFF2-40B4-BE49-F238E27FC236}">
                  <a16:creationId xmlns:a16="http://schemas.microsoft.com/office/drawing/2014/main" id="{9C30B81B-43D9-C642-BC8F-BF6CBEA9BABB}"/>
                </a:ext>
              </a:extLst>
            </p:cNvPr>
            <p:cNvSpPr/>
            <p:nvPr/>
          </p:nvSpPr>
          <p:spPr>
            <a:xfrm>
              <a:off x="5551435" y="6552520"/>
              <a:ext cx="262520" cy="262520"/>
            </a:xfrm>
            <a:custGeom>
              <a:avLst/>
              <a:gdLst>
                <a:gd name="connsiteX0" fmla="*/ 98171 w 262520"/>
                <a:gd name="connsiteY0" fmla="*/ 273524 h 262520"/>
                <a:gd name="connsiteX1" fmla="*/ 56167 w 262520"/>
                <a:gd name="connsiteY1" fmla="*/ 256898 h 262520"/>
                <a:gd name="connsiteX2" fmla="*/ 19852 w 262520"/>
                <a:gd name="connsiteY2" fmla="*/ 223646 h 262520"/>
                <a:gd name="connsiteX3" fmla="*/ 16352 w 262520"/>
                <a:gd name="connsiteY3" fmla="*/ 136139 h 262520"/>
                <a:gd name="connsiteX4" fmla="*/ 116985 w 262520"/>
                <a:gd name="connsiteY4" fmla="*/ 27630 h 262520"/>
                <a:gd name="connsiteX5" fmla="*/ 177364 w 262520"/>
                <a:gd name="connsiteY5" fmla="*/ 66 h 262520"/>
                <a:gd name="connsiteX6" fmla="*/ 239494 w 262520"/>
                <a:gd name="connsiteY6" fmla="*/ 22818 h 262520"/>
                <a:gd name="connsiteX7" fmla="*/ 267059 w 262520"/>
                <a:gd name="connsiteY7" fmla="*/ 83197 h 262520"/>
                <a:gd name="connsiteX8" fmla="*/ 244307 w 262520"/>
                <a:gd name="connsiteY8" fmla="*/ 145327 h 262520"/>
                <a:gd name="connsiteX9" fmla="*/ 144112 w 262520"/>
                <a:gd name="connsiteY9" fmla="*/ 253835 h 262520"/>
                <a:gd name="connsiteX10" fmla="*/ 98171 w 262520"/>
                <a:gd name="connsiteY10" fmla="*/ 273524 h 262520"/>
                <a:gd name="connsiteX11" fmla="*/ 180427 w 262520"/>
                <a:gd name="connsiteY11" fmla="*/ 31131 h 262520"/>
                <a:gd name="connsiteX12" fmla="*/ 178239 w 262520"/>
                <a:gd name="connsiteY12" fmla="*/ 31131 h 262520"/>
                <a:gd name="connsiteX13" fmla="*/ 140174 w 262520"/>
                <a:gd name="connsiteY13" fmla="*/ 48632 h 262520"/>
                <a:gd name="connsiteX14" fmla="*/ 39541 w 262520"/>
                <a:gd name="connsiteY14" fmla="*/ 157140 h 262520"/>
                <a:gd name="connsiteX15" fmla="*/ 41291 w 262520"/>
                <a:gd name="connsiteY15" fmla="*/ 200019 h 262520"/>
                <a:gd name="connsiteX16" fmla="*/ 77606 w 262520"/>
                <a:gd name="connsiteY16" fmla="*/ 233271 h 262520"/>
                <a:gd name="connsiteX17" fmla="*/ 120485 w 262520"/>
                <a:gd name="connsiteY17" fmla="*/ 231521 h 262520"/>
                <a:gd name="connsiteX18" fmla="*/ 220680 w 262520"/>
                <a:gd name="connsiteY18" fmla="*/ 123013 h 262520"/>
                <a:gd name="connsiteX19" fmla="*/ 235119 w 262520"/>
                <a:gd name="connsiteY19" fmla="*/ 83635 h 262520"/>
                <a:gd name="connsiteX20" fmla="*/ 217617 w 262520"/>
                <a:gd name="connsiteY20" fmla="*/ 45569 h 262520"/>
                <a:gd name="connsiteX21" fmla="*/ 180427 w 262520"/>
                <a:gd name="connsiteY21" fmla="*/ 31131 h 262520"/>
                <a:gd name="connsiteX22" fmla="*/ 164238 w 262520"/>
                <a:gd name="connsiteY22" fmla="*/ 207894 h 262520"/>
                <a:gd name="connsiteX23" fmla="*/ 164238 w 262520"/>
                <a:gd name="connsiteY23" fmla="*/ 207894 h 262520"/>
                <a:gd name="connsiteX24" fmla="*/ 164238 w 262520"/>
                <a:gd name="connsiteY24" fmla="*/ 207894 h 262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62520" h="262520">
                  <a:moveTo>
                    <a:pt x="98171" y="273524"/>
                  </a:moveTo>
                  <a:cubicBezTo>
                    <a:pt x="83294" y="273524"/>
                    <a:pt x="67981" y="268274"/>
                    <a:pt x="56167" y="256898"/>
                  </a:cubicBezTo>
                  <a:lnTo>
                    <a:pt x="19852" y="223646"/>
                  </a:lnTo>
                  <a:cubicBezTo>
                    <a:pt x="-5087" y="200456"/>
                    <a:pt x="-6837" y="161078"/>
                    <a:pt x="16352" y="136139"/>
                  </a:cubicBezTo>
                  <a:lnTo>
                    <a:pt x="116985" y="27630"/>
                  </a:lnTo>
                  <a:cubicBezTo>
                    <a:pt x="132736" y="10567"/>
                    <a:pt x="154175" y="941"/>
                    <a:pt x="177364" y="66"/>
                  </a:cubicBezTo>
                  <a:cubicBezTo>
                    <a:pt x="200553" y="-809"/>
                    <a:pt x="222430" y="7066"/>
                    <a:pt x="239494" y="22818"/>
                  </a:cubicBezTo>
                  <a:cubicBezTo>
                    <a:pt x="256558" y="38569"/>
                    <a:pt x="266183" y="60008"/>
                    <a:pt x="267059" y="83197"/>
                  </a:cubicBezTo>
                  <a:cubicBezTo>
                    <a:pt x="267934" y="106386"/>
                    <a:pt x="259620" y="128263"/>
                    <a:pt x="244307" y="145327"/>
                  </a:cubicBezTo>
                  <a:lnTo>
                    <a:pt x="144112" y="253835"/>
                  </a:lnTo>
                  <a:cubicBezTo>
                    <a:pt x="131423" y="266524"/>
                    <a:pt x="114797" y="273524"/>
                    <a:pt x="98171" y="273524"/>
                  </a:cubicBezTo>
                  <a:close/>
                  <a:moveTo>
                    <a:pt x="180427" y="31131"/>
                  </a:moveTo>
                  <a:cubicBezTo>
                    <a:pt x="179552" y="31131"/>
                    <a:pt x="179114" y="31131"/>
                    <a:pt x="178239" y="31131"/>
                  </a:cubicBezTo>
                  <a:cubicBezTo>
                    <a:pt x="163801" y="31568"/>
                    <a:pt x="150237" y="38131"/>
                    <a:pt x="140174" y="48632"/>
                  </a:cubicBezTo>
                  <a:lnTo>
                    <a:pt x="39541" y="157140"/>
                  </a:lnTo>
                  <a:cubicBezTo>
                    <a:pt x="28165" y="169391"/>
                    <a:pt x="29040" y="188643"/>
                    <a:pt x="41291" y="200019"/>
                  </a:cubicBezTo>
                  <a:lnTo>
                    <a:pt x="77606" y="233271"/>
                  </a:lnTo>
                  <a:cubicBezTo>
                    <a:pt x="89857" y="244647"/>
                    <a:pt x="109109" y="243772"/>
                    <a:pt x="120485" y="231521"/>
                  </a:cubicBezTo>
                  <a:lnTo>
                    <a:pt x="220680" y="123013"/>
                  </a:lnTo>
                  <a:cubicBezTo>
                    <a:pt x="230743" y="112074"/>
                    <a:pt x="235994" y="98073"/>
                    <a:pt x="235119" y="83635"/>
                  </a:cubicBezTo>
                  <a:cubicBezTo>
                    <a:pt x="234681" y="69196"/>
                    <a:pt x="228118" y="55633"/>
                    <a:pt x="217617" y="45569"/>
                  </a:cubicBezTo>
                  <a:cubicBezTo>
                    <a:pt x="207554" y="36381"/>
                    <a:pt x="194428" y="31131"/>
                    <a:pt x="180427" y="31131"/>
                  </a:cubicBezTo>
                  <a:close/>
                  <a:moveTo>
                    <a:pt x="164238" y="207894"/>
                  </a:moveTo>
                  <a:lnTo>
                    <a:pt x="164238" y="207894"/>
                  </a:lnTo>
                  <a:lnTo>
                    <a:pt x="164238" y="207894"/>
                  </a:lnTo>
                  <a:close/>
                </a:path>
              </a:pathLst>
            </a:custGeom>
            <a:grpFill/>
            <a:ln w="43498"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55" name="Freeform: Shape 154">
              <a:extLst>
                <a:ext uri="{FF2B5EF4-FFF2-40B4-BE49-F238E27FC236}">
                  <a16:creationId xmlns:a16="http://schemas.microsoft.com/office/drawing/2014/main" id="{A7AEBA38-F1E6-1883-C7B4-4630CC90FF3E}"/>
                </a:ext>
              </a:extLst>
            </p:cNvPr>
            <p:cNvSpPr/>
            <p:nvPr/>
          </p:nvSpPr>
          <p:spPr>
            <a:xfrm>
              <a:off x="5179671" y="6350706"/>
              <a:ext cx="218767" cy="218767"/>
            </a:xfrm>
            <a:custGeom>
              <a:avLst/>
              <a:gdLst>
                <a:gd name="connsiteX0" fmla="*/ 98031 w 218766"/>
                <a:gd name="connsiteY0" fmla="*/ 250009 h 218766"/>
                <a:gd name="connsiteX1" fmla="*/ 56028 w 218766"/>
                <a:gd name="connsiteY1" fmla="*/ 233383 h 218766"/>
                <a:gd name="connsiteX2" fmla="*/ 19712 w 218766"/>
                <a:gd name="connsiteY2" fmla="*/ 200130 h 218766"/>
                <a:gd name="connsiteX3" fmla="*/ 23 w 218766"/>
                <a:gd name="connsiteY3" fmla="*/ 157252 h 218766"/>
                <a:gd name="connsiteX4" fmla="*/ 16212 w 218766"/>
                <a:gd name="connsiteY4" fmla="*/ 112624 h 218766"/>
                <a:gd name="connsiteX5" fmla="*/ 94968 w 218766"/>
                <a:gd name="connsiteY5" fmla="*/ 27742 h 218766"/>
                <a:gd name="connsiteX6" fmla="*/ 217478 w 218766"/>
                <a:gd name="connsiteY6" fmla="*/ 22929 h 218766"/>
                <a:gd name="connsiteX7" fmla="*/ 222291 w 218766"/>
                <a:gd name="connsiteY7" fmla="*/ 145439 h 218766"/>
                <a:gd name="connsiteX8" fmla="*/ 143535 w 218766"/>
                <a:gd name="connsiteY8" fmla="*/ 230320 h 218766"/>
                <a:gd name="connsiteX9" fmla="*/ 100656 w 218766"/>
                <a:gd name="connsiteY9" fmla="*/ 250009 h 218766"/>
                <a:gd name="connsiteX10" fmla="*/ 98031 w 218766"/>
                <a:gd name="connsiteY10" fmla="*/ 250009 h 218766"/>
                <a:gd name="connsiteX11" fmla="*/ 158411 w 218766"/>
                <a:gd name="connsiteY11" fmla="*/ 31680 h 218766"/>
                <a:gd name="connsiteX12" fmla="*/ 118158 w 218766"/>
                <a:gd name="connsiteY12" fmla="*/ 49181 h 218766"/>
                <a:gd name="connsiteX13" fmla="*/ 39402 w 218766"/>
                <a:gd name="connsiteY13" fmla="*/ 134063 h 218766"/>
                <a:gd name="connsiteX14" fmla="*/ 31526 w 218766"/>
                <a:gd name="connsiteY14" fmla="*/ 155940 h 218766"/>
                <a:gd name="connsiteX15" fmla="*/ 41152 w 218766"/>
                <a:gd name="connsiteY15" fmla="*/ 176941 h 218766"/>
                <a:gd name="connsiteX16" fmla="*/ 77467 w 218766"/>
                <a:gd name="connsiteY16" fmla="*/ 210194 h 218766"/>
                <a:gd name="connsiteX17" fmla="*/ 99344 w 218766"/>
                <a:gd name="connsiteY17" fmla="*/ 218069 h 218766"/>
                <a:gd name="connsiteX18" fmla="*/ 120345 w 218766"/>
                <a:gd name="connsiteY18" fmla="*/ 208444 h 218766"/>
                <a:gd name="connsiteX19" fmla="*/ 152723 w 218766"/>
                <a:gd name="connsiteY19" fmla="*/ 173441 h 218766"/>
                <a:gd name="connsiteX20" fmla="*/ 152723 w 218766"/>
                <a:gd name="connsiteY20" fmla="*/ 173441 h 218766"/>
                <a:gd name="connsiteX21" fmla="*/ 199101 w 218766"/>
                <a:gd name="connsiteY21" fmla="*/ 123562 h 218766"/>
                <a:gd name="connsiteX22" fmla="*/ 196039 w 218766"/>
                <a:gd name="connsiteY22" fmla="*/ 46119 h 218766"/>
                <a:gd name="connsiteX23" fmla="*/ 158411 w 218766"/>
                <a:gd name="connsiteY23" fmla="*/ 31680 h 218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8766" h="218766">
                  <a:moveTo>
                    <a:pt x="98031" y="250009"/>
                  </a:moveTo>
                  <a:cubicBezTo>
                    <a:pt x="82280" y="250009"/>
                    <a:pt x="67404" y="244321"/>
                    <a:pt x="56028" y="233383"/>
                  </a:cubicBezTo>
                  <a:lnTo>
                    <a:pt x="19712" y="200130"/>
                  </a:lnTo>
                  <a:cubicBezTo>
                    <a:pt x="7462" y="188755"/>
                    <a:pt x="461" y="173441"/>
                    <a:pt x="23" y="157252"/>
                  </a:cubicBezTo>
                  <a:cubicBezTo>
                    <a:pt x="-414" y="140626"/>
                    <a:pt x="5274" y="124875"/>
                    <a:pt x="16212" y="112624"/>
                  </a:cubicBezTo>
                  <a:lnTo>
                    <a:pt x="94968" y="27742"/>
                  </a:lnTo>
                  <a:cubicBezTo>
                    <a:pt x="127346" y="-7261"/>
                    <a:pt x="182037" y="-9448"/>
                    <a:pt x="217478" y="22929"/>
                  </a:cubicBezTo>
                  <a:cubicBezTo>
                    <a:pt x="252480" y="55307"/>
                    <a:pt x="254668" y="110436"/>
                    <a:pt x="222291" y="145439"/>
                  </a:cubicBezTo>
                  <a:lnTo>
                    <a:pt x="143535" y="230320"/>
                  </a:lnTo>
                  <a:cubicBezTo>
                    <a:pt x="132159" y="242571"/>
                    <a:pt x="116845" y="249572"/>
                    <a:pt x="100656" y="250009"/>
                  </a:cubicBezTo>
                  <a:cubicBezTo>
                    <a:pt x="99781" y="250009"/>
                    <a:pt x="98906" y="250009"/>
                    <a:pt x="98031" y="250009"/>
                  </a:cubicBezTo>
                  <a:close/>
                  <a:moveTo>
                    <a:pt x="158411" y="31680"/>
                  </a:moveTo>
                  <a:cubicBezTo>
                    <a:pt x="143535" y="31680"/>
                    <a:pt x="129096" y="37805"/>
                    <a:pt x="118158" y="49181"/>
                  </a:cubicBezTo>
                  <a:lnTo>
                    <a:pt x="39402" y="134063"/>
                  </a:lnTo>
                  <a:cubicBezTo>
                    <a:pt x="34151" y="139751"/>
                    <a:pt x="31088" y="147626"/>
                    <a:pt x="31526" y="155940"/>
                  </a:cubicBezTo>
                  <a:cubicBezTo>
                    <a:pt x="31963" y="164253"/>
                    <a:pt x="35464" y="171691"/>
                    <a:pt x="41152" y="176941"/>
                  </a:cubicBezTo>
                  <a:lnTo>
                    <a:pt x="77467" y="210194"/>
                  </a:lnTo>
                  <a:cubicBezTo>
                    <a:pt x="83155" y="215444"/>
                    <a:pt x="91030" y="218944"/>
                    <a:pt x="99344" y="218069"/>
                  </a:cubicBezTo>
                  <a:cubicBezTo>
                    <a:pt x="107657" y="217632"/>
                    <a:pt x="115095" y="214131"/>
                    <a:pt x="120345" y="208444"/>
                  </a:cubicBezTo>
                  <a:lnTo>
                    <a:pt x="152723" y="173441"/>
                  </a:lnTo>
                  <a:lnTo>
                    <a:pt x="152723" y="173441"/>
                  </a:lnTo>
                  <a:lnTo>
                    <a:pt x="199101" y="123562"/>
                  </a:lnTo>
                  <a:cubicBezTo>
                    <a:pt x="219665" y="101248"/>
                    <a:pt x="218353" y="66683"/>
                    <a:pt x="196039" y="46119"/>
                  </a:cubicBezTo>
                  <a:cubicBezTo>
                    <a:pt x="185100" y="36493"/>
                    <a:pt x="171974" y="31680"/>
                    <a:pt x="158411" y="31680"/>
                  </a:cubicBezTo>
                  <a:close/>
                </a:path>
              </a:pathLst>
            </a:custGeom>
            <a:grpFill/>
            <a:ln w="43498"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56" name="Freeform: Shape 155">
              <a:extLst>
                <a:ext uri="{FF2B5EF4-FFF2-40B4-BE49-F238E27FC236}">
                  <a16:creationId xmlns:a16="http://schemas.microsoft.com/office/drawing/2014/main" id="{664E3827-F2B2-CAD5-D970-935F8FCDDD93}"/>
                </a:ext>
              </a:extLst>
            </p:cNvPr>
            <p:cNvSpPr/>
            <p:nvPr/>
          </p:nvSpPr>
          <p:spPr>
            <a:xfrm>
              <a:off x="5416318" y="6458776"/>
              <a:ext cx="262520" cy="262520"/>
            </a:xfrm>
            <a:custGeom>
              <a:avLst/>
              <a:gdLst>
                <a:gd name="connsiteX0" fmla="*/ 98090 w 262520"/>
                <a:gd name="connsiteY0" fmla="*/ 303826 h 262520"/>
                <a:gd name="connsiteX1" fmla="*/ 56087 w 262520"/>
                <a:gd name="connsiteY1" fmla="*/ 287637 h 262520"/>
                <a:gd name="connsiteX2" fmla="*/ 19772 w 262520"/>
                <a:gd name="connsiteY2" fmla="*/ 254385 h 262520"/>
                <a:gd name="connsiteX3" fmla="*/ 83 w 262520"/>
                <a:gd name="connsiteY3" fmla="*/ 211506 h 262520"/>
                <a:gd name="connsiteX4" fmla="*/ 16271 w 262520"/>
                <a:gd name="connsiteY4" fmla="*/ 166878 h 262520"/>
                <a:gd name="connsiteX5" fmla="*/ 48649 w 262520"/>
                <a:gd name="connsiteY5" fmla="*/ 131875 h 262520"/>
                <a:gd name="connsiteX6" fmla="*/ 143156 w 262520"/>
                <a:gd name="connsiteY6" fmla="*/ 27742 h 262520"/>
                <a:gd name="connsiteX7" fmla="*/ 265666 w 262520"/>
                <a:gd name="connsiteY7" fmla="*/ 22929 h 262520"/>
                <a:gd name="connsiteX8" fmla="*/ 270478 w 262520"/>
                <a:gd name="connsiteY8" fmla="*/ 145439 h 262520"/>
                <a:gd name="connsiteX9" fmla="*/ 175971 w 262520"/>
                <a:gd name="connsiteY9" fmla="*/ 249572 h 262520"/>
                <a:gd name="connsiteX10" fmla="*/ 175971 w 262520"/>
                <a:gd name="connsiteY10" fmla="*/ 249572 h 262520"/>
                <a:gd name="connsiteX11" fmla="*/ 143594 w 262520"/>
                <a:gd name="connsiteY11" fmla="*/ 284575 h 262520"/>
                <a:gd name="connsiteX12" fmla="*/ 100715 w 262520"/>
                <a:gd name="connsiteY12" fmla="*/ 304264 h 262520"/>
                <a:gd name="connsiteX13" fmla="*/ 98090 w 262520"/>
                <a:gd name="connsiteY13" fmla="*/ 303826 h 262520"/>
                <a:gd name="connsiteX14" fmla="*/ 207036 w 262520"/>
                <a:gd name="connsiteY14" fmla="*/ 31242 h 262520"/>
                <a:gd name="connsiteX15" fmla="*/ 166783 w 262520"/>
                <a:gd name="connsiteY15" fmla="*/ 48744 h 262520"/>
                <a:gd name="connsiteX16" fmla="*/ 39898 w 262520"/>
                <a:gd name="connsiteY16" fmla="*/ 187880 h 262520"/>
                <a:gd name="connsiteX17" fmla="*/ 32023 w 262520"/>
                <a:gd name="connsiteY17" fmla="*/ 209756 h 262520"/>
                <a:gd name="connsiteX18" fmla="*/ 41648 w 262520"/>
                <a:gd name="connsiteY18" fmla="*/ 230758 h 262520"/>
                <a:gd name="connsiteX19" fmla="*/ 77964 w 262520"/>
                <a:gd name="connsiteY19" fmla="*/ 264010 h 262520"/>
                <a:gd name="connsiteX20" fmla="*/ 99840 w 262520"/>
                <a:gd name="connsiteY20" fmla="*/ 271886 h 262520"/>
                <a:gd name="connsiteX21" fmla="*/ 120842 w 262520"/>
                <a:gd name="connsiteY21" fmla="*/ 262260 h 262520"/>
                <a:gd name="connsiteX22" fmla="*/ 153219 w 262520"/>
                <a:gd name="connsiteY22" fmla="*/ 227258 h 262520"/>
                <a:gd name="connsiteX23" fmla="*/ 247727 w 262520"/>
                <a:gd name="connsiteY23" fmla="*/ 123125 h 262520"/>
                <a:gd name="connsiteX24" fmla="*/ 244664 w 262520"/>
                <a:gd name="connsiteY24" fmla="*/ 45244 h 262520"/>
                <a:gd name="connsiteX25" fmla="*/ 207036 w 262520"/>
                <a:gd name="connsiteY25" fmla="*/ 31242 h 262520"/>
                <a:gd name="connsiteX26" fmla="*/ 164158 w 262520"/>
                <a:gd name="connsiteY26" fmla="*/ 238633 h 262520"/>
                <a:gd name="connsiteX27" fmla="*/ 164158 w 262520"/>
                <a:gd name="connsiteY27" fmla="*/ 238633 h 262520"/>
                <a:gd name="connsiteX28" fmla="*/ 164158 w 262520"/>
                <a:gd name="connsiteY28" fmla="*/ 238633 h 262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2520" h="262520">
                  <a:moveTo>
                    <a:pt x="98090" y="303826"/>
                  </a:moveTo>
                  <a:cubicBezTo>
                    <a:pt x="82339" y="303826"/>
                    <a:pt x="67463" y="298138"/>
                    <a:pt x="56087" y="287637"/>
                  </a:cubicBezTo>
                  <a:lnTo>
                    <a:pt x="19772" y="254385"/>
                  </a:lnTo>
                  <a:cubicBezTo>
                    <a:pt x="7521" y="243009"/>
                    <a:pt x="520" y="227695"/>
                    <a:pt x="83" y="211506"/>
                  </a:cubicBezTo>
                  <a:cubicBezTo>
                    <a:pt x="-792" y="194880"/>
                    <a:pt x="5333" y="179129"/>
                    <a:pt x="16271" y="166878"/>
                  </a:cubicBezTo>
                  <a:lnTo>
                    <a:pt x="48649" y="131875"/>
                  </a:lnTo>
                  <a:lnTo>
                    <a:pt x="143156" y="27742"/>
                  </a:lnTo>
                  <a:cubicBezTo>
                    <a:pt x="175534" y="-7261"/>
                    <a:pt x="230663" y="-9448"/>
                    <a:pt x="265666" y="22929"/>
                  </a:cubicBezTo>
                  <a:cubicBezTo>
                    <a:pt x="300668" y="55307"/>
                    <a:pt x="302856" y="110436"/>
                    <a:pt x="270478" y="145439"/>
                  </a:cubicBezTo>
                  <a:lnTo>
                    <a:pt x="175971" y="249572"/>
                  </a:lnTo>
                  <a:cubicBezTo>
                    <a:pt x="175971" y="249572"/>
                    <a:pt x="175971" y="249572"/>
                    <a:pt x="175971" y="249572"/>
                  </a:cubicBezTo>
                  <a:lnTo>
                    <a:pt x="143594" y="284575"/>
                  </a:lnTo>
                  <a:cubicBezTo>
                    <a:pt x="132218" y="296825"/>
                    <a:pt x="116904" y="303826"/>
                    <a:pt x="100715" y="304264"/>
                  </a:cubicBezTo>
                  <a:cubicBezTo>
                    <a:pt x="99840" y="303826"/>
                    <a:pt x="98965" y="303826"/>
                    <a:pt x="98090" y="303826"/>
                  </a:cubicBezTo>
                  <a:close/>
                  <a:moveTo>
                    <a:pt x="207036" y="31242"/>
                  </a:moveTo>
                  <a:cubicBezTo>
                    <a:pt x="192160" y="31242"/>
                    <a:pt x="177284" y="37368"/>
                    <a:pt x="166783" y="48744"/>
                  </a:cubicBezTo>
                  <a:lnTo>
                    <a:pt x="39898" y="187880"/>
                  </a:lnTo>
                  <a:cubicBezTo>
                    <a:pt x="34648" y="193567"/>
                    <a:pt x="31585" y="201443"/>
                    <a:pt x="32023" y="209756"/>
                  </a:cubicBezTo>
                  <a:cubicBezTo>
                    <a:pt x="32460" y="218069"/>
                    <a:pt x="35960" y="225507"/>
                    <a:pt x="41648" y="230758"/>
                  </a:cubicBezTo>
                  <a:lnTo>
                    <a:pt x="77964" y="264010"/>
                  </a:lnTo>
                  <a:cubicBezTo>
                    <a:pt x="84089" y="269261"/>
                    <a:pt x="91527" y="272324"/>
                    <a:pt x="99840" y="271886"/>
                  </a:cubicBezTo>
                  <a:cubicBezTo>
                    <a:pt x="108153" y="271448"/>
                    <a:pt x="115591" y="267948"/>
                    <a:pt x="120842" y="262260"/>
                  </a:cubicBezTo>
                  <a:lnTo>
                    <a:pt x="153219" y="227258"/>
                  </a:lnTo>
                  <a:lnTo>
                    <a:pt x="247727" y="123125"/>
                  </a:lnTo>
                  <a:cubicBezTo>
                    <a:pt x="268291" y="100810"/>
                    <a:pt x="266978" y="65808"/>
                    <a:pt x="244664" y="45244"/>
                  </a:cubicBezTo>
                  <a:cubicBezTo>
                    <a:pt x="233288" y="36055"/>
                    <a:pt x="220162" y="31242"/>
                    <a:pt x="207036" y="31242"/>
                  </a:cubicBezTo>
                  <a:close/>
                  <a:moveTo>
                    <a:pt x="164158" y="238633"/>
                  </a:moveTo>
                  <a:lnTo>
                    <a:pt x="164158" y="238633"/>
                  </a:lnTo>
                  <a:lnTo>
                    <a:pt x="164158" y="238633"/>
                  </a:lnTo>
                  <a:close/>
                </a:path>
              </a:pathLst>
            </a:custGeom>
            <a:grpFill/>
            <a:ln w="43498"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57" name="Freeform: Shape 156">
              <a:extLst>
                <a:ext uri="{FF2B5EF4-FFF2-40B4-BE49-F238E27FC236}">
                  <a16:creationId xmlns:a16="http://schemas.microsoft.com/office/drawing/2014/main" id="{412BA291-9108-FFB7-4CEE-2A4208308F8A}"/>
                </a:ext>
              </a:extLst>
            </p:cNvPr>
            <p:cNvSpPr/>
            <p:nvPr/>
          </p:nvSpPr>
          <p:spPr>
            <a:xfrm>
              <a:off x="5282929" y="6346440"/>
              <a:ext cx="306274" cy="350027"/>
            </a:xfrm>
            <a:custGeom>
              <a:avLst/>
              <a:gdLst>
                <a:gd name="connsiteX0" fmla="*/ 98031 w 306273"/>
                <a:gd name="connsiteY0" fmla="*/ 352282 h 350026"/>
                <a:gd name="connsiteX1" fmla="*/ 56028 w 306273"/>
                <a:gd name="connsiteY1" fmla="*/ 335656 h 350026"/>
                <a:gd name="connsiteX2" fmla="*/ 19713 w 306273"/>
                <a:gd name="connsiteY2" fmla="*/ 302403 h 350026"/>
                <a:gd name="connsiteX3" fmla="*/ 23 w 306273"/>
                <a:gd name="connsiteY3" fmla="*/ 259525 h 350026"/>
                <a:gd name="connsiteX4" fmla="*/ 16212 w 306273"/>
                <a:gd name="connsiteY4" fmla="*/ 214896 h 350026"/>
                <a:gd name="connsiteX5" fmla="*/ 48590 w 306273"/>
                <a:gd name="connsiteY5" fmla="*/ 179894 h 350026"/>
                <a:gd name="connsiteX6" fmla="*/ 184663 w 306273"/>
                <a:gd name="connsiteY6" fmla="*/ 28069 h 350026"/>
                <a:gd name="connsiteX7" fmla="*/ 307172 w 306273"/>
                <a:gd name="connsiteY7" fmla="*/ 23257 h 350026"/>
                <a:gd name="connsiteX8" fmla="*/ 311985 w 306273"/>
                <a:gd name="connsiteY8" fmla="*/ 145766 h 350026"/>
                <a:gd name="connsiteX9" fmla="*/ 175912 w 306273"/>
                <a:gd name="connsiteY9" fmla="*/ 297153 h 350026"/>
                <a:gd name="connsiteX10" fmla="*/ 175912 w 306273"/>
                <a:gd name="connsiteY10" fmla="*/ 297153 h 350026"/>
                <a:gd name="connsiteX11" fmla="*/ 143535 w 306273"/>
                <a:gd name="connsiteY11" fmla="*/ 332155 h 350026"/>
                <a:gd name="connsiteX12" fmla="*/ 98031 w 306273"/>
                <a:gd name="connsiteY12" fmla="*/ 352282 h 350026"/>
                <a:gd name="connsiteX13" fmla="*/ 248543 w 306273"/>
                <a:gd name="connsiteY13" fmla="*/ 32007 h 350026"/>
                <a:gd name="connsiteX14" fmla="*/ 208290 w 306273"/>
                <a:gd name="connsiteY14" fmla="*/ 49509 h 350026"/>
                <a:gd name="connsiteX15" fmla="*/ 72217 w 306273"/>
                <a:gd name="connsiteY15" fmla="*/ 201333 h 350026"/>
                <a:gd name="connsiteX16" fmla="*/ 39839 w 306273"/>
                <a:gd name="connsiteY16" fmla="*/ 236335 h 350026"/>
                <a:gd name="connsiteX17" fmla="*/ 31963 w 306273"/>
                <a:gd name="connsiteY17" fmla="*/ 258212 h 350026"/>
                <a:gd name="connsiteX18" fmla="*/ 41589 w 306273"/>
                <a:gd name="connsiteY18" fmla="*/ 279214 h 350026"/>
                <a:gd name="connsiteX19" fmla="*/ 77904 w 306273"/>
                <a:gd name="connsiteY19" fmla="*/ 312466 h 350026"/>
                <a:gd name="connsiteX20" fmla="*/ 120783 w 306273"/>
                <a:gd name="connsiteY20" fmla="*/ 310716 h 350026"/>
                <a:gd name="connsiteX21" fmla="*/ 153160 w 306273"/>
                <a:gd name="connsiteY21" fmla="*/ 275714 h 350026"/>
                <a:gd name="connsiteX22" fmla="*/ 289233 w 306273"/>
                <a:gd name="connsiteY22" fmla="*/ 123889 h 350026"/>
                <a:gd name="connsiteX23" fmla="*/ 286171 w 306273"/>
                <a:gd name="connsiteY23" fmla="*/ 46008 h 350026"/>
                <a:gd name="connsiteX24" fmla="*/ 248543 w 306273"/>
                <a:gd name="connsiteY24" fmla="*/ 32007 h 350026"/>
                <a:gd name="connsiteX25" fmla="*/ 164099 w 306273"/>
                <a:gd name="connsiteY25" fmla="*/ 286652 h 350026"/>
                <a:gd name="connsiteX26" fmla="*/ 164099 w 306273"/>
                <a:gd name="connsiteY26" fmla="*/ 286652 h 350026"/>
                <a:gd name="connsiteX27" fmla="*/ 164099 w 306273"/>
                <a:gd name="connsiteY27" fmla="*/ 286652 h 350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06273" h="350026">
                  <a:moveTo>
                    <a:pt x="98031" y="352282"/>
                  </a:moveTo>
                  <a:cubicBezTo>
                    <a:pt x="83155" y="352282"/>
                    <a:pt x="67841" y="347032"/>
                    <a:pt x="56028" y="335656"/>
                  </a:cubicBezTo>
                  <a:lnTo>
                    <a:pt x="19713" y="302403"/>
                  </a:lnTo>
                  <a:cubicBezTo>
                    <a:pt x="7462" y="291027"/>
                    <a:pt x="461" y="275714"/>
                    <a:pt x="23" y="259525"/>
                  </a:cubicBezTo>
                  <a:cubicBezTo>
                    <a:pt x="-414" y="242899"/>
                    <a:pt x="5274" y="227147"/>
                    <a:pt x="16212" y="214896"/>
                  </a:cubicBezTo>
                  <a:lnTo>
                    <a:pt x="48590" y="179894"/>
                  </a:lnTo>
                  <a:lnTo>
                    <a:pt x="184663" y="28069"/>
                  </a:lnTo>
                  <a:cubicBezTo>
                    <a:pt x="217040" y="-7371"/>
                    <a:pt x="272169" y="-9558"/>
                    <a:pt x="307172" y="23257"/>
                  </a:cubicBezTo>
                  <a:cubicBezTo>
                    <a:pt x="342175" y="55634"/>
                    <a:pt x="344362" y="110763"/>
                    <a:pt x="311985" y="145766"/>
                  </a:cubicBezTo>
                  <a:lnTo>
                    <a:pt x="175912" y="297153"/>
                  </a:lnTo>
                  <a:cubicBezTo>
                    <a:pt x="175912" y="297153"/>
                    <a:pt x="175912" y="297153"/>
                    <a:pt x="175912" y="297153"/>
                  </a:cubicBezTo>
                  <a:lnTo>
                    <a:pt x="143535" y="332155"/>
                  </a:lnTo>
                  <a:cubicBezTo>
                    <a:pt x="131284" y="345719"/>
                    <a:pt x="114657" y="352282"/>
                    <a:pt x="98031" y="352282"/>
                  </a:cubicBezTo>
                  <a:close/>
                  <a:moveTo>
                    <a:pt x="248543" y="32007"/>
                  </a:moveTo>
                  <a:cubicBezTo>
                    <a:pt x="233666" y="32007"/>
                    <a:pt x="218790" y="38133"/>
                    <a:pt x="208290" y="49509"/>
                  </a:cubicBezTo>
                  <a:lnTo>
                    <a:pt x="72217" y="201333"/>
                  </a:lnTo>
                  <a:lnTo>
                    <a:pt x="39839" y="236335"/>
                  </a:lnTo>
                  <a:cubicBezTo>
                    <a:pt x="34589" y="242023"/>
                    <a:pt x="31526" y="249899"/>
                    <a:pt x="31963" y="258212"/>
                  </a:cubicBezTo>
                  <a:cubicBezTo>
                    <a:pt x="32401" y="266525"/>
                    <a:pt x="35901" y="273963"/>
                    <a:pt x="41589" y="279214"/>
                  </a:cubicBezTo>
                  <a:lnTo>
                    <a:pt x="77904" y="312466"/>
                  </a:lnTo>
                  <a:cubicBezTo>
                    <a:pt x="90155" y="323842"/>
                    <a:pt x="109407" y="322967"/>
                    <a:pt x="120783" y="310716"/>
                  </a:cubicBezTo>
                  <a:lnTo>
                    <a:pt x="153160" y="275714"/>
                  </a:lnTo>
                  <a:lnTo>
                    <a:pt x="289233" y="123889"/>
                  </a:lnTo>
                  <a:cubicBezTo>
                    <a:pt x="309797" y="101575"/>
                    <a:pt x="308485" y="66572"/>
                    <a:pt x="286171" y="46008"/>
                  </a:cubicBezTo>
                  <a:cubicBezTo>
                    <a:pt x="275232" y="36820"/>
                    <a:pt x="261669" y="32007"/>
                    <a:pt x="248543" y="32007"/>
                  </a:cubicBezTo>
                  <a:close/>
                  <a:moveTo>
                    <a:pt x="164099" y="286652"/>
                  </a:moveTo>
                  <a:lnTo>
                    <a:pt x="164099" y="286652"/>
                  </a:lnTo>
                  <a:lnTo>
                    <a:pt x="164099" y="286652"/>
                  </a:lnTo>
                  <a:close/>
                </a:path>
              </a:pathLst>
            </a:custGeom>
            <a:grpFill/>
            <a:ln w="43498"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grpSp>
          <p:nvGrpSpPr>
            <p:cNvPr id="158" name="Graphic 72">
              <a:extLst>
                <a:ext uri="{FF2B5EF4-FFF2-40B4-BE49-F238E27FC236}">
                  <a16:creationId xmlns:a16="http://schemas.microsoft.com/office/drawing/2014/main" id="{BB628DBA-71C3-2415-80D5-221067B9388C}"/>
                </a:ext>
              </a:extLst>
            </p:cNvPr>
            <p:cNvGrpSpPr/>
            <p:nvPr/>
          </p:nvGrpSpPr>
          <p:grpSpPr>
            <a:xfrm>
              <a:off x="5104439" y="5820964"/>
              <a:ext cx="1225094" cy="1050081"/>
              <a:chOff x="5104439" y="5820964"/>
              <a:chExt cx="1225094" cy="1050081"/>
            </a:xfrm>
            <a:grpFill/>
          </p:grpSpPr>
          <p:sp>
            <p:nvSpPr>
              <p:cNvPr id="159" name="Freeform: Shape 158">
                <a:extLst>
                  <a:ext uri="{FF2B5EF4-FFF2-40B4-BE49-F238E27FC236}">
                    <a16:creationId xmlns:a16="http://schemas.microsoft.com/office/drawing/2014/main" id="{B420C855-2EE2-7DC2-CD8A-375A0343C4D6}"/>
                  </a:ext>
                </a:extLst>
              </p:cNvPr>
              <p:cNvSpPr/>
              <p:nvPr/>
            </p:nvSpPr>
            <p:spPr>
              <a:xfrm>
                <a:off x="6056883" y="6442261"/>
                <a:ext cx="131260" cy="175013"/>
              </a:xfrm>
              <a:custGeom>
                <a:avLst/>
                <a:gdLst>
                  <a:gd name="connsiteX0" fmla="*/ 68759 w 131260"/>
                  <a:gd name="connsiteY0" fmla="*/ 177705 h 175013"/>
                  <a:gd name="connsiteX1" fmla="*/ 7067 w 131260"/>
                  <a:gd name="connsiteY1" fmla="*/ 160204 h 175013"/>
                  <a:gd name="connsiteX2" fmla="*/ 2692 w 131260"/>
                  <a:gd name="connsiteY2" fmla="*/ 138327 h 175013"/>
                  <a:gd name="connsiteX3" fmla="*/ 24569 w 131260"/>
                  <a:gd name="connsiteY3" fmla="*/ 133952 h 175013"/>
                  <a:gd name="connsiteX4" fmla="*/ 72260 w 131260"/>
                  <a:gd name="connsiteY4" fmla="*/ 146203 h 175013"/>
                  <a:gd name="connsiteX5" fmla="*/ 109450 w 131260"/>
                  <a:gd name="connsiteY5" fmla="*/ 130014 h 175013"/>
                  <a:gd name="connsiteX6" fmla="*/ 131327 w 131260"/>
                  <a:gd name="connsiteY6" fmla="*/ 97637 h 175013"/>
                  <a:gd name="connsiteX7" fmla="*/ 123451 w 131260"/>
                  <a:gd name="connsiteY7" fmla="*/ 28944 h 175013"/>
                  <a:gd name="connsiteX8" fmla="*/ 119076 w 131260"/>
                  <a:gd name="connsiteY8" fmla="*/ 7067 h 175013"/>
                  <a:gd name="connsiteX9" fmla="*/ 140953 w 131260"/>
                  <a:gd name="connsiteY9" fmla="*/ 2692 h 175013"/>
                  <a:gd name="connsiteX10" fmla="*/ 157579 w 131260"/>
                  <a:gd name="connsiteY10" fmla="*/ 115576 h 175013"/>
                  <a:gd name="connsiteX11" fmla="*/ 135702 w 131260"/>
                  <a:gd name="connsiteY11" fmla="*/ 147953 h 175013"/>
                  <a:gd name="connsiteX12" fmla="*/ 73572 w 131260"/>
                  <a:gd name="connsiteY12" fmla="*/ 178143 h 175013"/>
                  <a:gd name="connsiteX13" fmla="*/ 68759 w 131260"/>
                  <a:gd name="connsiteY13" fmla="*/ 177705 h 175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260" h="175013">
                    <a:moveTo>
                      <a:pt x="68759" y="177705"/>
                    </a:moveTo>
                    <a:cubicBezTo>
                      <a:pt x="46445" y="177705"/>
                      <a:pt x="23256" y="171142"/>
                      <a:pt x="7067" y="160204"/>
                    </a:cubicBezTo>
                    <a:cubicBezTo>
                      <a:pt x="-371" y="155391"/>
                      <a:pt x="-2121" y="145328"/>
                      <a:pt x="2692" y="138327"/>
                    </a:cubicBezTo>
                    <a:cubicBezTo>
                      <a:pt x="7505" y="130889"/>
                      <a:pt x="17568" y="129139"/>
                      <a:pt x="24569" y="133952"/>
                    </a:cubicBezTo>
                    <a:cubicBezTo>
                      <a:pt x="36820" y="142265"/>
                      <a:pt x="55196" y="146640"/>
                      <a:pt x="72260" y="146203"/>
                    </a:cubicBezTo>
                    <a:cubicBezTo>
                      <a:pt x="89761" y="145328"/>
                      <a:pt x="103325" y="139640"/>
                      <a:pt x="109450" y="130014"/>
                    </a:cubicBezTo>
                    <a:lnTo>
                      <a:pt x="131327" y="97637"/>
                    </a:lnTo>
                    <a:cubicBezTo>
                      <a:pt x="145765" y="76635"/>
                      <a:pt x="147516" y="45133"/>
                      <a:pt x="123451" y="28944"/>
                    </a:cubicBezTo>
                    <a:cubicBezTo>
                      <a:pt x="116013" y="24131"/>
                      <a:pt x="114263" y="14068"/>
                      <a:pt x="119076" y="7067"/>
                    </a:cubicBezTo>
                    <a:cubicBezTo>
                      <a:pt x="123889" y="-371"/>
                      <a:pt x="133952" y="-2121"/>
                      <a:pt x="140953" y="2692"/>
                    </a:cubicBezTo>
                    <a:cubicBezTo>
                      <a:pt x="176830" y="26756"/>
                      <a:pt x="184268" y="76198"/>
                      <a:pt x="157579" y="115576"/>
                    </a:cubicBezTo>
                    <a:lnTo>
                      <a:pt x="135702" y="147953"/>
                    </a:lnTo>
                    <a:cubicBezTo>
                      <a:pt x="123451" y="166329"/>
                      <a:pt x="101137" y="176830"/>
                      <a:pt x="73572" y="178143"/>
                    </a:cubicBezTo>
                    <a:cubicBezTo>
                      <a:pt x="71822" y="177268"/>
                      <a:pt x="70510" y="177705"/>
                      <a:pt x="68759" y="177705"/>
                    </a:cubicBezTo>
                    <a:close/>
                  </a:path>
                </a:pathLst>
              </a:custGeom>
              <a:grpFill/>
              <a:ln w="43498"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60" name="Freeform: Shape 159">
                <a:extLst>
                  <a:ext uri="{FF2B5EF4-FFF2-40B4-BE49-F238E27FC236}">
                    <a16:creationId xmlns:a16="http://schemas.microsoft.com/office/drawing/2014/main" id="{525D62B6-860F-9CA7-BB68-9504D95F1BAB}"/>
                  </a:ext>
                </a:extLst>
              </p:cNvPr>
              <p:cNvSpPr/>
              <p:nvPr/>
            </p:nvSpPr>
            <p:spPr>
              <a:xfrm>
                <a:off x="5657731" y="5981417"/>
                <a:ext cx="656301" cy="481287"/>
              </a:xfrm>
              <a:custGeom>
                <a:avLst/>
                <a:gdLst>
                  <a:gd name="connsiteX0" fmla="*/ 580795 w 656300"/>
                  <a:gd name="connsiteY0" fmla="*/ 505539 h 481287"/>
                  <a:gd name="connsiteX1" fmla="*/ 522603 w 656300"/>
                  <a:gd name="connsiteY1" fmla="*/ 489351 h 481287"/>
                  <a:gd name="connsiteX2" fmla="*/ 518228 w 656300"/>
                  <a:gd name="connsiteY2" fmla="*/ 467474 h 481287"/>
                  <a:gd name="connsiteX3" fmla="*/ 540105 w 656300"/>
                  <a:gd name="connsiteY3" fmla="*/ 463099 h 481287"/>
                  <a:gd name="connsiteX4" fmla="*/ 586921 w 656300"/>
                  <a:gd name="connsiteY4" fmla="*/ 474037 h 481287"/>
                  <a:gd name="connsiteX5" fmla="*/ 624549 w 656300"/>
                  <a:gd name="connsiteY5" fmla="*/ 456536 h 481287"/>
                  <a:gd name="connsiteX6" fmla="*/ 646425 w 656300"/>
                  <a:gd name="connsiteY6" fmla="*/ 424158 h 481287"/>
                  <a:gd name="connsiteX7" fmla="*/ 653863 w 656300"/>
                  <a:gd name="connsiteY7" fmla="*/ 386530 h 481287"/>
                  <a:gd name="connsiteX8" fmla="*/ 632424 w 656300"/>
                  <a:gd name="connsiteY8" fmla="*/ 354590 h 481287"/>
                  <a:gd name="connsiteX9" fmla="*/ 416720 w 656300"/>
                  <a:gd name="connsiteY9" fmla="*/ 209767 h 481287"/>
                  <a:gd name="connsiteX10" fmla="*/ 13314 w 656300"/>
                  <a:gd name="connsiteY10" fmla="*/ 31253 h 481287"/>
                  <a:gd name="connsiteX11" fmla="*/ 188 w 656300"/>
                  <a:gd name="connsiteY11" fmla="*/ 13314 h 481287"/>
                  <a:gd name="connsiteX12" fmla="*/ 18127 w 656300"/>
                  <a:gd name="connsiteY12" fmla="*/ 188 h 481287"/>
                  <a:gd name="connsiteX13" fmla="*/ 434659 w 656300"/>
                  <a:gd name="connsiteY13" fmla="*/ 183952 h 481287"/>
                  <a:gd name="connsiteX14" fmla="*/ 649926 w 656300"/>
                  <a:gd name="connsiteY14" fmla="*/ 328338 h 481287"/>
                  <a:gd name="connsiteX15" fmla="*/ 684491 w 656300"/>
                  <a:gd name="connsiteY15" fmla="*/ 380842 h 481287"/>
                  <a:gd name="connsiteX16" fmla="*/ 672240 w 656300"/>
                  <a:gd name="connsiteY16" fmla="*/ 442535 h 481287"/>
                  <a:gd name="connsiteX17" fmla="*/ 650363 w 656300"/>
                  <a:gd name="connsiteY17" fmla="*/ 474912 h 481287"/>
                  <a:gd name="connsiteX18" fmla="*/ 589108 w 656300"/>
                  <a:gd name="connsiteY18" fmla="*/ 506415 h 481287"/>
                  <a:gd name="connsiteX19" fmla="*/ 580795 w 656300"/>
                  <a:gd name="connsiteY19" fmla="*/ 505539 h 48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6300" h="481287">
                    <a:moveTo>
                      <a:pt x="580795" y="505539"/>
                    </a:moveTo>
                    <a:cubicBezTo>
                      <a:pt x="559356" y="505539"/>
                      <a:pt x="537917" y="499414"/>
                      <a:pt x="522603" y="489351"/>
                    </a:cubicBezTo>
                    <a:cubicBezTo>
                      <a:pt x="515165" y="484538"/>
                      <a:pt x="513415" y="474474"/>
                      <a:pt x="518228" y="467474"/>
                    </a:cubicBezTo>
                    <a:cubicBezTo>
                      <a:pt x="523041" y="460036"/>
                      <a:pt x="533104" y="458286"/>
                      <a:pt x="540105" y="463099"/>
                    </a:cubicBezTo>
                    <a:cubicBezTo>
                      <a:pt x="551918" y="470974"/>
                      <a:pt x="569857" y="475350"/>
                      <a:pt x="586921" y="474037"/>
                    </a:cubicBezTo>
                    <a:cubicBezTo>
                      <a:pt x="603985" y="472724"/>
                      <a:pt x="617986" y="466161"/>
                      <a:pt x="624549" y="456536"/>
                    </a:cubicBezTo>
                    <a:lnTo>
                      <a:pt x="646425" y="424158"/>
                    </a:lnTo>
                    <a:cubicBezTo>
                      <a:pt x="653863" y="413220"/>
                      <a:pt x="656488" y="399656"/>
                      <a:pt x="653863" y="386530"/>
                    </a:cubicBezTo>
                    <a:cubicBezTo>
                      <a:pt x="651238" y="373404"/>
                      <a:pt x="643800" y="362028"/>
                      <a:pt x="632424" y="354590"/>
                    </a:cubicBezTo>
                    <a:lnTo>
                      <a:pt x="416720" y="209767"/>
                    </a:lnTo>
                    <a:cubicBezTo>
                      <a:pt x="414095" y="208016"/>
                      <a:pt x="211079" y="62318"/>
                      <a:pt x="13314" y="31253"/>
                    </a:cubicBezTo>
                    <a:cubicBezTo>
                      <a:pt x="4563" y="29940"/>
                      <a:pt x="-1125" y="21627"/>
                      <a:pt x="188" y="13314"/>
                    </a:cubicBezTo>
                    <a:cubicBezTo>
                      <a:pt x="1501" y="4563"/>
                      <a:pt x="9814" y="-1125"/>
                      <a:pt x="18127" y="188"/>
                    </a:cubicBezTo>
                    <a:cubicBezTo>
                      <a:pt x="223330" y="32565"/>
                      <a:pt x="426346" y="177827"/>
                      <a:pt x="434659" y="183952"/>
                    </a:cubicBezTo>
                    <a:lnTo>
                      <a:pt x="649926" y="328338"/>
                    </a:lnTo>
                    <a:cubicBezTo>
                      <a:pt x="667864" y="340589"/>
                      <a:pt x="680553" y="358966"/>
                      <a:pt x="684491" y="380842"/>
                    </a:cubicBezTo>
                    <a:cubicBezTo>
                      <a:pt x="688866" y="402281"/>
                      <a:pt x="684491" y="424158"/>
                      <a:pt x="672240" y="442535"/>
                    </a:cubicBezTo>
                    <a:lnTo>
                      <a:pt x="650363" y="474912"/>
                    </a:lnTo>
                    <a:cubicBezTo>
                      <a:pt x="638112" y="492851"/>
                      <a:pt x="615798" y="504227"/>
                      <a:pt x="589108" y="506415"/>
                    </a:cubicBezTo>
                    <a:cubicBezTo>
                      <a:pt x="586483" y="505539"/>
                      <a:pt x="583858" y="505539"/>
                      <a:pt x="580795" y="505539"/>
                    </a:cubicBezTo>
                    <a:close/>
                  </a:path>
                </a:pathLst>
              </a:custGeom>
              <a:grpFill/>
              <a:ln w="43498"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61" name="Freeform: Shape 160">
                <a:extLst>
                  <a:ext uri="{FF2B5EF4-FFF2-40B4-BE49-F238E27FC236}">
                    <a16:creationId xmlns:a16="http://schemas.microsoft.com/office/drawing/2014/main" id="{166BF905-7414-CF7C-FBDC-83ADA8F6F541}"/>
                  </a:ext>
                </a:extLst>
              </p:cNvPr>
              <p:cNvSpPr/>
              <p:nvPr/>
            </p:nvSpPr>
            <p:spPr>
              <a:xfrm>
                <a:off x="5104439" y="5820964"/>
                <a:ext cx="393780" cy="568794"/>
              </a:xfrm>
              <a:custGeom>
                <a:avLst/>
                <a:gdLst>
                  <a:gd name="connsiteX0" fmla="*/ 172826 w 393780"/>
                  <a:gd name="connsiteY0" fmla="*/ 589424 h 568793"/>
                  <a:gd name="connsiteX1" fmla="*/ 161450 w 393780"/>
                  <a:gd name="connsiteY1" fmla="*/ 584611 h 568793"/>
                  <a:gd name="connsiteX2" fmla="*/ 2625 w 393780"/>
                  <a:gd name="connsiteY2" fmla="*/ 385971 h 568793"/>
                  <a:gd name="connsiteX3" fmla="*/ 2625 w 393780"/>
                  <a:gd name="connsiteY3" fmla="*/ 368469 h 568793"/>
                  <a:gd name="connsiteX4" fmla="*/ 242394 w 393780"/>
                  <a:gd name="connsiteY4" fmla="*/ 7067 h 568793"/>
                  <a:gd name="connsiteX5" fmla="*/ 254207 w 393780"/>
                  <a:gd name="connsiteY5" fmla="*/ 66 h 568793"/>
                  <a:gd name="connsiteX6" fmla="*/ 266896 w 393780"/>
                  <a:gd name="connsiteY6" fmla="*/ 4879 h 568793"/>
                  <a:gd name="connsiteX7" fmla="*/ 414344 w 393780"/>
                  <a:gd name="connsiteY7" fmla="*/ 116012 h 568793"/>
                  <a:gd name="connsiteX8" fmla="*/ 421345 w 393780"/>
                  <a:gd name="connsiteY8" fmla="*/ 137452 h 568793"/>
                  <a:gd name="connsiteX9" fmla="*/ 399906 w 393780"/>
                  <a:gd name="connsiteY9" fmla="*/ 144452 h 568793"/>
                  <a:gd name="connsiteX10" fmla="*/ 257707 w 393780"/>
                  <a:gd name="connsiteY10" fmla="*/ 40319 h 568793"/>
                  <a:gd name="connsiteX11" fmla="*/ 34565 w 393780"/>
                  <a:gd name="connsiteY11" fmla="*/ 376783 h 568793"/>
                  <a:gd name="connsiteX12" fmla="*/ 184202 w 393780"/>
                  <a:gd name="connsiteY12" fmla="*/ 562297 h 568793"/>
                  <a:gd name="connsiteX13" fmla="*/ 183327 w 393780"/>
                  <a:gd name="connsiteY13" fmla="*/ 584611 h 568793"/>
                  <a:gd name="connsiteX14" fmla="*/ 172826 w 393780"/>
                  <a:gd name="connsiteY14" fmla="*/ 589424 h 56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780" h="568793">
                    <a:moveTo>
                      <a:pt x="172826" y="589424"/>
                    </a:moveTo>
                    <a:cubicBezTo>
                      <a:pt x="168450" y="589424"/>
                      <a:pt x="164513" y="587674"/>
                      <a:pt x="161450" y="584611"/>
                    </a:cubicBezTo>
                    <a:cubicBezTo>
                      <a:pt x="98008" y="516793"/>
                      <a:pt x="44628" y="449851"/>
                      <a:pt x="2625" y="385971"/>
                    </a:cubicBezTo>
                    <a:cubicBezTo>
                      <a:pt x="-875" y="380720"/>
                      <a:pt x="-875" y="373720"/>
                      <a:pt x="2625" y="368469"/>
                    </a:cubicBezTo>
                    <a:lnTo>
                      <a:pt x="242394" y="7067"/>
                    </a:lnTo>
                    <a:cubicBezTo>
                      <a:pt x="245019" y="3129"/>
                      <a:pt x="249394" y="504"/>
                      <a:pt x="254207" y="66"/>
                    </a:cubicBezTo>
                    <a:cubicBezTo>
                      <a:pt x="259020" y="-371"/>
                      <a:pt x="263833" y="1379"/>
                      <a:pt x="266896" y="4879"/>
                    </a:cubicBezTo>
                    <a:cubicBezTo>
                      <a:pt x="267771" y="5754"/>
                      <a:pt x="339526" y="79260"/>
                      <a:pt x="414344" y="116012"/>
                    </a:cubicBezTo>
                    <a:cubicBezTo>
                      <a:pt x="422220" y="119950"/>
                      <a:pt x="425283" y="129576"/>
                      <a:pt x="421345" y="137452"/>
                    </a:cubicBezTo>
                    <a:cubicBezTo>
                      <a:pt x="417407" y="145327"/>
                      <a:pt x="407781" y="148390"/>
                      <a:pt x="399906" y="144452"/>
                    </a:cubicBezTo>
                    <a:cubicBezTo>
                      <a:pt x="339964" y="114700"/>
                      <a:pt x="283084" y="64384"/>
                      <a:pt x="257707" y="40319"/>
                    </a:cubicBezTo>
                    <a:lnTo>
                      <a:pt x="34565" y="376783"/>
                    </a:lnTo>
                    <a:cubicBezTo>
                      <a:pt x="74381" y="436725"/>
                      <a:pt x="124697" y="498855"/>
                      <a:pt x="184202" y="562297"/>
                    </a:cubicBezTo>
                    <a:cubicBezTo>
                      <a:pt x="190327" y="568860"/>
                      <a:pt x="189890" y="578923"/>
                      <a:pt x="183327" y="584611"/>
                    </a:cubicBezTo>
                    <a:cubicBezTo>
                      <a:pt x="180701" y="587674"/>
                      <a:pt x="176764" y="589424"/>
                      <a:pt x="172826" y="589424"/>
                    </a:cubicBezTo>
                    <a:close/>
                  </a:path>
                </a:pathLst>
              </a:custGeom>
              <a:grpFill/>
              <a:ln w="43498"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62" name="Freeform: Shape 161">
                <a:extLst>
                  <a:ext uri="{FF2B5EF4-FFF2-40B4-BE49-F238E27FC236}">
                    <a16:creationId xmlns:a16="http://schemas.microsoft.com/office/drawing/2014/main" id="{95D61BE1-F18B-BCB2-86B9-D0FD7D278B50}"/>
                  </a:ext>
                </a:extLst>
              </p:cNvPr>
              <p:cNvSpPr/>
              <p:nvPr/>
            </p:nvSpPr>
            <p:spPr>
              <a:xfrm>
                <a:off x="5699394" y="6573521"/>
                <a:ext cx="393780" cy="262520"/>
              </a:xfrm>
              <a:custGeom>
                <a:avLst/>
                <a:gdLst>
                  <a:gd name="connsiteX0" fmla="*/ 172479 w 393780"/>
                  <a:gd name="connsiteY0" fmla="*/ 301965 h 262520"/>
                  <a:gd name="connsiteX1" fmla="*/ 126975 w 393780"/>
                  <a:gd name="connsiteY1" fmla="*/ 287964 h 262520"/>
                  <a:gd name="connsiteX2" fmla="*/ 122162 w 393780"/>
                  <a:gd name="connsiteY2" fmla="*/ 284901 h 262520"/>
                  <a:gd name="connsiteX3" fmla="*/ 6653 w 393780"/>
                  <a:gd name="connsiteY3" fmla="*/ 206145 h 262520"/>
                  <a:gd name="connsiteX4" fmla="*/ 2716 w 393780"/>
                  <a:gd name="connsiteY4" fmla="*/ 183831 h 262520"/>
                  <a:gd name="connsiteX5" fmla="*/ 25030 w 393780"/>
                  <a:gd name="connsiteY5" fmla="*/ 179893 h 262520"/>
                  <a:gd name="connsiteX6" fmla="*/ 139664 w 393780"/>
                  <a:gd name="connsiteY6" fmla="*/ 257774 h 262520"/>
                  <a:gd name="connsiteX7" fmla="*/ 144914 w 393780"/>
                  <a:gd name="connsiteY7" fmla="*/ 261274 h 262520"/>
                  <a:gd name="connsiteX8" fmla="*/ 182542 w 393780"/>
                  <a:gd name="connsiteY8" fmla="*/ 269150 h 262520"/>
                  <a:gd name="connsiteX9" fmla="*/ 214482 w 393780"/>
                  <a:gd name="connsiteY9" fmla="*/ 248148 h 262520"/>
                  <a:gd name="connsiteX10" fmla="*/ 236359 w 393780"/>
                  <a:gd name="connsiteY10" fmla="*/ 215771 h 262520"/>
                  <a:gd name="connsiteX11" fmla="*/ 223670 w 393780"/>
                  <a:gd name="connsiteY11" fmla="*/ 147078 h 262520"/>
                  <a:gd name="connsiteX12" fmla="*/ 222358 w 393780"/>
                  <a:gd name="connsiteY12" fmla="*/ 146203 h 262520"/>
                  <a:gd name="connsiteX13" fmla="*/ 218420 w 393780"/>
                  <a:gd name="connsiteY13" fmla="*/ 124326 h 262520"/>
                  <a:gd name="connsiteX14" fmla="*/ 240296 w 393780"/>
                  <a:gd name="connsiteY14" fmla="*/ 119951 h 262520"/>
                  <a:gd name="connsiteX15" fmla="*/ 242047 w 393780"/>
                  <a:gd name="connsiteY15" fmla="*/ 121264 h 262520"/>
                  <a:gd name="connsiteX16" fmla="*/ 277487 w 393780"/>
                  <a:gd name="connsiteY16" fmla="*/ 145765 h 262520"/>
                  <a:gd name="connsiteX17" fmla="*/ 315552 w 393780"/>
                  <a:gd name="connsiteY17" fmla="*/ 151016 h 262520"/>
                  <a:gd name="connsiteX18" fmla="*/ 350117 w 393780"/>
                  <a:gd name="connsiteY18" fmla="*/ 127389 h 262520"/>
                  <a:gd name="connsiteX19" fmla="*/ 371994 w 393780"/>
                  <a:gd name="connsiteY19" fmla="*/ 95011 h 262520"/>
                  <a:gd name="connsiteX20" fmla="*/ 364556 w 393780"/>
                  <a:gd name="connsiteY20" fmla="*/ 28944 h 262520"/>
                  <a:gd name="connsiteX21" fmla="*/ 360181 w 393780"/>
                  <a:gd name="connsiteY21" fmla="*/ 7067 h 262520"/>
                  <a:gd name="connsiteX22" fmla="*/ 382057 w 393780"/>
                  <a:gd name="connsiteY22" fmla="*/ 2692 h 262520"/>
                  <a:gd name="connsiteX23" fmla="*/ 397809 w 393780"/>
                  <a:gd name="connsiteY23" fmla="*/ 112950 h 262520"/>
                  <a:gd name="connsiteX24" fmla="*/ 375932 w 393780"/>
                  <a:gd name="connsiteY24" fmla="*/ 145328 h 262520"/>
                  <a:gd name="connsiteX25" fmla="*/ 322990 w 393780"/>
                  <a:gd name="connsiteY25" fmla="*/ 182081 h 262520"/>
                  <a:gd name="connsiteX26" fmla="*/ 275737 w 393780"/>
                  <a:gd name="connsiteY26" fmla="*/ 180331 h 262520"/>
                  <a:gd name="connsiteX27" fmla="*/ 262173 w 393780"/>
                  <a:gd name="connsiteY27" fmla="*/ 233710 h 262520"/>
                  <a:gd name="connsiteX28" fmla="*/ 240296 w 393780"/>
                  <a:gd name="connsiteY28" fmla="*/ 266087 h 262520"/>
                  <a:gd name="connsiteX29" fmla="*/ 188230 w 393780"/>
                  <a:gd name="connsiteY29" fmla="*/ 300652 h 262520"/>
                  <a:gd name="connsiteX30" fmla="*/ 172479 w 393780"/>
                  <a:gd name="connsiteY30" fmla="*/ 301965 h 262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93780" h="262520">
                    <a:moveTo>
                      <a:pt x="172479" y="301965"/>
                    </a:moveTo>
                    <a:cubicBezTo>
                      <a:pt x="156290" y="301965"/>
                      <a:pt x="140539" y="297152"/>
                      <a:pt x="126975" y="287964"/>
                    </a:cubicBezTo>
                    <a:lnTo>
                      <a:pt x="122162" y="284901"/>
                    </a:lnTo>
                    <a:cubicBezTo>
                      <a:pt x="122162" y="284901"/>
                      <a:pt x="78409" y="257337"/>
                      <a:pt x="6653" y="206145"/>
                    </a:cubicBezTo>
                    <a:cubicBezTo>
                      <a:pt x="-347" y="200895"/>
                      <a:pt x="-2097" y="191269"/>
                      <a:pt x="2716" y="183831"/>
                    </a:cubicBezTo>
                    <a:cubicBezTo>
                      <a:pt x="7966" y="176830"/>
                      <a:pt x="17592" y="175080"/>
                      <a:pt x="25030" y="179893"/>
                    </a:cubicBezTo>
                    <a:cubicBezTo>
                      <a:pt x="96348" y="230209"/>
                      <a:pt x="139226" y="257774"/>
                      <a:pt x="139664" y="257774"/>
                    </a:cubicBezTo>
                    <a:lnTo>
                      <a:pt x="144914" y="261274"/>
                    </a:lnTo>
                    <a:cubicBezTo>
                      <a:pt x="155852" y="268712"/>
                      <a:pt x="169416" y="271338"/>
                      <a:pt x="182542" y="269150"/>
                    </a:cubicBezTo>
                    <a:cubicBezTo>
                      <a:pt x="195668" y="266525"/>
                      <a:pt x="207044" y="259087"/>
                      <a:pt x="214482" y="248148"/>
                    </a:cubicBezTo>
                    <a:lnTo>
                      <a:pt x="236359" y="215771"/>
                    </a:lnTo>
                    <a:cubicBezTo>
                      <a:pt x="251672" y="193019"/>
                      <a:pt x="245984" y="162829"/>
                      <a:pt x="223670" y="147078"/>
                    </a:cubicBezTo>
                    <a:lnTo>
                      <a:pt x="222358" y="146203"/>
                    </a:lnTo>
                    <a:cubicBezTo>
                      <a:pt x="215357" y="141390"/>
                      <a:pt x="213169" y="131327"/>
                      <a:pt x="218420" y="124326"/>
                    </a:cubicBezTo>
                    <a:cubicBezTo>
                      <a:pt x="223233" y="117326"/>
                      <a:pt x="233296" y="115138"/>
                      <a:pt x="240296" y="119951"/>
                    </a:cubicBezTo>
                    <a:cubicBezTo>
                      <a:pt x="240734" y="120388"/>
                      <a:pt x="241609" y="120826"/>
                      <a:pt x="242047" y="121264"/>
                    </a:cubicBezTo>
                    <a:lnTo>
                      <a:pt x="277487" y="145765"/>
                    </a:lnTo>
                    <a:cubicBezTo>
                      <a:pt x="287988" y="152766"/>
                      <a:pt x="301551" y="154516"/>
                      <a:pt x="315552" y="151016"/>
                    </a:cubicBezTo>
                    <a:cubicBezTo>
                      <a:pt x="329553" y="147516"/>
                      <a:pt x="342242" y="138765"/>
                      <a:pt x="350117" y="127389"/>
                    </a:cubicBezTo>
                    <a:lnTo>
                      <a:pt x="371994" y="95011"/>
                    </a:lnTo>
                    <a:cubicBezTo>
                      <a:pt x="385558" y="74885"/>
                      <a:pt x="389058" y="45133"/>
                      <a:pt x="364556" y="28944"/>
                    </a:cubicBezTo>
                    <a:cubicBezTo>
                      <a:pt x="357118" y="24131"/>
                      <a:pt x="355368" y="14068"/>
                      <a:pt x="360181" y="7067"/>
                    </a:cubicBezTo>
                    <a:cubicBezTo>
                      <a:pt x="364994" y="-371"/>
                      <a:pt x="375057" y="-2121"/>
                      <a:pt x="382057" y="2692"/>
                    </a:cubicBezTo>
                    <a:cubicBezTo>
                      <a:pt x="417935" y="26756"/>
                      <a:pt x="424498" y="73135"/>
                      <a:pt x="397809" y="112950"/>
                    </a:cubicBezTo>
                    <a:lnTo>
                      <a:pt x="375932" y="145328"/>
                    </a:lnTo>
                    <a:cubicBezTo>
                      <a:pt x="364118" y="163267"/>
                      <a:pt x="344429" y="176393"/>
                      <a:pt x="322990" y="182081"/>
                    </a:cubicBezTo>
                    <a:cubicBezTo>
                      <a:pt x="306364" y="186019"/>
                      <a:pt x="290175" y="185581"/>
                      <a:pt x="275737" y="180331"/>
                    </a:cubicBezTo>
                    <a:cubicBezTo>
                      <a:pt x="277487" y="198707"/>
                      <a:pt x="273111" y="217521"/>
                      <a:pt x="262173" y="233710"/>
                    </a:cubicBezTo>
                    <a:lnTo>
                      <a:pt x="240296" y="266087"/>
                    </a:lnTo>
                    <a:cubicBezTo>
                      <a:pt x="228045" y="284026"/>
                      <a:pt x="209669" y="296277"/>
                      <a:pt x="188230" y="300652"/>
                    </a:cubicBezTo>
                    <a:cubicBezTo>
                      <a:pt x="182980" y="301527"/>
                      <a:pt x="177729" y="301965"/>
                      <a:pt x="172479" y="301965"/>
                    </a:cubicBezTo>
                    <a:close/>
                  </a:path>
                </a:pathLst>
              </a:custGeom>
              <a:grpFill/>
              <a:ln w="43498"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grpSp>
      </p:grpSp>
      <p:pic>
        <p:nvPicPr>
          <p:cNvPr id="165" name="Graphic 164" descr="Illustration of a target">
            <a:extLst>
              <a:ext uri="{FF2B5EF4-FFF2-40B4-BE49-F238E27FC236}">
                <a16:creationId xmlns:a16="http://schemas.microsoft.com/office/drawing/2014/main" id="{4155F60E-1DBB-A142-2015-EA035392A0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09652" y="4114409"/>
            <a:ext cx="324060" cy="324058"/>
          </a:xfrm>
          <a:prstGeom prst="rect">
            <a:avLst/>
          </a:prstGeom>
        </p:spPr>
      </p:pic>
      <p:pic>
        <p:nvPicPr>
          <p:cNvPr id="168" name="Graphic 167" descr="Illustration of a human form inside a 6-sided shape">
            <a:extLst>
              <a:ext uri="{FF2B5EF4-FFF2-40B4-BE49-F238E27FC236}">
                <a16:creationId xmlns:a16="http://schemas.microsoft.com/office/drawing/2014/main" id="{C8F6448E-F203-C141-7A0A-7BD41206CC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51847" y="2695261"/>
            <a:ext cx="380468" cy="436832"/>
          </a:xfrm>
          <a:prstGeom prst="rect">
            <a:avLst/>
          </a:prstGeom>
        </p:spPr>
      </p:pic>
      <p:pic>
        <p:nvPicPr>
          <p:cNvPr id="171" name="Graphic 170" descr="Illustration of three humans in nodes">
            <a:extLst>
              <a:ext uri="{FF2B5EF4-FFF2-40B4-BE49-F238E27FC236}">
                <a16:creationId xmlns:a16="http://schemas.microsoft.com/office/drawing/2014/main" id="{74CC17F5-136D-C63D-8FBE-202A7127631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06412" y="4088996"/>
            <a:ext cx="412148" cy="380444"/>
          </a:xfrm>
          <a:prstGeom prst="rect">
            <a:avLst/>
          </a:prstGeom>
        </p:spPr>
      </p:pic>
      <p:grpSp>
        <p:nvGrpSpPr>
          <p:cNvPr id="174" name="Group 173" descr="Illustration of a calendar">
            <a:extLst>
              <a:ext uri="{FF2B5EF4-FFF2-40B4-BE49-F238E27FC236}">
                <a16:creationId xmlns:a16="http://schemas.microsoft.com/office/drawing/2014/main" id="{FF64A474-284B-B013-785E-2814FEBE0AF9}"/>
              </a:ext>
            </a:extLst>
          </p:cNvPr>
          <p:cNvGrpSpPr>
            <a:grpSpLocks noChangeAspect="1"/>
          </p:cNvGrpSpPr>
          <p:nvPr/>
        </p:nvGrpSpPr>
        <p:grpSpPr>
          <a:xfrm>
            <a:off x="1623085" y="2759508"/>
            <a:ext cx="319592" cy="308340"/>
            <a:chOff x="804337" y="1328352"/>
            <a:chExt cx="1054598" cy="1017474"/>
          </a:xfrm>
          <a:solidFill>
            <a:schemeClr val="bg1"/>
          </a:solidFill>
        </p:grpSpPr>
        <p:sp>
          <p:nvSpPr>
            <p:cNvPr id="175" name="Freeform: Shape 174">
              <a:extLst>
                <a:ext uri="{FF2B5EF4-FFF2-40B4-BE49-F238E27FC236}">
                  <a16:creationId xmlns:a16="http://schemas.microsoft.com/office/drawing/2014/main" id="{DCFC96DE-AA41-D30C-5DE3-14A000E14DC9}"/>
                </a:ext>
              </a:extLst>
            </p:cNvPr>
            <p:cNvSpPr/>
            <p:nvPr/>
          </p:nvSpPr>
          <p:spPr>
            <a:xfrm>
              <a:off x="804337" y="1544333"/>
              <a:ext cx="1054598" cy="801493"/>
            </a:xfrm>
            <a:custGeom>
              <a:avLst/>
              <a:gdLst>
                <a:gd name="connsiteX0" fmla="*/ 1095517 w 1054598"/>
                <a:gd name="connsiteY0" fmla="*/ 807822 h 801494"/>
                <a:gd name="connsiteX1" fmla="*/ 0 w 1054598"/>
                <a:gd name="connsiteY1" fmla="*/ 807822 h 801494"/>
                <a:gd name="connsiteX2" fmla="*/ 0 w 1054598"/>
                <a:gd name="connsiteY2" fmla="*/ 0 h 801494"/>
                <a:gd name="connsiteX3" fmla="*/ 1095517 w 1054598"/>
                <a:gd name="connsiteY3" fmla="*/ 0 h 801494"/>
                <a:gd name="connsiteX4" fmla="*/ 1095517 w 1054598"/>
                <a:gd name="connsiteY4" fmla="*/ 807822 h 801494"/>
                <a:gd name="connsiteX5" fmla="*/ 31638 w 1054598"/>
                <a:gd name="connsiteY5" fmla="*/ 776184 h 801494"/>
                <a:gd name="connsiteX6" fmla="*/ 1063879 w 1054598"/>
                <a:gd name="connsiteY6" fmla="*/ 776184 h 801494"/>
                <a:gd name="connsiteX7" fmla="*/ 1063879 w 1054598"/>
                <a:gd name="connsiteY7" fmla="*/ 31638 h 801494"/>
                <a:gd name="connsiteX8" fmla="*/ 31638 w 1054598"/>
                <a:gd name="connsiteY8" fmla="*/ 31638 h 801494"/>
                <a:gd name="connsiteX9" fmla="*/ 31638 w 1054598"/>
                <a:gd name="connsiteY9" fmla="*/ 776184 h 801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4598" h="801494">
                  <a:moveTo>
                    <a:pt x="1095517" y="807822"/>
                  </a:moveTo>
                  <a:lnTo>
                    <a:pt x="0" y="807822"/>
                  </a:lnTo>
                  <a:lnTo>
                    <a:pt x="0" y="0"/>
                  </a:lnTo>
                  <a:lnTo>
                    <a:pt x="1095517" y="0"/>
                  </a:lnTo>
                  <a:lnTo>
                    <a:pt x="1095517" y="807822"/>
                  </a:lnTo>
                  <a:close/>
                  <a:moveTo>
                    <a:pt x="31638" y="776184"/>
                  </a:moveTo>
                  <a:lnTo>
                    <a:pt x="1063879" y="776184"/>
                  </a:lnTo>
                  <a:lnTo>
                    <a:pt x="1063879" y="31638"/>
                  </a:lnTo>
                  <a:lnTo>
                    <a:pt x="31638" y="31638"/>
                  </a:lnTo>
                  <a:lnTo>
                    <a:pt x="31638" y="776184"/>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76" name="Freeform: Shape 175">
              <a:extLst>
                <a:ext uri="{FF2B5EF4-FFF2-40B4-BE49-F238E27FC236}">
                  <a16:creationId xmlns:a16="http://schemas.microsoft.com/office/drawing/2014/main" id="{95F18237-47AC-7786-09F4-9CA67B43D1BD}"/>
                </a:ext>
              </a:extLst>
            </p:cNvPr>
            <p:cNvSpPr/>
            <p:nvPr/>
          </p:nvSpPr>
          <p:spPr>
            <a:xfrm>
              <a:off x="1712558" y="1753143"/>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77" name="Freeform: Shape 176">
              <a:extLst>
                <a:ext uri="{FF2B5EF4-FFF2-40B4-BE49-F238E27FC236}">
                  <a16:creationId xmlns:a16="http://schemas.microsoft.com/office/drawing/2014/main" id="{7473ABC2-A53D-AD7E-ADD0-0CDD55FF2049}"/>
                </a:ext>
              </a:extLst>
            </p:cNvPr>
            <p:cNvSpPr/>
            <p:nvPr/>
          </p:nvSpPr>
          <p:spPr>
            <a:xfrm>
              <a:off x="1573771" y="1753143"/>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78" name="Freeform: Shape 177">
              <a:extLst>
                <a:ext uri="{FF2B5EF4-FFF2-40B4-BE49-F238E27FC236}">
                  <a16:creationId xmlns:a16="http://schemas.microsoft.com/office/drawing/2014/main" id="{CB19FC4B-8556-5EE7-438A-64F3F5ADDB0C}"/>
                </a:ext>
              </a:extLst>
            </p:cNvPr>
            <p:cNvSpPr/>
            <p:nvPr/>
          </p:nvSpPr>
          <p:spPr>
            <a:xfrm>
              <a:off x="1435409" y="175441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79" name="Freeform: Shape 178">
              <a:extLst>
                <a:ext uri="{FF2B5EF4-FFF2-40B4-BE49-F238E27FC236}">
                  <a16:creationId xmlns:a16="http://schemas.microsoft.com/office/drawing/2014/main" id="{DDA47181-8ED8-CA57-FCCB-72993CE385DF}"/>
                </a:ext>
              </a:extLst>
            </p:cNvPr>
            <p:cNvSpPr/>
            <p:nvPr/>
          </p:nvSpPr>
          <p:spPr>
            <a:xfrm>
              <a:off x="1296622" y="175441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80" name="Freeform: Shape 179">
              <a:extLst>
                <a:ext uri="{FF2B5EF4-FFF2-40B4-BE49-F238E27FC236}">
                  <a16:creationId xmlns:a16="http://schemas.microsoft.com/office/drawing/2014/main" id="{C2824337-C323-0FD4-60F0-65693403672F}"/>
                </a:ext>
              </a:extLst>
            </p:cNvPr>
            <p:cNvSpPr/>
            <p:nvPr/>
          </p:nvSpPr>
          <p:spPr>
            <a:xfrm>
              <a:off x="1157838" y="175441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81" name="Freeform: Shape 180">
              <a:extLst>
                <a:ext uri="{FF2B5EF4-FFF2-40B4-BE49-F238E27FC236}">
                  <a16:creationId xmlns:a16="http://schemas.microsoft.com/office/drawing/2014/main" id="{F8C3AE08-13F0-E450-35D4-CD7D2E7E9447}"/>
                </a:ext>
              </a:extLst>
            </p:cNvPr>
            <p:cNvSpPr/>
            <p:nvPr/>
          </p:nvSpPr>
          <p:spPr>
            <a:xfrm>
              <a:off x="1019475" y="175441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82" name="Freeform: Shape 181">
              <a:extLst>
                <a:ext uri="{FF2B5EF4-FFF2-40B4-BE49-F238E27FC236}">
                  <a16:creationId xmlns:a16="http://schemas.microsoft.com/office/drawing/2014/main" id="{3E2DFBFB-2244-2A40-315E-F1417F19A2B7}"/>
                </a:ext>
              </a:extLst>
            </p:cNvPr>
            <p:cNvSpPr/>
            <p:nvPr/>
          </p:nvSpPr>
          <p:spPr>
            <a:xfrm>
              <a:off x="880691" y="175441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83" name="Freeform: Shape 182">
              <a:extLst>
                <a:ext uri="{FF2B5EF4-FFF2-40B4-BE49-F238E27FC236}">
                  <a16:creationId xmlns:a16="http://schemas.microsoft.com/office/drawing/2014/main" id="{0D63BCE0-B151-D0FA-C433-15EEB6C1BD3A}"/>
                </a:ext>
              </a:extLst>
            </p:cNvPr>
            <p:cNvSpPr/>
            <p:nvPr/>
          </p:nvSpPr>
          <p:spPr>
            <a:xfrm>
              <a:off x="1712558" y="1887709"/>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84" name="Freeform: Shape 183">
              <a:extLst>
                <a:ext uri="{FF2B5EF4-FFF2-40B4-BE49-F238E27FC236}">
                  <a16:creationId xmlns:a16="http://schemas.microsoft.com/office/drawing/2014/main" id="{DE54ECC6-A884-A9FB-2497-61A36D5BD62E}"/>
                </a:ext>
              </a:extLst>
            </p:cNvPr>
            <p:cNvSpPr/>
            <p:nvPr/>
          </p:nvSpPr>
          <p:spPr>
            <a:xfrm>
              <a:off x="1573771" y="1887709"/>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85" name="Freeform: Shape 184">
              <a:extLst>
                <a:ext uri="{FF2B5EF4-FFF2-40B4-BE49-F238E27FC236}">
                  <a16:creationId xmlns:a16="http://schemas.microsoft.com/office/drawing/2014/main" id="{3E429217-EFF4-56CD-D3BE-22EDE013EA70}"/>
                </a:ext>
              </a:extLst>
            </p:cNvPr>
            <p:cNvSpPr/>
            <p:nvPr/>
          </p:nvSpPr>
          <p:spPr>
            <a:xfrm>
              <a:off x="1435409" y="1890240"/>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86" name="Freeform: Shape 185">
              <a:extLst>
                <a:ext uri="{FF2B5EF4-FFF2-40B4-BE49-F238E27FC236}">
                  <a16:creationId xmlns:a16="http://schemas.microsoft.com/office/drawing/2014/main" id="{3536BC61-107B-FC04-8E95-5CF713B3A597}"/>
                </a:ext>
              </a:extLst>
            </p:cNvPr>
            <p:cNvSpPr/>
            <p:nvPr/>
          </p:nvSpPr>
          <p:spPr>
            <a:xfrm>
              <a:off x="1296622" y="1890240"/>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87" name="Freeform: Shape 186">
              <a:extLst>
                <a:ext uri="{FF2B5EF4-FFF2-40B4-BE49-F238E27FC236}">
                  <a16:creationId xmlns:a16="http://schemas.microsoft.com/office/drawing/2014/main" id="{9194EF9F-A9B9-60CE-0B9E-56E3B4E180A0}"/>
                </a:ext>
              </a:extLst>
            </p:cNvPr>
            <p:cNvSpPr/>
            <p:nvPr/>
          </p:nvSpPr>
          <p:spPr>
            <a:xfrm>
              <a:off x="1157838" y="1890240"/>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88" name="Freeform: Shape 187">
              <a:extLst>
                <a:ext uri="{FF2B5EF4-FFF2-40B4-BE49-F238E27FC236}">
                  <a16:creationId xmlns:a16="http://schemas.microsoft.com/office/drawing/2014/main" id="{934A27A4-D33B-1C25-1AD1-A617594171B4}"/>
                </a:ext>
              </a:extLst>
            </p:cNvPr>
            <p:cNvSpPr/>
            <p:nvPr/>
          </p:nvSpPr>
          <p:spPr>
            <a:xfrm>
              <a:off x="1019475" y="1890240"/>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89" name="Freeform: Shape 188">
              <a:extLst>
                <a:ext uri="{FF2B5EF4-FFF2-40B4-BE49-F238E27FC236}">
                  <a16:creationId xmlns:a16="http://schemas.microsoft.com/office/drawing/2014/main" id="{F8BC2C7F-EEFE-5769-46C8-3E8A896ECB98}"/>
                </a:ext>
              </a:extLst>
            </p:cNvPr>
            <p:cNvSpPr/>
            <p:nvPr/>
          </p:nvSpPr>
          <p:spPr>
            <a:xfrm>
              <a:off x="880691" y="1890240"/>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90" name="Freeform: Shape 189">
              <a:extLst>
                <a:ext uri="{FF2B5EF4-FFF2-40B4-BE49-F238E27FC236}">
                  <a16:creationId xmlns:a16="http://schemas.microsoft.com/office/drawing/2014/main" id="{A81CDAD2-5CA2-B2CE-A2BA-8A1994A04565}"/>
                </a:ext>
              </a:extLst>
            </p:cNvPr>
            <p:cNvSpPr/>
            <p:nvPr/>
          </p:nvSpPr>
          <p:spPr>
            <a:xfrm>
              <a:off x="1712558" y="2021853"/>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91" name="Freeform: Shape 190">
              <a:extLst>
                <a:ext uri="{FF2B5EF4-FFF2-40B4-BE49-F238E27FC236}">
                  <a16:creationId xmlns:a16="http://schemas.microsoft.com/office/drawing/2014/main" id="{0BB2D648-937D-C9EC-F8FC-CE95D261427D}"/>
                </a:ext>
              </a:extLst>
            </p:cNvPr>
            <p:cNvSpPr/>
            <p:nvPr/>
          </p:nvSpPr>
          <p:spPr>
            <a:xfrm>
              <a:off x="1573771" y="2021853"/>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92" name="Freeform: Shape 191">
              <a:extLst>
                <a:ext uri="{FF2B5EF4-FFF2-40B4-BE49-F238E27FC236}">
                  <a16:creationId xmlns:a16="http://schemas.microsoft.com/office/drawing/2014/main" id="{214D84CC-EBFF-01B3-D252-CDF78D8D923B}"/>
                </a:ext>
              </a:extLst>
            </p:cNvPr>
            <p:cNvSpPr/>
            <p:nvPr/>
          </p:nvSpPr>
          <p:spPr>
            <a:xfrm>
              <a:off x="1435409" y="202565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93" name="Freeform: Shape 192">
              <a:extLst>
                <a:ext uri="{FF2B5EF4-FFF2-40B4-BE49-F238E27FC236}">
                  <a16:creationId xmlns:a16="http://schemas.microsoft.com/office/drawing/2014/main" id="{3E9EB12D-E759-FE65-9FCE-D9D0E0C884A2}"/>
                </a:ext>
              </a:extLst>
            </p:cNvPr>
            <p:cNvSpPr/>
            <p:nvPr/>
          </p:nvSpPr>
          <p:spPr>
            <a:xfrm>
              <a:off x="1296622" y="202565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94" name="Freeform: Shape 193">
              <a:extLst>
                <a:ext uri="{FF2B5EF4-FFF2-40B4-BE49-F238E27FC236}">
                  <a16:creationId xmlns:a16="http://schemas.microsoft.com/office/drawing/2014/main" id="{01BDDB3D-0EE2-9AD3-F6F8-458CB294D9E8}"/>
                </a:ext>
              </a:extLst>
            </p:cNvPr>
            <p:cNvSpPr/>
            <p:nvPr/>
          </p:nvSpPr>
          <p:spPr>
            <a:xfrm>
              <a:off x="1157838" y="202565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95" name="Freeform: Shape 194">
              <a:extLst>
                <a:ext uri="{FF2B5EF4-FFF2-40B4-BE49-F238E27FC236}">
                  <a16:creationId xmlns:a16="http://schemas.microsoft.com/office/drawing/2014/main" id="{C1849C3F-4233-B064-C09D-ED63BFDB78FC}"/>
                </a:ext>
              </a:extLst>
            </p:cNvPr>
            <p:cNvSpPr/>
            <p:nvPr/>
          </p:nvSpPr>
          <p:spPr>
            <a:xfrm>
              <a:off x="1019475" y="202565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96" name="Freeform: Shape 195">
              <a:extLst>
                <a:ext uri="{FF2B5EF4-FFF2-40B4-BE49-F238E27FC236}">
                  <a16:creationId xmlns:a16="http://schemas.microsoft.com/office/drawing/2014/main" id="{C3C1579A-B04F-484B-F9D3-D5D85F0DB48C}"/>
                </a:ext>
              </a:extLst>
            </p:cNvPr>
            <p:cNvSpPr/>
            <p:nvPr/>
          </p:nvSpPr>
          <p:spPr>
            <a:xfrm>
              <a:off x="880691" y="2025650"/>
              <a:ext cx="84368" cy="84368"/>
            </a:xfrm>
            <a:custGeom>
              <a:avLst/>
              <a:gdLst>
                <a:gd name="connsiteX0" fmla="*/ 31638 w 84367"/>
                <a:gd name="connsiteY0" fmla="*/ 110944 h 84367"/>
                <a:gd name="connsiteX1" fmla="*/ 0 w 84367"/>
                <a:gd name="connsiteY1" fmla="*/ 110944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944"/>
                  </a:moveTo>
                  <a:lnTo>
                    <a:pt x="0" y="110944"/>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97" name="Freeform: Shape 196">
              <a:extLst>
                <a:ext uri="{FF2B5EF4-FFF2-40B4-BE49-F238E27FC236}">
                  <a16:creationId xmlns:a16="http://schemas.microsoft.com/office/drawing/2014/main" id="{F6E54247-298C-0306-CB56-481BB3D108C9}"/>
                </a:ext>
              </a:extLst>
            </p:cNvPr>
            <p:cNvSpPr/>
            <p:nvPr/>
          </p:nvSpPr>
          <p:spPr>
            <a:xfrm>
              <a:off x="1435409" y="2161483"/>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98" name="Freeform: Shape 197">
              <a:extLst>
                <a:ext uri="{FF2B5EF4-FFF2-40B4-BE49-F238E27FC236}">
                  <a16:creationId xmlns:a16="http://schemas.microsoft.com/office/drawing/2014/main" id="{424781F1-232B-BC7F-F946-9A3830DBE350}"/>
                </a:ext>
              </a:extLst>
            </p:cNvPr>
            <p:cNvSpPr/>
            <p:nvPr/>
          </p:nvSpPr>
          <p:spPr>
            <a:xfrm>
              <a:off x="1296622" y="2161483"/>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199" name="Freeform: Shape 198">
              <a:extLst>
                <a:ext uri="{FF2B5EF4-FFF2-40B4-BE49-F238E27FC236}">
                  <a16:creationId xmlns:a16="http://schemas.microsoft.com/office/drawing/2014/main" id="{55FB95D7-F35D-43BE-2377-D3EE8656AF71}"/>
                </a:ext>
              </a:extLst>
            </p:cNvPr>
            <p:cNvSpPr/>
            <p:nvPr/>
          </p:nvSpPr>
          <p:spPr>
            <a:xfrm>
              <a:off x="1157838" y="2161483"/>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200" name="Freeform: Shape 199">
              <a:extLst>
                <a:ext uri="{FF2B5EF4-FFF2-40B4-BE49-F238E27FC236}">
                  <a16:creationId xmlns:a16="http://schemas.microsoft.com/office/drawing/2014/main" id="{0D05A9CA-667B-E7D2-D4A9-477EA39EA289}"/>
                </a:ext>
              </a:extLst>
            </p:cNvPr>
            <p:cNvSpPr/>
            <p:nvPr/>
          </p:nvSpPr>
          <p:spPr>
            <a:xfrm>
              <a:off x="1019475" y="2161483"/>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201" name="Freeform: Shape 200">
              <a:extLst>
                <a:ext uri="{FF2B5EF4-FFF2-40B4-BE49-F238E27FC236}">
                  <a16:creationId xmlns:a16="http://schemas.microsoft.com/office/drawing/2014/main" id="{1D048DEF-9A25-DC74-06C8-2433C7FFC52D}"/>
                </a:ext>
              </a:extLst>
            </p:cNvPr>
            <p:cNvSpPr/>
            <p:nvPr/>
          </p:nvSpPr>
          <p:spPr>
            <a:xfrm>
              <a:off x="1712558" y="1618998"/>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202" name="Freeform: Shape 201">
              <a:extLst>
                <a:ext uri="{FF2B5EF4-FFF2-40B4-BE49-F238E27FC236}">
                  <a16:creationId xmlns:a16="http://schemas.microsoft.com/office/drawing/2014/main" id="{6D8B73A2-A22A-4A3B-BA38-C7288993A85B}"/>
                </a:ext>
              </a:extLst>
            </p:cNvPr>
            <p:cNvSpPr/>
            <p:nvPr/>
          </p:nvSpPr>
          <p:spPr>
            <a:xfrm>
              <a:off x="1573771" y="1618998"/>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203" name="Freeform: Shape 202">
              <a:extLst>
                <a:ext uri="{FF2B5EF4-FFF2-40B4-BE49-F238E27FC236}">
                  <a16:creationId xmlns:a16="http://schemas.microsoft.com/office/drawing/2014/main" id="{EFF96038-BF09-B00F-706D-CEAE944A8A65}"/>
                </a:ext>
              </a:extLst>
            </p:cNvPr>
            <p:cNvSpPr/>
            <p:nvPr/>
          </p:nvSpPr>
          <p:spPr>
            <a:xfrm>
              <a:off x="1435409" y="1618998"/>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204" name="Freeform: Shape 203">
              <a:extLst>
                <a:ext uri="{FF2B5EF4-FFF2-40B4-BE49-F238E27FC236}">
                  <a16:creationId xmlns:a16="http://schemas.microsoft.com/office/drawing/2014/main" id="{899A346C-919C-10D5-0D1F-05FB9CA9240F}"/>
                </a:ext>
              </a:extLst>
            </p:cNvPr>
            <p:cNvSpPr/>
            <p:nvPr/>
          </p:nvSpPr>
          <p:spPr>
            <a:xfrm>
              <a:off x="1296622" y="1618998"/>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522 w 84367"/>
                <a:gd name="connsiteY3" fmla="*/ 0 h 84367"/>
                <a:gd name="connsiteX4" fmla="*/ 110522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522" y="0"/>
                  </a:lnTo>
                  <a:lnTo>
                    <a:pt x="110522"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205" name="Freeform: Shape 204">
              <a:extLst>
                <a:ext uri="{FF2B5EF4-FFF2-40B4-BE49-F238E27FC236}">
                  <a16:creationId xmlns:a16="http://schemas.microsoft.com/office/drawing/2014/main" id="{2DA7EA81-5384-44BE-D6ED-F8D50F121F4F}"/>
                </a:ext>
              </a:extLst>
            </p:cNvPr>
            <p:cNvSpPr/>
            <p:nvPr/>
          </p:nvSpPr>
          <p:spPr>
            <a:xfrm>
              <a:off x="880691" y="2161483"/>
              <a:ext cx="84368" cy="84368"/>
            </a:xfrm>
            <a:custGeom>
              <a:avLst/>
              <a:gdLst>
                <a:gd name="connsiteX0" fmla="*/ 31638 w 84367"/>
                <a:gd name="connsiteY0" fmla="*/ 110522 h 84367"/>
                <a:gd name="connsiteX1" fmla="*/ 0 w 84367"/>
                <a:gd name="connsiteY1" fmla="*/ 110522 h 84367"/>
                <a:gd name="connsiteX2" fmla="*/ 0 w 84367"/>
                <a:gd name="connsiteY2" fmla="*/ 0 h 84367"/>
                <a:gd name="connsiteX3" fmla="*/ 110944 w 84367"/>
                <a:gd name="connsiteY3" fmla="*/ 0 h 84367"/>
                <a:gd name="connsiteX4" fmla="*/ 110944 w 84367"/>
                <a:gd name="connsiteY4" fmla="*/ 31638 h 84367"/>
                <a:gd name="connsiteX5" fmla="*/ 31638 w 84367"/>
                <a:gd name="connsiteY5" fmla="*/ 31638 h 8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7" h="84367">
                  <a:moveTo>
                    <a:pt x="31638" y="110522"/>
                  </a:moveTo>
                  <a:lnTo>
                    <a:pt x="0" y="110522"/>
                  </a:lnTo>
                  <a:lnTo>
                    <a:pt x="0" y="0"/>
                  </a:lnTo>
                  <a:lnTo>
                    <a:pt x="110944" y="0"/>
                  </a:lnTo>
                  <a:lnTo>
                    <a:pt x="110944" y="31638"/>
                  </a:lnTo>
                  <a:lnTo>
                    <a:pt x="31638"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206" name="Freeform: Shape 205">
              <a:extLst>
                <a:ext uri="{FF2B5EF4-FFF2-40B4-BE49-F238E27FC236}">
                  <a16:creationId xmlns:a16="http://schemas.microsoft.com/office/drawing/2014/main" id="{A7626CFE-03AA-9C26-695E-7858B120B81A}"/>
                </a:ext>
              </a:extLst>
            </p:cNvPr>
            <p:cNvSpPr/>
            <p:nvPr/>
          </p:nvSpPr>
          <p:spPr>
            <a:xfrm>
              <a:off x="804337" y="1328352"/>
              <a:ext cx="1054598" cy="210920"/>
            </a:xfrm>
            <a:custGeom>
              <a:avLst/>
              <a:gdLst>
                <a:gd name="connsiteX0" fmla="*/ 1095517 w 1054598"/>
                <a:gd name="connsiteY0" fmla="*/ 247620 h 210919"/>
                <a:gd name="connsiteX1" fmla="*/ 0 w 1054598"/>
                <a:gd name="connsiteY1" fmla="*/ 247620 h 210919"/>
                <a:gd name="connsiteX2" fmla="*/ 0 w 1054598"/>
                <a:gd name="connsiteY2" fmla="*/ 58636 h 210919"/>
                <a:gd name="connsiteX3" fmla="*/ 129083 w 1054598"/>
                <a:gd name="connsiteY3" fmla="*/ 58636 h 210919"/>
                <a:gd name="connsiteX4" fmla="*/ 202061 w 1054598"/>
                <a:gd name="connsiteY4" fmla="*/ 0 h 210919"/>
                <a:gd name="connsiteX5" fmla="*/ 275039 w 1054598"/>
                <a:gd name="connsiteY5" fmla="*/ 58636 h 210919"/>
                <a:gd name="connsiteX6" fmla="*/ 820477 w 1054598"/>
                <a:gd name="connsiteY6" fmla="*/ 58636 h 210919"/>
                <a:gd name="connsiteX7" fmla="*/ 893456 w 1054598"/>
                <a:gd name="connsiteY7" fmla="*/ 0 h 210919"/>
                <a:gd name="connsiteX8" fmla="*/ 966434 w 1054598"/>
                <a:gd name="connsiteY8" fmla="*/ 58636 h 210919"/>
                <a:gd name="connsiteX9" fmla="*/ 1095517 w 1054598"/>
                <a:gd name="connsiteY9" fmla="*/ 58636 h 210919"/>
                <a:gd name="connsiteX10" fmla="*/ 1095517 w 1054598"/>
                <a:gd name="connsiteY10" fmla="*/ 247620 h 210919"/>
                <a:gd name="connsiteX11" fmla="*/ 31638 w 1054598"/>
                <a:gd name="connsiteY11" fmla="*/ 215982 h 210919"/>
                <a:gd name="connsiteX12" fmla="*/ 1063879 w 1054598"/>
                <a:gd name="connsiteY12" fmla="*/ 215982 h 210919"/>
                <a:gd name="connsiteX13" fmla="*/ 1063879 w 1054598"/>
                <a:gd name="connsiteY13" fmla="*/ 90274 h 210919"/>
                <a:gd name="connsiteX14" fmla="*/ 936483 w 1054598"/>
                <a:gd name="connsiteY14" fmla="*/ 90274 h 210919"/>
                <a:gd name="connsiteX15" fmla="*/ 936483 w 1054598"/>
                <a:gd name="connsiteY15" fmla="*/ 74666 h 210919"/>
                <a:gd name="connsiteX16" fmla="*/ 893456 w 1054598"/>
                <a:gd name="connsiteY16" fmla="*/ 31638 h 210919"/>
                <a:gd name="connsiteX17" fmla="*/ 850428 w 1054598"/>
                <a:gd name="connsiteY17" fmla="*/ 74666 h 210919"/>
                <a:gd name="connsiteX18" fmla="*/ 850428 w 1054598"/>
                <a:gd name="connsiteY18" fmla="*/ 90695 h 210919"/>
                <a:gd name="connsiteX19" fmla="*/ 245089 w 1054598"/>
                <a:gd name="connsiteY19" fmla="*/ 90695 h 210919"/>
                <a:gd name="connsiteX20" fmla="*/ 245089 w 1054598"/>
                <a:gd name="connsiteY20" fmla="*/ 74666 h 210919"/>
                <a:gd name="connsiteX21" fmla="*/ 202061 w 1054598"/>
                <a:gd name="connsiteY21" fmla="*/ 31638 h 210919"/>
                <a:gd name="connsiteX22" fmla="*/ 159033 w 1054598"/>
                <a:gd name="connsiteY22" fmla="*/ 74666 h 210919"/>
                <a:gd name="connsiteX23" fmla="*/ 159033 w 1054598"/>
                <a:gd name="connsiteY23" fmla="*/ 90695 h 210919"/>
                <a:gd name="connsiteX24" fmla="*/ 31638 w 1054598"/>
                <a:gd name="connsiteY24" fmla="*/ 90695 h 210919"/>
                <a:gd name="connsiteX25" fmla="*/ 31638 w 1054598"/>
                <a:gd name="connsiteY25" fmla="*/ 215982 h 210919"/>
                <a:gd name="connsiteX26" fmla="*/ 968121 w 1054598"/>
                <a:gd name="connsiteY26" fmla="*/ 74666 h 210919"/>
                <a:gd name="connsiteX27" fmla="*/ 968121 w 1054598"/>
                <a:gd name="connsiteY27" fmla="*/ 74666 h 210919"/>
                <a:gd name="connsiteX28" fmla="*/ 968121 w 1054598"/>
                <a:gd name="connsiteY28" fmla="*/ 74666 h 210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54598" h="210919">
                  <a:moveTo>
                    <a:pt x="1095517" y="247620"/>
                  </a:moveTo>
                  <a:lnTo>
                    <a:pt x="0" y="247620"/>
                  </a:lnTo>
                  <a:lnTo>
                    <a:pt x="0" y="58636"/>
                  </a:lnTo>
                  <a:lnTo>
                    <a:pt x="129083" y="58636"/>
                  </a:lnTo>
                  <a:cubicBezTo>
                    <a:pt x="136254" y="25310"/>
                    <a:pt x="166205" y="0"/>
                    <a:pt x="202061" y="0"/>
                  </a:cubicBezTo>
                  <a:cubicBezTo>
                    <a:pt x="237917" y="0"/>
                    <a:pt x="267868" y="25310"/>
                    <a:pt x="275039" y="58636"/>
                  </a:cubicBezTo>
                  <a:lnTo>
                    <a:pt x="820477" y="58636"/>
                  </a:lnTo>
                  <a:cubicBezTo>
                    <a:pt x="827649" y="25310"/>
                    <a:pt x="857599" y="0"/>
                    <a:pt x="893456" y="0"/>
                  </a:cubicBezTo>
                  <a:cubicBezTo>
                    <a:pt x="929312" y="0"/>
                    <a:pt x="959262" y="25310"/>
                    <a:pt x="966434" y="58636"/>
                  </a:cubicBezTo>
                  <a:lnTo>
                    <a:pt x="1095517" y="58636"/>
                  </a:lnTo>
                  <a:lnTo>
                    <a:pt x="1095517" y="247620"/>
                  </a:lnTo>
                  <a:close/>
                  <a:moveTo>
                    <a:pt x="31638" y="215982"/>
                  </a:moveTo>
                  <a:lnTo>
                    <a:pt x="1063879" y="215982"/>
                  </a:lnTo>
                  <a:lnTo>
                    <a:pt x="1063879" y="90274"/>
                  </a:lnTo>
                  <a:lnTo>
                    <a:pt x="936483" y="90274"/>
                  </a:lnTo>
                  <a:lnTo>
                    <a:pt x="936483" y="74666"/>
                  </a:lnTo>
                  <a:cubicBezTo>
                    <a:pt x="936483" y="51043"/>
                    <a:pt x="917079" y="31638"/>
                    <a:pt x="893456" y="31638"/>
                  </a:cubicBezTo>
                  <a:cubicBezTo>
                    <a:pt x="869833" y="31638"/>
                    <a:pt x="850428" y="51043"/>
                    <a:pt x="850428" y="74666"/>
                  </a:cubicBezTo>
                  <a:lnTo>
                    <a:pt x="850428" y="90695"/>
                  </a:lnTo>
                  <a:lnTo>
                    <a:pt x="245089" y="90695"/>
                  </a:lnTo>
                  <a:lnTo>
                    <a:pt x="245089" y="74666"/>
                  </a:lnTo>
                  <a:cubicBezTo>
                    <a:pt x="245089" y="51043"/>
                    <a:pt x="225684" y="31638"/>
                    <a:pt x="202061" y="31638"/>
                  </a:cubicBezTo>
                  <a:cubicBezTo>
                    <a:pt x="178438" y="31638"/>
                    <a:pt x="159033" y="51043"/>
                    <a:pt x="159033" y="74666"/>
                  </a:cubicBezTo>
                  <a:lnTo>
                    <a:pt x="159033" y="90695"/>
                  </a:lnTo>
                  <a:lnTo>
                    <a:pt x="31638" y="90695"/>
                  </a:lnTo>
                  <a:lnTo>
                    <a:pt x="31638" y="215982"/>
                  </a:lnTo>
                  <a:close/>
                  <a:moveTo>
                    <a:pt x="968121" y="74666"/>
                  </a:moveTo>
                  <a:lnTo>
                    <a:pt x="968121" y="74666"/>
                  </a:lnTo>
                  <a:lnTo>
                    <a:pt x="968121" y="74666"/>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sp>
          <p:nvSpPr>
            <p:cNvPr id="207" name="Freeform: Shape 206">
              <a:extLst>
                <a:ext uri="{FF2B5EF4-FFF2-40B4-BE49-F238E27FC236}">
                  <a16:creationId xmlns:a16="http://schemas.microsoft.com/office/drawing/2014/main" id="{348DA413-D661-FDB5-C558-A8761C6193B6}"/>
                </a:ext>
              </a:extLst>
            </p:cNvPr>
            <p:cNvSpPr/>
            <p:nvPr/>
          </p:nvSpPr>
          <p:spPr>
            <a:xfrm>
              <a:off x="909797" y="1470514"/>
              <a:ext cx="843678" cy="42184"/>
            </a:xfrm>
            <a:custGeom>
              <a:avLst/>
              <a:gdLst>
                <a:gd name="connsiteX0" fmla="*/ 0 w 843678"/>
                <a:gd name="connsiteY0" fmla="*/ 0 h 0"/>
                <a:gd name="connsiteX1" fmla="*/ 884597 w 843678"/>
                <a:gd name="connsiteY1" fmla="*/ 0 h 0"/>
                <a:gd name="connsiteX2" fmla="*/ 884597 w 843678"/>
                <a:gd name="connsiteY2" fmla="*/ 31638 h 0"/>
                <a:gd name="connsiteX3" fmla="*/ 0 w 843678"/>
                <a:gd name="connsiteY3" fmla="*/ 31638 h 0"/>
              </a:gdLst>
              <a:ahLst/>
              <a:cxnLst>
                <a:cxn ang="0">
                  <a:pos x="connsiteX0" y="connsiteY0"/>
                </a:cxn>
                <a:cxn ang="0">
                  <a:pos x="connsiteX1" y="connsiteY1"/>
                </a:cxn>
                <a:cxn ang="0">
                  <a:pos x="connsiteX2" y="connsiteY2"/>
                </a:cxn>
                <a:cxn ang="0">
                  <a:pos x="connsiteX3" y="connsiteY3"/>
                </a:cxn>
              </a:cxnLst>
              <a:rect l="l" t="t" r="r" b="b"/>
              <a:pathLst>
                <a:path w="843678">
                  <a:moveTo>
                    <a:pt x="0" y="0"/>
                  </a:moveTo>
                  <a:lnTo>
                    <a:pt x="884597" y="0"/>
                  </a:lnTo>
                  <a:lnTo>
                    <a:pt x="884597" y="31638"/>
                  </a:lnTo>
                  <a:lnTo>
                    <a:pt x="0" y="31638"/>
                  </a:lnTo>
                  <a:close/>
                </a:path>
              </a:pathLst>
            </a:custGeom>
            <a:grpFill/>
            <a:ln w="42130" cap="flat">
              <a:noFill/>
              <a:prstDash val="solid"/>
              <a:miter/>
            </a:ln>
          </p:spPr>
          <p:txBody>
            <a:bodyPr rtlCol="0" anchor="ctr"/>
            <a:lstStyle/>
            <a:p>
              <a:endParaRPr lang="en-US" sz="1400" dirty="0">
                <a:solidFill>
                  <a:schemeClr val="bg1"/>
                </a:solidFill>
                <a:latin typeface="EYInterstate" panose="02000503020000020004" pitchFamily="2" charset="0"/>
              </a:endParaRPr>
            </a:p>
          </p:txBody>
        </p:sp>
      </p:grpSp>
    </p:spTree>
    <p:extLst>
      <p:ext uri="{BB962C8B-B14F-4D97-AF65-F5344CB8AC3E}">
        <p14:creationId xmlns:p14="http://schemas.microsoft.com/office/powerpoint/2010/main" val="28034361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BF5B2-97C1-876F-5D78-46C3C4ED2AA6}"/>
              </a:ext>
            </a:extLst>
          </p:cNvPr>
          <p:cNvSpPr>
            <a:spLocks noGrp="1"/>
          </p:cNvSpPr>
          <p:nvPr>
            <p:ph type="title"/>
          </p:nvPr>
        </p:nvSpPr>
        <p:spPr>
          <a:xfrm>
            <a:off x="485523" y="369888"/>
            <a:ext cx="11224347" cy="470898"/>
          </a:xfrm>
        </p:spPr>
        <p:txBody>
          <a:bodyPr/>
          <a:lstStyle/>
          <a:p>
            <a:r>
              <a:rPr lang="en-US"/>
              <a:t>Advanced color charts</a:t>
            </a:r>
            <a:endParaRPr lang="en-US" dirty="0"/>
          </a:p>
        </p:txBody>
      </p:sp>
      <p:sp>
        <p:nvSpPr>
          <p:cNvPr id="3" name="Date Placeholder 2">
            <a:extLst>
              <a:ext uri="{FF2B5EF4-FFF2-40B4-BE49-F238E27FC236}">
                <a16:creationId xmlns:a16="http://schemas.microsoft.com/office/drawing/2014/main" id="{F7EFD3B4-9218-D3DA-A62E-6A50A7EF0297}"/>
              </a:ext>
            </a:extLst>
          </p:cNvPr>
          <p:cNvSpPr>
            <a:spLocks noGrp="1"/>
          </p:cNvSpPr>
          <p:nvPr>
            <p:ph type="dt" sz="half" idx="10"/>
          </p:nvPr>
        </p:nvSpPr>
        <p:spPr>
          <a:xfrm>
            <a:off x="994845" y="6437115"/>
            <a:ext cx="1275686" cy="123111"/>
          </a:xfrm>
        </p:spPr>
        <p:txBody>
          <a:bodyPr/>
          <a:lstStyle/>
          <a:p>
            <a:fld id="{5E94F937-ADF7-4823-AECB-5FD3CF7EA95F}" type="datetime3">
              <a:rPr lang="en-US" smtClean="0"/>
              <a:t>11 July 2026</a:t>
            </a:fld>
            <a:endParaRPr lang="en-US"/>
          </a:p>
        </p:txBody>
      </p:sp>
      <p:sp>
        <p:nvSpPr>
          <p:cNvPr id="4" name="Footer Placeholder 3">
            <a:extLst>
              <a:ext uri="{FF2B5EF4-FFF2-40B4-BE49-F238E27FC236}">
                <a16:creationId xmlns:a16="http://schemas.microsoft.com/office/drawing/2014/main" id="{8159A985-7BA7-A46A-3FBA-AA02950B10F7}"/>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5" name="Slide Number Placeholder 4">
            <a:extLst>
              <a:ext uri="{FF2B5EF4-FFF2-40B4-BE49-F238E27FC236}">
                <a16:creationId xmlns:a16="http://schemas.microsoft.com/office/drawing/2014/main" id="{E1D5CE29-A8AA-2EE7-34E2-6784A97325C8}"/>
              </a:ext>
            </a:extLst>
          </p:cNvPr>
          <p:cNvSpPr>
            <a:spLocks noGrp="1"/>
          </p:cNvSpPr>
          <p:nvPr>
            <p:ph type="sldNum" sz="quarter" idx="12"/>
          </p:nvPr>
        </p:nvSpPr>
        <p:spPr>
          <a:xfrm>
            <a:off x="485747" y="6437115"/>
            <a:ext cx="509098" cy="123111"/>
          </a:xfrm>
        </p:spPr>
        <p:txBody>
          <a:bodyPr/>
          <a:lstStyle/>
          <a:p>
            <a:fld id="{94FCA0F3-9F3A-694B-99BB-0E592A797735}" type="slidenum">
              <a:rPr lang="en-US" smtClean="0"/>
              <a:pPr/>
              <a:t>64</a:t>
            </a:fld>
            <a:endParaRPr lang="en-US"/>
          </a:p>
        </p:txBody>
      </p:sp>
      <p:sp>
        <p:nvSpPr>
          <p:cNvPr id="10" name="Freeform 569">
            <a:extLst>
              <a:ext uri="{FF2B5EF4-FFF2-40B4-BE49-F238E27FC236}">
                <a16:creationId xmlns:a16="http://schemas.microsoft.com/office/drawing/2014/main" id="{A72D55D7-4AAE-8B5A-ACE7-AAE26C7E19CA}"/>
              </a:ext>
              <a:ext uri="{C183D7F6-B498-43B3-948B-1728B52AA6E4}">
                <adec:decorative xmlns:adec="http://schemas.microsoft.com/office/drawing/2017/decorative" val="1"/>
              </a:ext>
            </a:extLst>
          </p:cNvPr>
          <p:cNvSpPr>
            <a:spLocks/>
          </p:cNvSpPr>
          <p:nvPr/>
        </p:nvSpPr>
        <p:spPr>
          <a:xfrm>
            <a:off x="3679981" y="3613939"/>
            <a:ext cx="1333627" cy="1333500"/>
          </a:xfrm>
          <a:custGeom>
            <a:avLst/>
            <a:gdLst/>
            <a:ahLst/>
            <a:cxnLst/>
            <a:rect l="0" t="0" r="0" b="0"/>
            <a:pathLst>
              <a:path w="1333627" h="1333500">
                <a:moveTo>
                  <a:pt x="1333627" y="666750"/>
                </a:moveTo>
                <a:cubicBezTo>
                  <a:pt x="1333627" y="298450"/>
                  <a:pt x="1035050" y="0"/>
                  <a:pt x="666877" y="0"/>
                </a:cubicBezTo>
                <a:cubicBezTo>
                  <a:pt x="298577" y="0"/>
                  <a:pt x="0" y="298450"/>
                  <a:pt x="0" y="666750"/>
                </a:cubicBezTo>
                <a:cubicBezTo>
                  <a:pt x="0" y="1035050"/>
                  <a:pt x="298577" y="1333500"/>
                  <a:pt x="666877" y="1333500"/>
                </a:cubicBezTo>
                <a:cubicBezTo>
                  <a:pt x="1035050" y="1333500"/>
                  <a:pt x="1333627" y="1035050"/>
                  <a:pt x="1333627" y="666750"/>
                </a:cubicBezTo>
              </a:path>
            </a:pathLst>
          </a:custGeom>
          <a:solidFill>
            <a:srgbClr val="B14891"/>
          </a:solidFill>
          <a:ln w="2032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11" name="Freeform 570">
            <a:extLst>
              <a:ext uri="{FF2B5EF4-FFF2-40B4-BE49-F238E27FC236}">
                <a16:creationId xmlns:a16="http://schemas.microsoft.com/office/drawing/2014/main" id="{87339EC7-3B00-D0A7-7B2D-F7E54DC15458}"/>
              </a:ext>
              <a:ext uri="{C183D7F6-B498-43B3-948B-1728B52AA6E4}">
                <adec:decorative xmlns:adec="http://schemas.microsoft.com/office/drawing/2017/decorative" val="1"/>
              </a:ext>
            </a:extLst>
          </p:cNvPr>
          <p:cNvSpPr>
            <a:spLocks/>
          </p:cNvSpPr>
          <p:nvPr/>
        </p:nvSpPr>
        <p:spPr>
          <a:xfrm>
            <a:off x="1486055" y="1953541"/>
            <a:ext cx="1090422" cy="1090422"/>
          </a:xfrm>
          <a:custGeom>
            <a:avLst/>
            <a:gdLst/>
            <a:ahLst/>
            <a:cxnLst/>
            <a:rect l="0" t="0" r="0" b="0"/>
            <a:pathLst>
              <a:path w="1090422" h="1090422">
                <a:moveTo>
                  <a:pt x="1090422" y="545211"/>
                </a:moveTo>
                <a:cubicBezTo>
                  <a:pt x="1090422" y="244095"/>
                  <a:pt x="846329" y="0"/>
                  <a:pt x="545211" y="0"/>
                </a:cubicBezTo>
                <a:cubicBezTo>
                  <a:pt x="244095" y="0"/>
                  <a:pt x="0" y="244095"/>
                  <a:pt x="0" y="545211"/>
                </a:cubicBezTo>
                <a:cubicBezTo>
                  <a:pt x="0" y="846327"/>
                  <a:pt x="244095" y="1090422"/>
                  <a:pt x="545211" y="1090422"/>
                </a:cubicBezTo>
                <a:cubicBezTo>
                  <a:pt x="846329" y="1090422"/>
                  <a:pt x="1090422" y="846327"/>
                  <a:pt x="1090422" y="545211"/>
                </a:cubicBezTo>
              </a:path>
            </a:pathLst>
          </a:custGeom>
          <a:solidFill>
            <a:srgbClr val="724BC3"/>
          </a:solidFill>
          <a:ln w="2032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12" name="Freeform 571">
            <a:extLst>
              <a:ext uri="{FF2B5EF4-FFF2-40B4-BE49-F238E27FC236}">
                <a16:creationId xmlns:a16="http://schemas.microsoft.com/office/drawing/2014/main" id="{1B1D1953-AF3B-4FEA-EBCB-07B9945D22BB}"/>
              </a:ext>
              <a:ext uri="{C183D7F6-B498-43B3-948B-1728B52AA6E4}">
                <adec:decorative xmlns:adec="http://schemas.microsoft.com/office/drawing/2017/decorative" val="1"/>
              </a:ext>
            </a:extLst>
          </p:cNvPr>
          <p:cNvSpPr>
            <a:spLocks/>
          </p:cNvSpPr>
          <p:nvPr/>
        </p:nvSpPr>
        <p:spPr>
          <a:xfrm>
            <a:off x="2010146" y="3848952"/>
            <a:ext cx="1611249" cy="1611122"/>
          </a:xfrm>
          <a:custGeom>
            <a:avLst/>
            <a:gdLst/>
            <a:ahLst/>
            <a:cxnLst/>
            <a:rect l="0" t="0" r="0" b="0"/>
            <a:pathLst>
              <a:path w="1611249" h="1611122">
                <a:moveTo>
                  <a:pt x="1611249" y="805561"/>
                </a:moveTo>
                <a:cubicBezTo>
                  <a:pt x="1611249" y="360681"/>
                  <a:pt x="1250570" y="0"/>
                  <a:pt x="805688" y="0"/>
                </a:cubicBezTo>
                <a:cubicBezTo>
                  <a:pt x="360680" y="0"/>
                  <a:pt x="0" y="360681"/>
                  <a:pt x="0" y="805561"/>
                </a:cubicBezTo>
                <a:cubicBezTo>
                  <a:pt x="0" y="1250441"/>
                  <a:pt x="360680" y="1611122"/>
                  <a:pt x="805688" y="1611122"/>
                </a:cubicBezTo>
                <a:cubicBezTo>
                  <a:pt x="1250570" y="1611122"/>
                  <a:pt x="1611249" y="1250441"/>
                  <a:pt x="1611249" y="805561"/>
                </a:cubicBezTo>
              </a:path>
            </a:pathLst>
          </a:custGeom>
          <a:solidFill>
            <a:srgbClr val="42C9C2"/>
          </a:solidFill>
          <a:ln w="2032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13" name="Freeform 572">
            <a:extLst>
              <a:ext uri="{FF2B5EF4-FFF2-40B4-BE49-F238E27FC236}">
                <a16:creationId xmlns:a16="http://schemas.microsoft.com/office/drawing/2014/main" id="{49C8D443-624C-2922-E7A4-21117FF181CB}"/>
              </a:ext>
              <a:ext uri="{C183D7F6-B498-43B3-948B-1728B52AA6E4}">
                <adec:decorative xmlns:adec="http://schemas.microsoft.com/office/drawing/2017/decorative" val="1"/>
              </a:ext>
            </a:extLst>
          </p:cNvPr>
          <p:cNvSpPr>
            <a:spLocks/>
          </p:cNvSpPr>
          <p:nvPr/>
        </p:nvSpPr>
        <p:spPr>
          <a:xfrm>
            <a:off x="2338506" y="3113876"/>
            <a:ext cx="663955" cy="663954"/>
          </a:xfrm>
          <a:custGeom>
            <a:avLst/>
            <a:gdLst/>
            <a:ahLst/>
            <a:cxnLst/>
            <a:rect l="0" t="0" r="0" b="0"/>
            <a:pathLst>
              <a:path w="663955" h="663954">
                <a:moveTo>
                  <a:pt x="663955" y="331977"/>
                </a:moveTo>
                <a:cubicBezTo>
                  <a:pt x="663955" y="148590"/>
                  <a:pt x="515366" y="0"/>
                  <a:pt x="331978" y="0"/>
                </a:cubicBezTo>
                <a:cubicBezTo>
                  <a:pt x="148589" y="0"/>
                  <a:pt x="0" y="148590"/>
                  <a:pt x="0" y="331977"/>
                </a:cubicBezTo>
                <a:cubicBezTo>
                  <a:pt x="0" y="515364"/>
                  <a:pt x="148589" y="663954"/>
                  <a:pt x="331978" y="663954"/>
                </a:cubicBezTo>
                <a:cubicBezTo>
                  <a:pt x="515366" y="663954"/>
                  <a:pt x="663955" y="515364"/>
                  <a:pt x="663955" y="331977"/>
                </a:cubicBezTo>
              </a:path>
            </a:pathLst>
          </a:custGeom>
          <a:solidFill>
            <a:srgbClr val="FF9831"/>
          </a:solidFill>
          <a:ln w="2032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14" name="Freeform 573">
            <a:extLst>
              <a:ext uri="{FF2B5EF4-FFF2-40B4-BE49-F238E27FC236}">
                <a16:creationId xmlns:a16="http://schemas.microsoft.com/office/drawing/2014/main" id="{61ED014E-4836-1F91-F3A0-DD43BBBD9642}"/>
              </a:ext>
              <a:ext uri="{C183D7F6-B498-43B3-948B-1728B52AA6E4}">
                <adec:decorative xmlns:adec="http://schemas.microsoft.com/office/drawing/2017/decorative" val="1"/>
              </a:ext>
            </a:extLst>
          </p:cNvPr>
          <p:cNvSpPr>
            <a:spLocks/>
          </p:cNvSpPr>
          <p:nvPr/>
        </p:nvSpPr>
        <p:spPr>
          <a:xfrm>
            <a:off x="1021946" y="3049805"/>
            <a:ext cx="1259458" cy="1259586"/>
          </a:xfrm>
          <a:custGeom>
            <a:avLst/>
            <a:gdLst/>
            <a:ahLst/>
            <a:cxnLst/>
            <a:rect l="0" t="0" r="0" b="0"/>
            <a:pathLst>
              <a:path w="1259458" h="1259586">
                <a:moveTo>
                  <a:pt x="1259458" y="629793"/>
                </a:moveTo>
                <a:cubicBezTo>
                  <a:pt x="1259458" y="281941"/>
                  <a:pt x="977518" y="0"/>
                  <a:pt x="629665" y="0"/>
                </a:cubicBezTo>
                <a:cubicBezTo>
                  <a:pt x="281939" y="0"/>
                  <a:pt x="0" y="281941"/>
                  <a:pt x="0" y="629793"/>
                </a:cubicBezTo>
                <a:cubicBezTo>
                  <a:pt x="0" y="977645"/>
                  <a:pt x="281939" y="1259586"/>
                  <a:pt x="629665" y="1259586"/>
                </a:cubicBezTo>
                <a:cubicBezTo>
                  <a:pt x="977518" y="1259586"/>
                  <a:pt x="1259458" y="977645"/>
                  <a:pt x="1259458" y="629793"/>
                </a:cubicBezTo>
              </a:path>
            </a:pathLst>
          </a:custGeom>
          <a:solidFill>
            <a:srgbClr val="35A4E8"/>
          </a:solidFill>
          <a:ln w="2032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15" name="Freeform 574">
            <a:extLst>
              <a:ext uri="{FF2B5EF4-FFF2-40B4-BE49-F238E27FC236}">
                <a16:creationId xmlns:a16="http://schemas.microsoft.com/office/drawing/2014/main" id="{5345AE04-8FAA-142C-C8B2-AA8F26404D7D}"/>
              </a:ext>
              <a:ext uri="{C183D7F6-B498-43B3-948B-1728B52AA6E4}">
                <adec:decorative xmlns:adec="http://schemas.microsoft.com/office/drawing/2017/decorative" val="1"/>
              </a:ext>
            </a:extLst>
          </p:cNvPr>
          <p:cNvSpPr/>
          <p:nvPr/>
        </p:nvSpPr>
        <p:spPr>
          <a:xfrm>
            <a:off x="812929" y="1597001"/>
            <a:ext cx="1856232" cy="1634363"/>
          </a:xfrm>
          <a:custGeom>
            <a:avLst/>
            <a:gdLst/>
            <a:ahLst/>
            <a:cxnLst/>
            <a:rect l="0" t="0" r="0" b="0"/>
            <a:pathLst>
              <a:path w="1856232" h="1634363">
                <a:moveTo>
                  <a:pt x="0" y="0"/>
                </a:moveTo>
                <a:lnTo>
                  <a:pt x="1856232" y="0"/>
                </a:lnTo>
                <a:lnTo>
                  <a:pt x="1856232" y="1634363"/>
                </a:lnTo>
              </a:path>
            </a:pathLst>
          </a:custGeom>
          <a:noFill/>
          <a:ln w="9525" cap="flat" cmpd="sng" algn="ctr">
            <a:solidFill>
              <a:srgbClr val="747480"/>
            </a:solidFill>
            <a:prstDash val="solid"/>
            <a:miter lim="127000"/>
            <a:headEnd type="none"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21" name="Freeform 578">
            <a:extLst>
              <a:ext uri="{FF2B5EF4-FFF2-40B4-BE49-F238E27FC236}">
                <a16:creationId xmlns:a16="http://schemas.microsoft.com/office/drawing/2014/main" id="{288E5B2B-CC3F-6A26-697A-0B7D7F919C11}"/>
              </a:ext>
              <a:ext uri="{C183D7F6-B498-43B3-948B-1728B52AA6E4}">
                <adec:decorative xmlns:adec="http://schemas.microsoft.com/office/drawing/2017/decorative" val="1"/>
              </a:ext>
            </a:extLst>
          </p:cNvPr>
          <p:cNvSpPr/>
          <p:nvPr/>
        </p:nvSpPr>
        <p:spPr>
          <a:xfrm>
            <a:off x="4344484" y="4673868"/>
            <a:ext cx="871600" cy="524129"/>
          </a:xfrm>
          <a:custGeom>
            <a:avLst/>
            <a:gdLst/>
            <a:ahLst/>
            <a:cxnLst/>
            <a:rect l="0" t="0" r="0" b="0"/>
            <a:pathLst>
              <a:path w="871600" h="524129">
                <a:moveTo>
                  <a:pt x="871600" y="524129"/>
                </a:moveTo>
                <a:lnTo>
                  <a:pt x="0" y="524129"/>
                </a:lnTo>
                <a:lnTo>
                  <a:pt x="0" y="0"/>
                </a:lnTo>
              </a:path>
            </a:pathLst>
          </a:custGeom>
          <a:noFill/>
          <a:ln w="9525" cap="flat" cmpd="sng" algn="ctr">
            <a:solidFill>
              <a:srgbClr val="747480"/>
            </a:solidFill>
            <a:prstDash val="solid"/>
            <a:miter lim="127000"/>
            <a:headEnd type="none"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29" name="Freeform 580">
            <a:extLst>
              <a:ext uri="{FF2B5EF4-FFF2-40B4-BE49-F238E27FC236}">
                <a16:creationId xmlns:a16="http://schemas.microsoft.com/office/drawing/2014/main" id="{65C9137D-E4C7-3D0F-D686-E688EC4279B4}"/>
              </a:ext>
              <a:ext uri="{C183D7F6-B498-43B3-948B-1728B52AA6E4}">
                <adec:decorative xmlns:adec="http://schemas.microsoft.com/office/drawing/2017/decorative" val="1"/>
              </a:ext>
            </a:extLst>
          </p:cNvPr>
          <p:cNvSpPr/>
          <p:nvPr/>
        </p:nvSpPr>
        <p:spPr>
          <a:xfrm>
            <a:off x="796725" y="2240796"/>
            <a:ext cx="883158" cy="0"/>
          </a:xfrm>
          <a:custGeom>
            <a:avLst/>
            <a:gdLst/>
            <a:ahLst/>
            <a:cxnLst/>
            <a:rect l="0" t="0" r="0" b="0"/>
            <a:pathLst>
              <a:path w="883158">
                <a:moveTo>
                  <a:pt x="0" y="0"/>
                </a:moveTo>
                <a:lnTo>
                  <a:pt x="883158" y="0"/>
                </a:lnTo>
              </a:path>
            </a:pathLst>
          </a:custGeom>
          <a:noFill/>
          <a:ln w="9525" cap="flat" cmpd="sng" algn="ctr">
            <a:solidFill>
              <a:srgbClr val="747480"/>
            </a:solidFill>
            <a:prstDash val="solid"/>
            <a:miter lim="127000"/>
            <a:headEnd type="none"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33" name="Freeform 582">
            <a:extLst>
              <a:ext uri="{FF2B5EF4-FFF2-40B4-BE49-F238E27FC236}">
                <a16:creationId xmlns:a16="http://schemas.microsoft.com/office/drawing/2014/main" id="{8E06DEAC-7E86-60F6-8FA5-FC539E98571A}"/>
              </a:ext>
              <a:ext uri="{C183D7F6-B498-43B3-948B-1728B52AA6E4}">
                <adec:decorative xmlns:adec="http://schemas.microsoft.com/office/drawing/2017/decorative" val="1"/>
              </a:ext>
            </a:extLst>
          </p:cNvPr>
          <p:cNvSpPr/>
          <p:nvPr/>
        </p:nvSpPr>
        <p:spPr>
          <a:xfrm>
            <a:off x="819408" y="5197997"/>
            <a:ext cx="1810385" cy="0"/>
          </a:xfrm>
          <a:custGeom>
            <a:avLst/>
            <a:gdLst/>
            <a:ahLst/>
            <a:cxnLst/>
            <a:rect l="0" t="0" r="0" b="0"/>
            <a:pathLst>
              <a:path w="1810385">
                <a:moveTo>
                  <a:pt x="0" y="0"/>
                </a:moveTo>
                <a:lnTo>
                  <a:pt x="1810385" y="0"/>
                </a:lnTo>
              </a:path>
            </a:pathLst>
          </a:custGeom>
          <a:noFill/>
          <a:ln w="9525" cap="flat" cmpd="sng" algn="ctr">
            <a:solidFill>
              <a:srgbClr val="747480"/>
            </a:solidFill>
            <a:prstDash val="solid"/>
            <a:miter lim="127000"/>
            <a:headEnd type="none"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35" name="Freeform 584">
            <a:extLst>
              <a:ext uri="{FF2B5EF4-FFF2-40B4-BE49-F238E27FC236}">
                <a16:creationId xmlns:a16="http://schemas.microsoft.com/office/drawing/2014/main" id="{BE33C89F-A129-9554-610E-3D2417C338BB}"/>
              </a:ext>
              <a:ext uri="{C183D7F6-B498-43B3-948B-1728B52AA6E4}">
                <adec:decorative xmlns:adec="http://schemas.microsoft.com/office/drawing/2017/decorative" val="1"/>
              </a:ext>
            </a:extLst>
          </p:cNvPr>
          <p:cNvSpPr/>
          <p:nvPr/>
        </p:nvSpPr>
        <p:spPr>
          <a:xfrm>
            <a:off x="812929" y="4062769"/>
            <a:ext cx="837691" cy="478662"/>
          </a:xfrm>
          <a:custGeom>
            <a:avLst/>
            <a:gdLst/>
            <a:ahLst/>
            <a:cxnLst/>
            <a:rect l="0" t="0" r="0" b="0"/>
            <a:pathLst>
              <a:path w="837691" h="478662">
                <a:moveTo>
                  <a:pt x="0" y="478662"/>
                </a:moveTo>
                <a:lnTo>
                  <a:pt x="837691" y="478662"/>
                </a:lnTo>
                <a:lnTo>
                  <a:pt x="837691" y="0"/>
                </a:lnTo>
              </a:path>
            </a:pathLst>
          </a:custGeom>
          <a:noFill/>
          <a:ln w="9525" cap="flat" cmpd="sng" algn="ctr">
            <a:solidFill>
              <a:srgbClr val="747480"/>
            </a:solidFill>
            <a:prstDash val="solid"/>
            <a:miter lim="127000"/>
            <a:headEnd type="none"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39" name="Rectangle 635">
            <a:extLst>
              <a:ext uri="{FF2B5EF4-FFF2-40B4-BE49-F238E27FC236}">
                <a16:creationId xmlns:a16="http://schemas.microsoft.com/office/drawing/2014/main" id="{BB58E4A0-EED4-4FCC-9FD9-87DA4C099262}"/>
              </a:ext>
            </a:extLst>
          </p:cNvPr>
          <p:cNvSpPr/>
          <p:nvPr/>
        </p:nvSpPr>
        <p:spPr>
          <a:xfrm>
            <a:off x="807583" y="2271998"/>
            <a:ext cx="439223" cy="275460"/>
          </a:xfrm>
          <a:prstGeom prst="rect">
            <a:avLst/>
          </a:prstGeom>
        </p:spPr>
        <p:txBody>
          <a:bodyPr wrap="none" lIns="0" tIns="0" rIns="0" bIns="0">
            <a:spAutoFit/>
          </a:bodyPr>
          <a:lstStyle/>
          <a:p>
            <a:pPr marL="0"/>
            <a:r>
              <a:rPr lang="en-US" sz="895" b="0" i="0" spc="0" baseline="0" dirty="0">
                <a:solidFill>
                  <a:schemeClr val="bg1"/>
                </a:solidFill>
              </a:rPr>
              <a:t>Climate </a:t>
            </a:r>
          </a:p>
          <a:p>
            <a:pPr marL="0"/>
            <a:r>
              <a:rPr lang="en-US" sz="895" b="0" i="0" spc="0" baseline="0" dirty="0">
                <a:solidFill>
                  <a:schemeClr val="bg1"/>
                </a:solidFill>
              </a:rPr>
              <a:t>change</a:t>
            </a:r>
          </a:p>
        </p:txBody>
      </p:sp>
      <p:sp>
        <p:nvSpPr>
          <p:cNvPr id="40" name="Rectangle 636">
            <a:extLst>
              <a:ext uri="{FF2B5EF4-FFF2-40B4-BE49-F238E27FC236}">
                <a16:creationId xmlns:a16="http://schemas.microsoft.com/office/drawing/2014/main" id="{2C1D1FE5-3E81-771F-3610-BDFF22F11941}"/>
              </a:ext>
            </a:extLst>
          </p:cNvPr>
          <p:cNvSpPr/>
          <p:nvPr/>
        </p:nvSpPr>
        <p:spPr>
          <a:xfrm>
            <a:off x="814067" y="5232617"/>
            <a:ext cx="684483" cy="275460"/>
          </a:xfrm>
          <a:prstGeom prst="rect">
            <a:avLst/>
          </a:prstGeom>
        </p:spPr>
        <p:txBody>
          <a:bodyPr wrap="none" lIns="0" tIns="0" rIns="0" bIns="0">
            <a:spAutoFit/>
          </a:bodyPr>
          <a:lstStyle/>
          <a:p>
            <a:pPr marL="0"/>
            <a:r>
              <a:rPr lang="en-US" sz="895" b="0" i="0" spc="0" baseline="0" dirty="0">
                <a:solidFill>
                  <a:schemeClr val="bg1"/>
                </a:solidFill>
              </a:rPr>
              <a:t>Industry</a:t>
            </a:r>
          </a:p>
          <a:p>
            <a:pPr marL="0"/>
            <a:r>
              <a:rPr lang="en-US" sz="895" b="0" i="0" spc="0" baseline="0" dirty="0">
                <a:solidFill>
                  <a:schemeClr val="bg1"/>
                </a:solidFill>
              </a:rPr>
              <a:t>convergence</a:t>
            </a:r>
          </a:p>
        </p:txBody>
      </p:sp>
      <p:sp>
        <p:nvSpPr>
          <p:cNvPr id="41" name="Rectangle 637">
            <a:extLst>
              <a:ext uri="{FF2B5EF4-FFF2-40B4-BE49-F238E27FC236}">
                <a16:creationId xmlns:a16="http://schemas.microsoft.com/office/drawing/2014/main" id="{115D037D-8C1C-30D5-7416-D718B61C7DD8}"/>
              </a:ext>
            </a:extLst>
          </p:cNvPr>
          <p:cNvSpPr/>
          <p:nvPr/>
        </p:nvSpPr>
        <p:spPr>
          <a:xfrm>
            <a:off x="3898829" y="5245995"/>
            <a:ext cx="1380186" cy="275460"/>
          </a:xfrm>
          <a:prstGeom prst="rect">
            <a:avLst/>
          </a:prstGeom>
        </p:spPr>
        <p:txBody>
          <a:bodyPr wrap="none" lIns="0" tIns="0" rIns="0" bIns="0">
            <a:spAutoFit/>
          </a:bodyPr>
          <a:lstStyle/>
          <a:p>
            <a:pPr marL="0"/>
            <a:r>
              <a:rPr lang="en-US" sz="895" b="0" i="0" spc="0" baseline="0" dirty="0">
                <a:solidFill>
                  <a:schemeClr val="bg1"/>
                </a:solidFill>
              </a:rPr>
              <a:t>Shifts in working patterns</a:t>
            </a:r>
          </a:p>
          <a:p>
            <a:pPr marL="87703"/>
            <a:r>
              <a:rPr lang="en-US" sz="895" b="0" i="0" spc="0" baseline="0" dirty="0">
                <a:solidFill>
                  <a:schemeClr val="bg1"/>
                </a:solidFill>
              </a:rPr>
              <a:t>(including gig economy)</a:t>
            </a:r>
          </a:p>
        </p:txBody>
      </p:sp>
      <p:sp>
        <p:nvSpPr>
          <p:cNvPr id="43" name="Rectangle 639">
            <a:extLst>
              <a:ext uri="{FF2B5EF4-FFF2-40B4-BE49-F238E27FC236}">
                <a16:creationId xmlns:a16="http://schemas.microsoft.com/office/drawing/2014/main" id="{8D383009-43FE-23BA-60DB-E0756C5550EF}"/>
              </a:ext>
            </a:extLst>
          </p:cNvPr>
          <p:cNvSpPr/>
          <p:nvPr/>
        </p:nvSpPr>
        <p:spPr>
          <a:xfrm>
            <a:off x="807583" y="4571609"/>
            <a:ext cx="613951" cy="137730"/>
          </a:xfrm>
          <a:prstGeom prst="rect">
            <a:avLst/>
          </a:prstGeom>
        </p:spPr>
        <p:txBody>
          <a:bodyPr wrap="none" lIns="0" tIns="0" rIns="0" bIns="0">
            <a:spAutoFit/>
          </a:bodyPr>
          <a:lstStyle/>
          <a:p>
            <a:pPr marL="0"/>
            <a:r>
              <a:rPr lang="en-US" sz="895" b="0" i="0" spc="0" baseline="0" dirty="0">
                <a:solidFill>
                  <a:schemeClr val="bg1"/>
                </a:solidFill>
              </a:rPr>
              <a:t>Digitization</a:t>
            </a:r>
          </a:p>
        </p:txBody>
      </p:sp>
      <p:sp>
        <p:nvSpPr>
          <p:cNvPr id="57" name="Rectangle 650">
            <a:extLst>
              <a:ext uri="{FF2B5EF4-FFF2-40B4-BE49-F238E27FC236}">
                <a16:creationId xmlns:a16="http://schemas.microsoft.com/office/drawing/2014/main" id="{CF9EB20D-E3AE-4BCA-965C-86E717AC3822}"/>
              </a:ext>
            </a:extLst>
          </p:cNvPr>
          <p:cNvSpPr>
            <a:spLocks/>
          </p:cNvSpPr>
          <p:nvPr/>
        </p:nvSpPr>
        <p:spPr>
          <a:xfrm>
            <a:off x="2519801" y="3261187"/>
            <a:ext cx="301365" cy="369332"/>
          </a:xfrm>
          <a:prstGeom prst="rect">
            <a:avLst/>
          </a:prstGeom>
        </p:spPr>
        <p:txBody>
          <a:bodyPr wrap="none" lIns="0" tIns="0" rIns="0" bIns="0">
            <a:spAutoFit/>
          </a:bodyPr>
          <a:lstStyle/>
          <a:p>
            <a:pPr marL="0"/>
            <a:r>
              <a:rPr lang="en-US" sz="2400" dirty="0"/>
              <a:t>4</a:t>
            </a:r>
            <a:r>
              <a:rPr lang="en-US" sz="1400" dirty="0"/>
              <a:t>%</a:t>
            </a:r>
          </a:p>
        </p:txBody>
      </p:sp>
      <p:sp>
        <p:nvSpPr>
          <p:cNvPr id="111" name="Rectangle 642">
            <a:extLst>
              <a:ext uri="{FF2B5EF4-FFF2-40B4-BE49-F238E27FC236}">
                <a16:creationId xmlns:a16="http://schemas.microsoft.com/office/drawing/2014/main" id="{4A10F381-A8B1-7A45-4220-6F8233F707D5}"/>
              </a:ext>
            </a:extLst>
          </p:cNvPr>
          <p:cNvSpPr>
            <a:spLocks/>
          </p:cNvSpPr>
          <p:nvPr/>
        </p:nvSpPr>
        <p:spPr>
          <a:xfrm>
            <a:off x="1757970" y="2314086"/>
            <a:ext cx="546592" cy="369332"/>
          </a:xfrm>
          <a:prstGeom prst="rect">
            <a:avLst/>
          </a:prstGeom>
        </p:spPr>
        <p:txBody>
          <a:bodyPr wrap="square" lIns="0" tIns="0" rIns="0" bIns="0">
            <a:spAutoFit/>
          </a:bodyPr>
          <a:lstStyle/>
          <a:p>
            <a:pPr marL="0" algn="ctr"/>
            <a:r>
              <a:rPr lang="en-US" sz="2400" spc="0" dirty="0"/>
              <a:t>10</a:t>
            </a:r>
            <a:r>
              <a:rPr lang="en-US" sz="1400" spc="0" dirty="0"/>
              <a:t>%</a:t>
            </a:r>
          </a:p>
        </p:txBody>
      </p:sp>
      <p:sp>
        <p:nvSpPr>
          <p:cNvPr id="112" name="Rectangle 642">
            <a:extLst>
              <a:ext uri="{FF2B5EF4-FFF2-40B4-BE49-F238E27FC236}">
                <a16:creationId xmlns:a16="http://schemas.microsoft.com/office/drawing/2014/main" id="{C9E1EEC2-D213-E46B-5B5D-7E8B3F33F525}"/>
              </a:ext>
            </a:extLst>
          </p:cNvPr>
          <p:cNvSpPr>
            <a:spLocks/>
          </p:cNvSpPr>
          <p:nvPr/>
        </p:nvSpPr>
        <p:spPr>
          <a:xfrm>
            <a:off x="1378379" y="3494932"/>
            <a:ext cx="546592" cy="369332"/>
          </a:xfrm>
          <a:prstGeom prst="rect">
            <a:avLst/>
          </a:prstGeom>
        </p:spPr>
        <p:txBody>
          <a:bodyPr wrap="square" lIns="0" tIns="0" rIns="0" bIns="0">
            <a:spAutoFit/>
          </a:bodyPr>
          <a:lstStyle/>
          <a:p>
            <a:pPr marL="0" algn="ctr"/>
            <a:r>
              <a:rPr lang="en-US" sz="2400" spc="0" dirty="0"/>
              <a:t>14</a:t>
            </a:r>
            <a:r>
              <a:rPr lang="en-US" sz="1400" spc="0" dirty="0"/>
              <a:t>%</a:t>
            </a:r>
          </a:p>
        </p:txBody>
      </p:sp>
      <p:sp>
        <p:nvSpPr>
          <p:cNvPr id="114" name="Rectangle 642">
            <a:extLst>
              <a:ext uri="{FF2B5EF4-FFF2-40B4-BE49-F238E27FC236}">
                <a16:creationId xmlns:a16="http://schemas.microsoft.com/office/drawing/2014/main" id="{0118ED3A-7E0F-2B61-8590-08E6A1086C70}"/>
              </a:ext>
            </a:extLst>
          </p:cNvPr>
          <p:cNvSpPr>
            <a:spLocks/>
          </p:cNvSpPr>
          <p:nvPr/>
        </p:nvSpPr>
        <p:spPr>
          <a:xfrm>
            <a:off x="2542475" y="4469847"/>
            <a:ext cx="546592" cy="369332"/>
          </a:xfrm>
          <a:prstGeom prst="rect">
            <a:avLst/>
          </a:prstGeom>
        </p:spPr>
        <p:txBody>
          <a:bodyPr wrap="square" lIns="0" tIns="0" rIns="0" bIns="0">
            <a:spAutoFit/>
          </a:bodyPr>
          <a:lstStyle/>
          <a:p>
            <a:pPr marL="0" algn="ctr"/>
            <a:r>
              <a:rPr lang="en-US" sz="2400" dirty="0"/>
              <a:t>23</a:t>
            </a:r>
            <a:r>
              <a:rPr lang="en-US" sz="1400" spc="0" dirty="0"/>
              <a:t>%</a:t>
            </a:r>
          </a:p>
        </p:txBody>
      </p:sp>
      <p:sp>
        <p:nvSpPr>
          <p:cNvPr id="115" name="Rectangle 642">
            <a:extLst>
              <a:ext uri="{FF2B5EF4-FFF2-40B4-BE49-F238E27FC236}">
                <a16:creationId xmlns:a16="http://schemas.microsoft.com/office/drawing/2014/main" id="{74796323-7B12-39B6-607F-84FD774BE579}"/>
              </a:ext>
            </a:extLst>
          </p:cNvPr>
          <p:cNvSpPr>
            <a:spLocks/>
          </p:cNvSpPr>
          <p:nvPr/>
        </p:nvSpPr>
        <p:spPr>
          <a:xfrm>
            <a:off x="4073498" y="4096023"/>
            <a:ext cx="546592" cy="369332"/>
          </a:xfrm>
          <a:prstGeom prst="rect">
            <a:avLst/>
          </a:prstGeom>
        </p:spPr>
        <p:txBody>
          <a:bodyPr wrap="square" lIns="0" tIns="0" rIns="0" bIns="0">
            <a:spAutoFit/>
          </a:bodyPr>
          <a:lstStyle/>
          <a:p>
            <a:pPr marL="0" algn="ctr"/>
            <a:r>
              <a:rPr lang="en-US" sz="2400" spc="0" dirty="0"/>
              <a:t>16</a:t>
            </a:r>
            <a:r>
              <a:rPr lang="en-US" sz="1400" spc="0" dirty="0"/>
              <a:t>%</a:t>
            </a:r>
          </a:p>
        </p:txBody>
      </p:sp>
      <p:sp>
        <p:nvSpPr>
          <p:cNvPr id="118" name="Oval 117">
            <a:extLst>
              <a:ext uri="{FF2B5EF4-FFF2-40B4-BE49-F238E27FC236}">
                <a16:creationId xmlns:a16="http://schemas.microsoft.com/office/drawing/2014/main" id="{4500A4C9-CEC1-BF7F-0B70-333EC438E331}"/>
              </a:ext>
              <a:ext uri="{C183D7F6-B498-43B3-948B-1728B52AA6E4}">
                <adec:decorative xmlns:adec="http://schemas.microsoft.com/office/drawing/2017/decorative" val="1"/>
              </a:ext>
            </a:extLst>
          </p:cNvPr>
          <p:cNvSpPr>
            <a:spLocks/>
          </p:cNvSpPr>
          <p:nvPr/>
        </p:nvSpPr>
        <p:spPr>
          <a:xfrm>
            <a:off x="2840144" y="1687247"/>
            <a:ext cx="1953049" cy="1953049"/>
          </a:xfrm>
          <a:prstGeom prst="ellipse">
            <a:avLst/>
          </a:prstGeom>
          <a:solidFill>
            <a:srgbClr val="155CB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2000" indent="-252000" algn="l">
              <a:lnSpc>
                <a:spcPct val="90000"/>
              </a:lnSpc>
              <a:spcBef>
                <a:spcPts val="400"/>
              </a:spcBef>
              <a:spcAft>
                <a:spcPts val="400"/>
              </a:spcAft>
              <a:buClr>
                <a:schemeClr val="tx2"/>
              </a:buClr>
              <a:buFont typeface="Wingdings" pitchFamily="2" charset="2"/>
              <a:buChar char="§"/>
            </a:pPr>
            <a:endParaRPr lang="en-US" sz="2000" dirty="0">
              <a:solidFill>
                <a:schemeClr val="tx1"/>
              </a:solidFill>
            </a:endParaRPr>
          </a:p>
        </p:txBody>
      </p:sp>
      <p:sp>
        <p:nvSpPr>
          <p:cNvPr id="119" name="Rectangle 642">
            <a:extLst>
              <a:ext uri="{FF2B5EF4-FFF2-40B4-BE49-F238E27FC236}">
                <a16:creationId xmlns:a16="http://schemas.microsoft.com/office/drawing/2014/main" id="{90379596-C613-4212-4B21-4D4B9E97FC5C}"/>
              </a:ext>
            </a:extLst>
          </p:cNvPr>
          <p:cNvSpPr>
            <a:spLocks/>
          </p:cNvSpPr>
          <p:nvPr/>
        </p:nvSpPr>
        <p:spPr>
          <a:xfrm>
            <a:off x="3543373" y="2479105"/>
            <a:ext cx="546592" cy="369332"/>
          </a:xfrm>
          <a:prstGeom prst="rect">
            <a:avLst/>
          </a:prstGeom>
        </p:spPr>
        <p:txBody>
          <a:bodyPr wrap="square" lIns="0" tIns="0" rIns="0" bIns="0">
            <a:spAutoFit/>
          </a:bodyPr>
          <a:lstStyle/>
          <a:p>
            <a:pPr marL="0" algn="ctr"/>
            <a:r>
              <a:rPr lang="en-US" sz="2400" dirty="0"/>
              <a:t>33</a:t>
            </a:r>
            <a:r>
              <a:rPr lang="en-US" sz="1400" spc="0" dirty="0"/>
              <a:t>%</a:t>
            </a:r>
          </a:p>
        </p:txBody>
      </p:sp>
      <p:sp>
        <p:nvSpPr>
          <p:cNvPr id="120" name="Rectangle 633">
            <a:extLst>
              <a:ext uri="{FF2B5EF4-FFF2-40B4-BE49-F238E27FC236}">
                <a16:creationId xmlns:a16="http://schemas.microsoft.com/office/drawing/2014/main" id="{643635E2-282E-0416-54ED-14FD93173589}"/>
              </a:ext>
            </a:extLst>
          </p:cNvPr>
          <p:cNvSpPr/>
          <p:nvPr/>
        </p:nvSpPr>
        <p:spPr>
          <a:xfrm>
            <a:off x="793295" y="1634809"/>
            <a:ext cx="1317668" cy="275460"/>
          </a:xfrm>
          <a:prstGeom prst="rect">
            <a:avLst/>
          </a:prstGeom>
        </p:spPr>
        <p:txBody>
          <a:bodyPr wrap="none" lIns="0" tIns="0" rIns="0" bIns="0">
            <a:spAutoFit/>
          </a:bodyPr>
          <a:lstStyle/>
          <a:p>
            <a:pPr marL="0"/>
            <a:r>
              <a:rPr lang="en-US" sz="895" spc="0" dirty="0">
                <a:solidFill>
                  <a:schemeClr val="bg1"/>
                </a:solidFill>
              </a:rPr>
              <a:t>Urbanization</a:t>
            </a:r>
          </a:p>
          <a:p>
            <a:pPr marL="0"/>
            <a:r>
              <a:rPr lang="en-US" sz="895" spc="0" dirty="0">
                <a:solidFill>
                  <a:schemeClr val="bg1"/>
                </a:solidFill>
              </a:rPr>
              <a:t>(people moving to cities)</a:t>
            </a:r>
          </a:p>
        </p:txBody>
      </p:sp>
      <p:sp>
        <p:nvSpPr>
          <p:cNvPr id="6" name="Freeform 576">
            <a:extLst>
              <a:ext uri="{FF2B5EF4-FFF2-40B4-BE49-F238E27FC236}">
                <a16:creationId xmlns:a16="http://schemas.microsoft.com/office/drawing/2014/main" id="{FBAE4BA5-1FB0-028F-3861-917381D0B8A4}"/>
              </a:ext>
              <a:ext uri="{C183D7F6-B498-43B3-948B-1728B52AA6E4}">
                <adec:decorative xmlns:adec="http://schemas.microsoft.com/office/drawing/2017/decorative" val="1"/>
              </a:ext>
            </a:extLst>
          </p:cNvPr>
          <p:cNvSpPr/>
          <p:nvPr/>
        </p:nvSpPr>
        <p:spPr>
          <a:xfrm>
            <a:off x="3805369" y="1597001"/>
            <a:ext cx="1410716" cy="336931"/>
          </a:xfrm>
          <a:custGeom>
            <a:avLst/>
            <a:gdLst/>
            <a:ahLst/>
            <a:cxnLst/>
            <a:rect l="0" t="0" r="0" b="0"/>
            <a:pathLst>
              <a:path w="1410716" h="336931">
                <a:moveTo>
                  <a:pt x="1410716" y="0"/>
                </a:moveTo>
                <a:lnTo>
                  <a:pt x="0" y="0"/>
                </a:lnTo>
                <a:lnTo>
                  <a:pt x="0" y="336931"/>
                </a:lnTo>
              </a:path>
            </a:pathLst>
          </a:custGeom>
          <a:noFill/>
          <a:ln w="9525" cap="flat" cmpd="sng" algn="ctr">
            <a:solidFill>
              <a:srgbClr val="747480"/>
            </a:solidFill>
            <a:prstDash val="solid"/>
            <a:miter lim="127000"/>
            <a:headEnd type="none"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7" name="Rectangle 638">
            <a:extLst>
              <a:ext uri="{FF2B5EF4-FFF2-40B4-BE49-F238E27FC236}">
                <a16:creationId xmlns:a16="http://schemas.microsoft.com/office/drawing/2014/main" id="{2425E88A-421A-A1F5-5FC9-704A9A84AADE}"/>
              </a:ext>
            </a:extLst>
          </p:cNvPr>
          <p:cNvSpPr/>
          <p:nvPr/>
        </p:nvSpPr>
        <p:spPr>
          <a:xfrm>
            <a:off x="4531871" y="1631184"/>
            <a:ext cx="705321" cy="275460"/>
          </a:xfrm>
          <a:prstGeom prst="rect">
            <a:avLst/>
          </a:prstGeom>
        </p:spPr>
        <p:txBody>
          <a:bodyPr wrap="none" lIns="0" tIns="0" rIns="0" bIns="0">
            <a:spAutoFit/>
          </a:bodyPr>
          <a:lstStyle/>
          <a:p>
            <a:pPr marL="0"/>
            <a:r>
              <a:rPr lang="en-US" sz="895" b="0" i="0" spc="0" baseline="0" dirty="0">
                <a:solidFill>
                  <a:schemeClr val="bg1"/>
                </a:solidFill>
              </a:rPr>
              <a:t>Demographic</a:t>
            </a:r>
          </a:p>
          <a:p>
            <a:pPr marL="385056"/>
            <a:r>
              <a:rPr lang="en-US" sz="895" b="0" i="0" spc="0" baseline="0" dirty="0">
                <a:solidFill>
                  <a:schemeClr val="bg1"/>
                </a:solidFill>
              </a:rPr>
              <a:t>shifts</a:t>
            </a:r>
          </a:p>
        </p:txBody>
      </p:sp>
      <p:graphicFrame>
        <p:nvGraphicFramePr>
          <p:cNvPr id="8" name="Chart 7" descr="Chart">
            <a:extLst>
              <a:ext uri="{FF2B5EF4-FFF2-40B4-BE49-F238E27FC236}">
                <a16:creationId xmlns:a16="http://schemas.microsoft.com/office/drawing/2014/main" id="{C1DE0530-E8F5-36B9-89A6-65CF582FFA88}"/>
              </a:ext>
            </a:extLst>
          </p:cNvPr>
          <p:cNvGraphicFramePr>
            <a:graphicFrameLocks noChangeAspect="1"/>
          </p:cNvGraphicFramePr>
          <p:nvPr>
            <p:extLst>
              <p:ext uri="{D42A27DB-BD31-4B8C-83A1-F6EECF244321}">
                <p14:modId xmlns:p14="http://schemas.microsoft.com/office/powerpoint/2010/main" val="2168210517"/>
              </p:ext>
            </p:extLst>
          </p:nvPr>
        </p:nvGraphicFramePr>
        <p:xfrm>
          <a:off x="6352293" y="1173131"/>
          <a:ext cx="5790265" cy="428694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199895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0583EFC-AA0D-E31B-0531-2E686677268A}"/>
              </a:ext>
            </a:extLst>
          </p:cNvPr>
          <p:cNvSpPr txBox="1">
            <a:spLocks/>
          </p:cNvSpPr>
          <p:nvPr/>
        </p:nvSpPr>
        <p:spPr>
          <a:xfrm>
            <a:off x="8406581" y="563952"/>
            <a:ext cx="3309810" cy="3076227"/>
          </a:xfrm>
          <a:prstGeom prst="rect">
            <a:avLst/>
          </a:prstGeom>
          <a:noFill/>
        </p:spPr>
        <p:txBody>
          <a:bodyPr wrap="square" lIns="0" tIns="36576" rIns="0" bIns="0" rtlCol="0" anchor="t">
            <a:spAutoFit/>
          </a:bodyPr>
          <a:lstStyle/>
          <a:p>
            <a:pPr lvl="0">
              <a:buClr>
                <a:srgbClr val="FFD200"/>
              </a:buClr>
              <a:buSzPct val="70000"/>
              <a:defRPr/>
            </a:pPr>
            <a:r>
              <a:rPr lang="en-US" sz="800" kern="0" dirty="0">
                <a:solidFill>
                  <a:srgbClr val="FFFFFF"/>
                </a:solidFill>
                <a:latin typeface="EYInterstate" panose="02000503020000020004" pitchFamily="2" charset="0"/>
              </a:rPr>
              <a:t>EY refers to the global organization, and may refer to one or more, of the member firms of Ernst &amp; Young Global Limited, each of which is a separate legal entity. Ernst &amp; Young Global Limited, a UK company limited by guarantee, does not provide services to clients. Information about how EY collects and uses personal data and a description of the rights individuals have under data protection legislation are available via ey.com/privacy. EY member firms do not practice law where prohibited by local laws. For more information about our organization, please visit ey.com.</a:t>
            </a:r>
          </a:p>
          <a:p>
            <a:pPr lvl="0">
              <a:buClr>
                <a:srgbClr val="FFD200"/>
              </a:buClr>
              <a:buSzPct val="70000"/>
              <a:defRPr/>
            </a:pPr>
            <a:endParaRPr lang="en-US" sz="800" kern="0" dirty="0">
              <a:solidFill>
                <a:srgbClr val="FFFFFF"/>
              </a:solidFill>
              <a:latin typeface="EYInterstate" panose="02000503020000020004" pitchFamily="2" charset="0"/>
            </a:endParaRPr>
          </a:p>
          <a:p>
            <a:pPr lvl="0">
              <a:buClr>
                <a:srgbClr val="FFD200"/>
              </a:buClr>
              <a:buSzPct val="70000"/>
              <a:defRPr/>
            </a:pPr>
            <a:r>
              <a:rPr lang="en-US" sz="800" kern="0" dirty="0">
                <a:solidFill>
                  <a:srgbClr val="FFFFFF"/>
                </a:solidFill>
                <a:latin typeface="EYInterstate" panose="02000503020000020004" pitchFamily="2" charset="0"/>
              </a:rPr>
              <a:t>[Optional sector or service line descriptor — refer to The Branding Zone]</a:t>
            </a:r>
            <a:endParaRPr lang="en-US" sz="800" dirty="0">
              <a:latin typeface="EYInterstate" panose="02000503020000020004" pitchFamily="2" charset="0"/>
            </a:endParaRPr>
          </a:p>
          <a:p>
            <a:pPr lvl="0">
              <a:buClr>
                <a:srgbClr val="FFD200"/>
              </a:buClr>
              <a:buSzPct val="70000"/>
              <a:defRPr/>
            </a:pPr>
            <a:endParaRPr lang="en-US" sz="800" kern="0" dirty="0">
              <a:solidFill>
                <a:srgbClr val="FFFFFF"/>
              </a:solidFill>
              <a:latin typeface="EYInterstate" panose="02000503020000020004" pitchFamily="2" charset="0"/>
            </a:endParaRPr>
          </a:p>
          <a:p>
            <a:pPr>
              <a:buClr>
                <a:srgbClr val="FFD200"/>
              </a:buClr>
              <a:buSzPct val="70000"/>
              <a:defRPr/>
            </a:pPr>
            <a:r>
              <a:rPr lang="en-US" sz="800" kern="0" dirty="0">
                <a:solidFill>
                  <a:srgbClr val="FFFFFF"/>
                </a:solidFill>
              </a:rPr>
              <a:t>© 2024 [member firm name]. </a:t>
            </a:r>
          </a:p>
          <a:p>
            <a:pPr>
              <a:buClr>
                <a:srgbClr val="FFD200"/>
              </a:buClr>
              <a:buSzPct val="70000"/>
              <a:defRPr/>
            </a:pPr>
            <a:r>
              <a:rPr lang="en-US" sz="800" kern="0" dirty="0">
                <a:solidFill>
                  <a:srgbClr val="FFFFFF"/>
                </a:solidFill>
              </a:rPr>
              <a:t>All Rights Reserved.</a:t>
            </a:r>
          </a:p>
          <a:p>
            <a:pPr>
              <a:buClr>
                <a:srgbClr val="FFD200"/>
              </a:buClr>
              <a:buSzPct val="70000"/>
              <a:defRPr/>
            </a:pPr>
            <a:endParaRPr lang="en-US" sz="800" kern="0" dirty="0">
              <a:solidFill>
                <a:srgbClr val="FFFFFF"/>
              </a:solidFill>
            </a:endParaRPr>
          </a:p>
          <a:p>
            <a:pPr>
              <a:buClr>
                <a:srgbClr val="FFD200"/>
              </a:buClr>
              <a:buSzPct val="70000"/>
              <a:defRPr/>
            </a:pPr>
            <a:r>
              <a:rPr lang="en-US" sz="800" kern="0" dirty="0">
                <a:solidFill>
                  <a:srgbClr val="FFFFFF"/>
                </a:solidFill>
              </a:rPr>
              <a:t>XXXXX-</a:t>
            </a:r>
            <a:r>
              <a:rPr lang="en-US" sz="800" kern="0" dirty="0" err="1">
                <a:solidFill>
                  <a:srgbClr val="FFFFFF"/>
                </a:solidFill>
              </a:rPr>
              <a:t>XXXGbl</a:t>
            </a:r>
            <a:endParaRPr lang="en-US" sz="800" kern="0" dirty="0">
              <a:solidFill>
                <a:srgbClr val="FFFFFF"/>
              </a:solidFill>
            </a:endParaRPr>
          </a:p>
          <a:p>
            <a:pPr>
              <a:buClr>
                <a:srgbClr val="FFD200"/>
              </a:buClr>
              <a:buSzPct val="70000"/>
              <a:defRPr/>
            </a:pPr>
            <a:r>
              <a:rPr lang="en-US" sz="800" kern="0" dirty="0">
                <a:solidFill>
                  <a:srgbClr val="FFFFFF"/>
                </a:solidFill>
              </a:rPr>
              <a:t>ED MMYY</a:t>
            </a:r>
          </a:p>
          <a:p>
            <a:pPr>
              <a:buClr>
                <a:srgbClr val="FFD200"/>
              </a:buClr>
              <a:buSzPct val="70000"/>
              <a:defRPr/>
            </a:pPr>
            <a:endParaRPr lang="en-US" sz="800" kern="0" dirty="0">
              <a:solidFill>
                <a:srgbClr val="FFFFFF"/>
              </a:solidFill>
            </a:endParaRPr>
          </a:p>
          <a:p>
            <a:pPr>
              <a:buClr>
                <a:srgbClr val="FFD200"/>
              </a:buClr>
              <a:buSzPct val="70000"/>
              <a:defRPr/>
            </a:pPr>
            <a:r>
              <a:rPr lang="en-US" sz="800" kern="0" dirty="0">
                <a:solidFill>
                  <a:srgbClr val="FFFFFF"/>
                </a:solidFill>
              </a:rPr>
              <a:t>[Optional environmental statement — refer to The Branding Zone]</a:t>
            </a:r>
            <a:endParaRPr lang="en-US" sz="800" dirty="0"/>
          </a:p>
          <a:p>
            <a:pPr>
              <a:buClr>
                <a:srgbClr val="FFD200"/>
              </a:buClr>
              <a:buSzPct val="70000"/>
              <a:defRPr/>
            </a:pPr>
            <a:endParaRPr lang="en-US" sz="800" kern="0" dirty="0">
              <a:solidFill>
                <a:srgbClr val="FFFFFF"/>
              </a:solidFill>
            </a:endParaRPr>
          </a:p>
          <a:p>
            <a:pPr lvl="0">
              <a:buClr>
                <a:srgbClr val="FFD200"/>
              </a:buClr>
              <a:buSzPct val="70000"/>
              <a:defRPr/>
            </a:pPr>
            <a:r>
              <a:rPr lang="en-US" sz="700" kern="0" dirty="0">
                <a:solidFill>
                  <a:srgbClr val="FFFFFF"/>
                </a:solidFill>
              </a:rPr>
              <a:t>[Required legal disclaimer — refer to The Branding Zone]</a:t>
            </a:r>
          </a:p>
          <a:p>
            <a:pPr lvl="0">
              <a:spcAft>
                <a:spcPts val="600"/>
              </a:spcAft>
              <a:buClr>
                <a:srgbClr val="FFD200"/>
              </a:buClr>
              <a:buSzPct val="70000"/>
              <a:defRPr/>
            </a:pPr>
            <a:endParaRPr lang="en-US" sz="700" kern="0" dirty="0">
              <a:solidFill>
                <a:srgbClr val="FFFFFF"/>
              </a:solidFill>
            </a:endParaRPr>
          </a:p>
          <a:p>
            <a:pPr lvl="0">
              <a:spcAft>
                <a:spcPts val="600"/>
              </a:spcAft>
              <a:buClr>
                <a:srgbClr val="FFD200"/>
              </a:buClr>
              <a:buSzPct val="70000"/>
              <a:defRPr/>
            </a:pPr>
            <a:r>
              <a:rPr lang="en-US" sz="1100" kern="0" dirty="0">
                <a:solidFill>
                  <a:srgbClr val="FFFFFF"/>
                </a:solidFill>
                <a:latin typeface="EYInterstate" panose="02000503020000020004" pitchFamily="2" charset="0"/>
              </a:rPr>
              <a:t>ey.com</a:t>
            </a:r>
          </a:p>
        </p:txBody>
      </p:sp>
      <p:sp>
        <p:nvSpPr>
          <p:cNvPr id="6" name="TextBox 5">
            <a:extLst>
              <a:ext uri="{FF2B5EF4-FFF2-40B4-BE49-F238E27FC236}">
                <a16:creationId xmlns:a16="http://schemas.microsoft.com/office/drawing/2014/main" id="{D2986B74-7E42-457A-6212-94C04D004929}"/>
              </a:ext>
            </a:extLst>
          </p:cNvPr>
          <p:cNvSpPr txBox="1">
            <a:spLocks/>
          </p:cNvSpPr>
          <p:nvPr/>
        </p:nvSpPr>
        <p:spPr>
          <a:xfrm>
            <a:off x="481958" y="563952"/>
            <a:ext cx="3303461" cy="3514808"/>
          </a:xfrm>
          <a:prstGeom prst="rect">
            <a:avLst/>
          </a:prstGeom>
          <a:noFill/>
        </p:spPr>
        <p:txBody>
          <a:bodyPr wrap="square" lIns="0" tIns="36576" rIns="0" bIns="0" rtlCol="0" anchor="t">
            <a:spAutoFit/>
          </a:bodyPr>
          <a:lstStyle/>
          <a:p>
            <a:pPr lvl="0">
              <a:spcAft>
                <a:spcPts val="600"/>
              </a:spcAft>
              <a:buClr>
                <a:srgbClr val="FFD200"/>
              </a:buClr>
              <a:buSzPct val="70000"/>
              <a:defRPr/>
            </a:pPr>
            <a:r>
              <a:rPr kumimoji="0" lang="en-US" sz="1200" b="1" i="0" u="none" strike="noStrike" kern="0" cap="none" spc="0" normalizeH="0" baseline="0" noProof="0" dirty="0">
                <a:ln>
                  <a:noFill/>
                </a:ln>
                <a:solidFill>
                  <a:srgbClr val="FFE600"/>
                </a:solidFill>
                <a:effectLst/>
                <a:uLnTx/>
                <a:uFillTx/>
                <a:latin typeface="EYInterstate" panose="02000503020000020004" pitchFamily="2" charset="0"/>
              </a:rPr>
              <a:t>EY  </a:t>
            </a:r>
            <a:r>
              <a:rPr kumimoji="0" lang="en-US" sz="1200" b="0" i="0" u="none" strike="noStrike" kern="0" cap="none" spc="0" normalizeH="0" baseline="0" noProof="0" dirty="0">
                <a:ln>
                  <a:noFill/>
                </a:ln>
                <a:solidFill>
                  <a:srgbClr val="FFE600"/>
                </a:solidFill>
                <a:effectLst/>
                <a:uLnTx/>
                <a:uFillTx/>
                <a:latin typeface="EYInterstate" panose="02000503020000020004" pitchFamily="2" charset="0"/>
                <a:cs typeface="Arial"/>
              </a:rPr>
              <a:t>|  </a:t>
            </a:r>
            <a:r>
              <a:rPr lang="en-US" sz="1200" kern="0" dirty="0">
                <a:solidFill>
                  <a:srgbClr val="FFE600"/>
                </a:solidFill>
                <a:latin typeface="EYInterstate" panose="02000503020000020004" pitchFamily="2" charset="0"/>
                <a:cs typeface="Arial"/>
              </a:rPr>
              <a:t>Building a better working world</a:t>
            </a:r>
            <a:endParaRPr kumimoji="0" lang="en-US" sz="1200" b="0" i="0" u="none" strike="noStrike" kern="0" cap="none" spc="0" normalizeH="0" baseline="0" noProof="0" dirty="0">
              <a:ln>
                <a:noFill/>
              </a:ln>
              <a:solidFill>
                <a:srgbClr val="FFE600"/>
              </a:solidFill>
              <a:effectLst/>
              <a:uLnTx/>
              <a:uFillTx/>
              <a:latin typeface="EYInterstate" panose="02000503020000020004" pitchFamily="2" charset="0"/>
              <a:cs typeface="Arial"/>
            </a:endParaRPr>
          </a:p>
          <a:p>
            <a:pPr marL="0" marR="0" lvl="0" indent="0" defTabSz="914400" eaLnBrk="1" fontAlgn="auto" latinLnBrk="0" hangingPunct="1">
              <a:lnSpc>
                <a:spcPct val="100000"/>
              </a:lnSpc>
              <a:spcBef>
                <a:spcPts val="0"/>
              </a:spcBef>
              <a:spcAft>
                <a:spcPts val="0"/>
              </a:spcAft>
              <a:buClr>
                <a:srgbClr val="FFD200"/>
              </a:buClr>
              <a:buSzPct val="70000"/>
              <a:buFontTx/>
              <a:buNone/>
              <a:tabLst/>
              <a:defRPr/>
            </a:pPr>
            <a:endParaRPr kumimoji="0" lang="en-US" sz="1100" b="0" i="0" u="none" strike="noStrike" kern="0" cap="none" spc="0" normalizeH="0" baseline="0" noProof="0" dirty="0">
              <a:ln>
                <a:noFill/>
              </a:ln>
              <a:solidFill>
                <a:srgbClr val="FFFFFF"/>
              </a:solidFill>
              <a:effectLst/>
              <a:uLnTx/>
              <a:uFillTx/>
              <a:latin typeface="EYInterstate" panose="02000503020000020004" pitchFamily="2" charset="0"/>
              <a:cs typeface="Arial"/>
            </a:endParaRPr>
          </a:p>
          <a:p>
            <a:pPr marR="0">
              <a:spcBef>
                <a:spcPts val="0"/>
              </a:spcBef>
              <a:spcAft>
                <a:spcPts val="0"/>
              </a:spcAft>
              <a:buClr>
                <a:srgbClr val="FFD200"/>
              </a:buClr>
              <a:buSzPct val="70000"/>
              <a:defRPr/>
            </a:pPr>
            <a:r>
              <a:rPr lang="en-US" sz="1100" kern="0" dirty="0">
                <a:solidFill>
                  <a:srgbClr val="FFFFFF"/>
                </a:solidFill>
                <a:latin typeface="EYInterstate" panose="02000503020000020004" pitchFamily="2" charset="0"/>
              </a:rPr>
              <a:t>EY is building a better working world by creating new value for clients, people, society and the planet, while building trust in capital markets.</a:t>
            </a:r>
          </a:p>
          <a:p>
            <a:pPr marR="0">
              <a:spcBef>
                <a:spcPts val="0"/>
              </a:spcBef>
              <a:spcAft>
                <a:spcPts val="0"/>
              </a:spcAft>
              <a:buClr>
                <a:srgbClr val="FFD200"/>
              </a:buClr>
              <a:buSzPct val="70000"/>
              <a:defRPr/>
            </a:pPr>
            <a:r>
              <a:rPr lang="en-US" sz="1100" kern="0" dirty="0">
                <a:solidFill>
                  <a:srgbClr val="FFFFFF"/>
                </a:solidFill>
                <a:latin typeface="EYInterstate" panose="02000503020000020004" pitchFamily="2" charset="0"/>
              </a:rPr>
              <a:t> </a:t>
            </a:r>
          </a:p>
          <a:p>
            <a:pPr marR="0">
              <a:spcBef>
                <a:spcPts val="0"/>
              </a:spcBef>
              <a:spcAft>
                <a:spcPts val="0"/>
              </a:spcAft>
              <a:buClr>
                <a:srgbClr val="FFD200"/>
              </a:buClr>
              <a:buSzPct val="70000"/>
              <a:defRPr/>
            </a:pPr>
            <a:r>
              <a:rPr lang="en-US" sz="1100" kern="0" dirty="0">
                <a:solidFill>
                  <a:srgbClr val="FFFFFF"/>
                </a:solidFill>
                <a:latin typeface="EYInterstate" panose="02000503020000020004" pitchFamily="2" charset="0"/>
              </a:rPr>
              <a:t>Enabled by data, AI and advanced technology, </a:t>
            </a:r>
            <a:br>
              <a:rPr lang="en-US" sz="1100" kern="0" dirty="0">
                <a:solidFill>
                  <a:srgbClr val="FFFFFF"/>
                </a:solidFill>
                <a:latin typeface="EYInterstate" panose="02000503020000020004" pitchFamily="2" charset="0"/>
              </a:rPr>
            </a:br>
            <a:r>
              <a:rPr lang="en-US" sz="1100" kern="0" dirty="0">
                <a:solidFill>
                  <a:srgbClr val="FFFFFF"/>
                </a:solidFill>
                <a:latin typeface="EYInterstate" panose="02000503020000020004" pitchFamily="2" charset="0"/>
              </a:rPr>
              <a:t>EY teams help clients shape the future with confidence and develop answers for the most pressing issues of today and tomorrow. </a:t>
            </a:r>
          </a:p>
          <a:p>
            <a:pPr marR="0">
              <a:spcBef>
                <a:spcPts val="0"/>
              </a:spcBef>
              <a:spcAft>
                <a:spcPts val="0"/>
              </a:spcAft>
              <a:buClr>
                <a:srgbClr val="FFD200"/>
              </a:buClr>
              <a:buSzPct val="70000"/>
              <a:defRPr/>
            </a:pPr>
            <a:r>
              <a:rPr lang="en-US" sz="1100" kern="0" dirty="0">
                <a:solidFill>
                  <a:srgbClr val="FFFFFF"/>
                </a:solidFill>
                <a:latin typeface="EYInterstate" panose="02000503020000020004" pitchFamily="2" charset="0"/>
              </a:rPr>
              <a:t> </a:t>
            </a:r>
          </a:p>
          <a:p>
            <a:pPr marR="0">
              <a:spcBef>
                <a:spcPts val="0"/>
              </a:spcBef>
              <a:spcAft>
                <a:spcPts val="0"/>
              </a:spcAft>
              <a:buClr>
                <a:srgbClr val="FFD200"/>
              </a:buClr>
              <a:buSzPct val="70000"/>
              <a:defRPr/>
            </a:pPr>
            <a:r>
              <a:rPr lang="en-US" sz="1100" kern="0" dirty="0">
                <a:solidFill>
                  <a:srgbClr val="FFFFFF"/>
                </a:solidFill>
                <a:latin typeface="EYInterstate" panose="02000503020000020004" pitchFamily="2" charset="0"/>
              </a:rPr>
              <a:t>EY teams work across a full spectrum of </a:t>
            </a:r>
            <a:br>
              <a:rPr lang="en-US" sz="1100" kern="0" dirty="0">
                <a:solidFill>
                  <a:srgbClr val="FFFFFF"/>
                </a:solidFill>
                <a:latin typeface="EYInterstate" panose="02000503020000020004" pitchFamily="2" charset="0"/>
              </a:rPr>
            </a:br>
            <a:r>
              <a:rPr lang="en-US" sz="1100" kern="0" dirty="0">
                <a:solidFill>
                  <a:srgbClr val="FFFFFF"/>
                </a:solidFill>
                <a:latin typeface="EYInterstate" panose="02000503020000020004" pitchFamily="2" charset="0"/>
              </a:rPr>
              <a:t>services in assurance, consulting, tax, strategy and transactions. Fueled by sector insights, </a:t>
            </a:r>
            <a:br>
              <a:rPr lang="en-US" sz="1100" kern="0" dirty="0">
                <a:solidFill>
                  <a:srgbClr val="FFFFFF"/>
                </a:solidFill>
                <a:latin typeface="EYInterstate" panose="02000503020000020004" pitchFamily="2" charset="0"/>
              </a:rPr>
            </a:br>
            <a:r>
              <a:rPr lang="en-US" sz="1100" kern="0" dirty="0">
                <a:solidFill>
                  <a:srgbClr val="FFFFFF"/>
                </a:solidFill>
                <a:latin typeface="EYInterstate" panose="02000503020000020004" pitchFamily="2" charset="0"/>
              </a:rPr>
              <a:t>a globally connected, multidisciplinary network and diverse ecosystem partners, EY teams can provide services in more than 150 countries </a:t>
            </a:r>
            <a:br>
              <a:rPr lang="en-US" sz="1100" kern="0" dirty="0">
                <a:solidFill>
                  <a:srgbClr val="FFFFFF"/>
                </a:solidFill>
                <a:latin typeface="EYInterstate" panose="02000503020000020004" pitchFamily="2" charset="0"/>
              </a:rPr>
            </a:br>
            <a:r>
              <a:rPr lang="en-US" sz="1100" kern="0" dirty="0">
                <a:solidFill>
                  <a:srgbClr val="FFFFFF"/>
                </a:solidFill>
                <a:latin typeface="EYInterstate" panose="02000503020000020004" pitchFamily="2" charset="0"/>
              </a:rPr>
              <a:t>and territories.</a:t>
            </a:r>
          </a:p>
          <a:p>
            <a:pPr marR="0">
              <a:spcBef>
                <a:spcPts val="0"/>
              </a:spcBef>
              <a:spcAft>
                <a:spcPts val="0"/>
              </a:spcAft>
              <a:buClr>
                <a:srgbClr val="FFD200"/>
              </a:buClr>
              <a:buSzPct val="70000"/>
              <a:defRPr/>
            </a:pPr>
            <a:r>
              <a:rPr lang="en-US" sz="1100" kern="0" dirty="0">
                <a:solidFill>
                  <a:srgbClr val="FFFFFF"/>
                </a:solidFill>
                <a:latin typeface="EYInterstate" panose="02000503020000020004" pitchFamily="2" charset="0"/>
              </a:rPr>
              <a:t> </a:t>
            </a:r>
          </a:p>
          <a:p>
            <a:pPr marR="0">
              <a:spcBef>
                <a:spcPts val="0"/>
              </a:spcBef>
              <a:spcAft>
                <a:spcPts val="0"/>
              </a:spcAft>
              <a:buClr>
                <a:srgbClr val="FFD200"/>
              </a:buClr>
              <a:buSzPct val="70000"/>
              <a:defRPr/>
            </a:pPr>
            <a:r>
              <a:rPr lang="en-US" sz="1100" kern="0" dirty="0">
                <a:solidFill>
                  <a:schemeClr val="tx2"/>
                </a:solidFill>
                <a:latin typeface="EYInterstate" panose="02000503020000020004" pitchFamily="2" charset="0"/>
              </a:rPr>
              <a:t>All in to shape the future with confidence. </a:t>
            </a:r>
          </a:p>
        </p:txBody>
      </p:sp>
      <p:sp>
        <p:nvSpPr>
          <p:cNvPr id="2" name="Title 1">
            <a:extLst>
              <a:ext uri="{FF2B5EF4-FFF2-40B4-BE49-F238E27FC236}">
                <a16:creationId xmlns:a16="http://schemas.microsoft.com/office/drawing/2014/main" id="{E21448D1-6F64-E5CA-6637-523F1D15F24E}"/>
              </a:ext>
            </a:extLst>
          </p:cNvPr>
          <p:cNvSpPr>
            <a:spLocks noGrp="1"/>
          </p:cNvSpPr>
          <p:nvPr>
            <p:ph type="title" idx="4294967295"/>
          </p:nvPr>
        </p:nvSpPr>
        <p:spPr>
          <a:xfrm>
            <a:off x="483827" y="-470898"/>
            <a:ext cx="11224347" cy="470898"/>
          </a:xfrm>
        </p:spPr>
        <p:txBody>
          <a:bodyPr vert="horz" lIns="0" tIns="0" rIns="0" bIns="0" rtlCol="0" anchor="b" anchorCtr="0">
            <a:noAutofit/>
          </a:bodyPr>
          <a:lstStyle/>
          <a:p>
            <a:r>
              <a:rPr lang="en-US" dirty="0"/>
              <a:t>Boilerplate</a:t>
            </a:r>
          </a:p>
        </p:txBody>
      </p:sp>
    </p:spTree>
    <p:extLst>
      <p:ext uri="{BB962C8B-B14F-4D97-AF65-F5344CB8AC3E}">
        <p14:creationId xmlns:p14="http://schemas.microsoft.com/office/powerpoint/2010/main" val="6966332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85000"/>
          </a:schemeClr>
        </a:solidFill>
        <a:effectLst/>
      </p:bgPr>
    </p:bg>
    <p:spTree>
      <p:nvGrpSpPr>
        <p:cNvPr id="1" name="">
          <a:extLst>
            <a:ext uri="{FF2B5EF4-FFF2-40B4-BE49-F238E27FC236}">
              <a16:creationId xmlns:a16="http://schemas.microsoft.com/office/drawing/2014/main" id="{03AB250C-2FBF-7B7B-EA16-0CE4200CE5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528FF9-CACD-A69D-ECC7-5338B16F88BF}"/>
              </a:ext>
            </a:extLst>
          </p:cNvPr>
          <p:cNvSpPr txBox="1">
            <a:spLocks noGrp="1"/>
          </p:cNvSpPr>
          <p:nvPr>
            <p:ph type="title" idx="4294967295"/>
          </p:nvPr>
        </p:nvSpPr>
        <p:spPr>
          <a:xfrm>
            <a:off x="581241" y="822353"/>
            <a:ext cx="4962918" cy="4222694"/>
          </a:xfrm>
          <a:prstGeom prst="rect">
            <a:avLst/>
          </a:prstGeom>
          <a:noFill/>
          <a:ln>
            <a:noFill/>
            <a:prstDash/>
          </a:ln>
          <a:effectLst/>
        </p:spPr>
        <p:txBody>
          <a:bodyPr rot="0" spcFirstLastPara="0" vertOverflow="overflow" horzOverflow="overflow" vert="horz" wrap="square" lIns="0" tIns="36576"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90000"/>
              </a:lnSpc>
              <a:spcBef>
                <a:spcPts val="400"/>
              </a:spcBef>
              <a:spcAft>
                <a:spcPts val="400"/>
              </a:spcAft>
              <a:buClr>
                <a:srgbClr val="FFE600"/>
              </a:buClr>
              <a:buSzPct val="100000"/>
              <a:buFontTx/>
              <a:buNone/>
              <a:tabLst/>
              <a:defRPr/>
            </a:pPr>
            <a:r>
              <a:rPr kumimoji="0" lang="en-US" sz="2000" b="1" i="0" u="none" strike="noStrike" kern="1200" cap="none" spc="0" normalizeH="0" baseline="0" noProof="0" dirty="0">
                <a:ln>
                  <a:noFill/>
                </a:ln>
                <a:solidFill>
                  <a:schemeClr val="bg1"/>
                </a:solidFill>
                <a:effectLst/>
                <a:uLnTx/>
                <a:uFillTx/>
                <a:ea typeface="+mn-ea"/>
                <a:cs typeface="+mn-cs"/>
              </a:rPr>
              <a:t>New PowerPoint template, October 2024</a:t>
            </a:r>
            <a:br>
              <a:rPr kumimoji="0" lang="en-US" sz="2000" b="1" i="0" u="none" strike="noStrike" kern="1200" cap="none" spc="0" normalizeH="0" baseline="0" noProof="0" dirty="0">
                <a:ln>
                  <a:noFill/>
                </a:ln>
                <a:solidFill>
                  <a:schemeClr val="bg1"/>
                </a:solidFill>
                <a:effectLst/>
                <a:uLnTx/>
                <a:uFillTx/>
                <a:ea typeface="+mn-ea"/>
                <a:cs typeface="+mn-cs"/>
              </a:rPr>
            </a:br>
            <a:endParaRPr kumimoji="0" lang="en-US" sz="2000" b="1" i="0" u="none" strike="noStrike" kern="1200" cap="none" spc="0" normalizeH="0" baseline="0" noProof="0" dirty="0">
              <a:ln>
                <a:noFill/>
              </a:ln>
              <a:solidFill>
                <a:schemeClr val="bg1"/>
              </a:solidFill>
              <a:effectLst/>
              <a:uLnTx/>
              <a:uFillTx/>
              <a:ea typeface="+mn-ea"/>
              <a:cs typeface="+mn-cs"/>
            </a:endParaRPr>
          </a:p>
          <a:p>
            <a:pPr marL="0" marR="0" lvl="0" indent="0" algn="l" defTabSz="914400" rtl="0" eaLnBrk="1" fontAlgn="auto" latinLnBrk="0" hangingPunct="1">
              <a:lnSpc>
                <a:spcPct val="90000"/>
              </a:lnSpc>
              <a:spcBef>
                <a:spcPts val="400"/>
              </a:spcBef>
              <a:spcAft>
                <a:spcPts val="400"/>
              </a:spcAft>
              <a:buClr>
                <a:srgbClr val="FFE600"/>
              </a:buClr>
              <a:buSzPct val="100000"/>
              <a:buFontTx/>
              <a:buNone/>
              <a:tabLst/>
              <a:defRPr/>
            </a:pPr>
            <a:r>
              <a:rPr kumimoji="0" lang="en-US" sz="2000" b="0" i="0" u="none" strike="noStrike" kern="1200" cap="none" spc="0" normalizeH="0" baseline="0" noProof="0" dirty="0">
                <a:ln>
                  <a:noFill/>
                </a:ln>
                <a:solidFill>
                  <a:schemeClr val="bg1"/>
                </a:solidFill>
                <a:effectLst/>
                <a:uLnTx/>
                <a:uFillTx/>
                <a:latin typeface="EYInterstate Light"/>
                <a:ea typeface="+mn-ea"/>
                <a:cs typeface="+mn-cs"/>
              </a:rPr>
              <a:t>Our brand expansion includes new </a:t>
            </a:r>
            <a:r>
              <a:rPr kumimoji="0" lang="en-US" sz="2000" b="1" i="0" u="none" strike="noStrike" kern="1200" cap="none" spc="0" normalizeH="0" baseline="0" noProof="0" dirty="0">
                <a:ln>
                  <a:noFill/>
                </a:ln>
                <a:solidFill>
                  <a:schemeClr val="bg1"/>
                </a:solidFill>
                <a:effectLst/>
                <a:uLnTx/>
                <a:uFillTx/>
                <a:latin typeface="EYInterstate Light"/>
                <a:ea typeface="+mn-ea"/>
                <a:cs typeface="+mn-cs"/>
              </a:rPr>
              <a:t>Breakthrough</a:t>
            </a:r>
            <a:r>
              <a:rPr kumimoji="0" lang="en-US" sz="2000" b="0" i="0" u="none" strike="noStrike" kern="1200" cap="none" spc="0" normalizeH="0" baseline="0" noProof="0" dirty="0">
                <a:ln>
                  <a:noFill/>
                </a:ln>
                <a:solidFill>
                  <a:schemeClr val="bg1"/>
                </a:solidFill>
                <a:effectLst/>
                <a:uLnTx/>
                <a:uFillTx/>
                <a:latin typeface="EYInterstate Light"/>
                <a:ea typeface="+mn-ea"/>
                <a:cs typeface="+mn-cs"/>
              </a:rPr>
              <a:t> and </a:t>
            </a:r>
            <a:r>
              <a:rPr kumimoji="0" lang="en-US" sz="2000" b="1" i="0" u="none" strike="noStrike" kern="1200" cap="none" spc="0" normalizeH="0" baseline="0" noProof="0" dirty="0">
                <a:ln>
                  <a:noFill/>
                </a:ln>
                <a:solidFill>
                  <a:schemeClr val="bg1"/>
                </a:solidFill>
                <a:effectLst/>
                <a:uLnTx/>
                <a:uFillTx/>
                <a:latin typeface="EYInterstate Light"/>
                <a:ea typeface="+mn-ea"/>
                <a:cs typeface="+mn-cs"/>
              </a:rPr>
              <a:t>Spectrum</a:t>
            </a:r>
            <a:r>
              <a:rPr kumimoji="0" lang="en-US" sz="2000" b="0" i="0" u="none" strike="noStrike" kern="1200" cap="none" spc="0" normalizeH="0" baseline="0" noProof="0" dirty="0">
                <a:ln>
                  <a:noFill/>
                </a:ln>
                <a:solidFill>
                  <a:schemeClr val="bg1"/>
                </a:solidFill>
                <a:effectLst/>
                <a:uLnTx/>
                <a:uFillTx/>
                <a:latin typeface="EYInterstate Light"/>
                <a:ea typeface="+mn-ea"/>
                <a:cs typeface="+mn-cs"/>
              </a:rPr>
              <a:t> Frames. Spectrum Frames feature heavily in this template, but Breakthrough Frames do not.</a:t>
            </a:r>
          </a:p>
          <a:p>
            <a:pPr marL="0" marR="0" lvl="0" indent="0" algn="l" defTabSz="914400" rtl="0" eaLnBrk="1" fontAlgn="auto" latinLnBrk="0" hangingPunct="1">
              <a:lnSpc>
                <a:spcPct val="90000"/>
              </a:lnSpc>
              <a:spcBef>
                <a:spcPts val="400"/>
              </a:spcBef>
              <a:spcAft>
                <a:spcPts val="400"/>
              </a:spcAft>
              <a:buClr>
                <a:srgbClr val="FFE600"/>
              </a:buClr>
              <a:buSzPct val="100000"/>
              <a:buFontTx/>
              <a:buNone/>
              <a:tabLst/>
              <a:defRPr/>
            </a:pPr>
            <a:endParaRPr kumimoji="0" lang="en-US" sz="2000" b="1" i="0" u="none" strike="noStrike" kern="1200" cap="none" spc="0" normalizeH="0" baseline="0" noProof="0" dirty="0">
              <a:ln>
                <a:noFill/>
              </a:ln>
              <a:solidFill>
                <a:schemeClr val="bg1"/>
              </a:solidFill>
              <a:effectLst/>
              <a:uLnTx/>
              <a:uFillTx/>
              <a:latin typeface="EYInterstate Light"/>
              <a:ea typeface="+mn-ea"/>
              <a:cs typeface="+mn-cs"/>
            </a:endParaRPr>
          </a:p>
          <a:p>
            <a:pPr marL="0" marR="0" lvl="0" indent="0" algn="l" defTabSz="914400" rtl="0" eaLnBrk="1" fontAlgn="auto" latinLnBrk="0" hangingPunct="1">
              <a:lnSpc>
                <a:spcPct val="90000"/>
              </a:lnSpc>
              <a:spcBef>
                <a:spcPts val="400"/>
              </a:spcBef>
              <a:spcAft>
                <a:spcPts val="400"/>
              </a:spcAft>
              <a:buClr>
                <a:srgbClr val="FFE600"/>
              </a:buClr>
              <a:buSzPct val="100000"/>
              <a:buFontTx/>
              <a:buNone/>
              <a:tabLst/>
              <a:defRPr/>
            </a:pPr>
            <a:r>
              <a:rPr kumimoji="0" lang="en-US" sz="2000" b="0" i="0" u="none" strike="noStrike" kern="1200" cap="none" spc="0" normalizeH="0" baseline="0" noProof="0" dirty="0">
                <a:ln>
                  <a:noFill/>
                </a:ln>
                <a:solidFill>
                  <a:schemeClr val="bg1"/>
                </a:solidFill>
                <a:effectLst/>
                <a:uLnTx/>
                <a:uFillTx/>
                <a:latin typeface="EYInterstate Light"/>
                <a:ea typeface="+mn-ea"/>
                <a:cs typeface="+mn-cs"/>
              </a:rPr>
              <a:t>Breakthrough Frames require a high level of design crafting from trained creative professionals. They’re not easily created in PowerPoint. </a:t>
            </a:r>
            <a:br>
              <a:rPr kumimoji="0" lang="en-US" sz="2000" b="0" i="0" u="none" strike="noStrike" kern="1200" cap="none" spc="0" normalizeH="0" baseline="0" noProof="0" dirty="0">
                <a:ln>
                  <a:noFill/>
                </a:ln>
                <a:solidFill>
                  <a:schemeClr val="bg1"/>
                </a:solidFill>
                <a:effectLst/>
                <a:uLnTx/>
                <a:uFillTx/>
                <a:latin typeface="EYInterstate Light"/>
                <a:ea typeface="+mn-ea"/>
                <a:cs typeface="+mn-cs"/>
              </a:rPr>
            </a:br>
            <a:br>
              <a:rPr kumimoji="0" lang="en-US" sz="2000" b="0" i="0" u="none" strike="noStrike" kern="1200" cap="none" spc="0" normalizeH="0" baseline="0" noProof="0" dirty="0">
                <a:ln>
                  <a:noFill/>
                </a:ln>
                <a:solidFill>
                  <a:schemeClr val="bg1"/>
                </a:solidFill>
                <a:effectLst/>
                <a:uLnTx/>
                <a:uFillTx/>
                <a:latin typeface="EYInterstate Light"/>
                <a:ea typeface="+mn-ea"/>
                <a:cs typeface="+mn-cs"/>
              </a:rPr>
            </a:br>
            <a:r>
              <a:rPr kumimoji="0" lang="en-US" sz="2000" b="0" i="0" u="none" strike="noStrike" kern="1200" cap="none" spc="0" normalizeH="0" baseline="0" noProof="0" dirty="0">
                <a:ln>
                  <a:noFill/>
                </a:ln>
                <a:solidFill>
                  <a:schemeClr val="bg1"/>
                </a:solidFill>
                <a:effectLst/>
                <a:uLnTx/>
                <a:uFillTx/>
                <a:latin typeface="EYInterstate Light"/>
                <a:ea typeface="+mn-ea"/>
                <a:cs typeface="+mn-cs"/>
              </a:rPr>
              <a:t>Instead, use the Spectrum Frames provided throughout this template.</a:t>
            </a:r>
          </a:p>
        </p:txBody>
      </p:sp>
      <p:pic>
        <p:nvPicPr>
          <p:cNvPr id="6" name="Picture 5" descr="A tall building in the fog">
            <a:extLst>
              <a:ext uri="{FF2B5EF4-FFF2-40B4-BE49-F238E27FC236}">
                <a16:creationId xmlns:a16="http://schemas.microsoft.com/office/drawing/2014/main" id="{0FBF9AE0-6203-BBE2-6275-E9C2F77CDA4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514465" y="3308825"/>
            <a:ext cx="2663241" cy="2656831"/>
          </a:xfrm>
          <a:prstGeom prst="rect">
            <a:avLst/>
          </a:prstGeom>
        </p:spPr>
      </p:pic>
      <p:pic>
        <p:nvPicPr>
          <p:cNvPr id="8" name="Picture 7" descr="A group of people in a field">
            <a:extLst>
              <a:ext uri="{FF2B5EF4-FFF2-40B4-BE49-F238E27FC236}">
                <a16:creationId xmlns:a16="http://schemas.microsoft.com/office/drawing/2014/main" id="{E3A0CEB3-CC5E-0E64-713A-8F832091CE7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514465" y="503321"/>
            <a:ext cx="2656830" cy="2656830"/>
          </a:xfrm>
          <a:prstGeom prst="rect">
            <a:avLst/>
          </a:prstGeom>
        </p:spPr>
      </p:pic>
      <p:pic>
        <p:nvPicPr>
          <p:cNvPr id="22" name="Graphic 21">
            <a:extLst>
              <a:ext uri="{FF2B5EF4-FFF2-40B4-BE49-F238E27FC236}">
                <a16:creationId xmlns:a16="http://schemas.microsoft.com/office/drawing/2014/main" id="{8670495B-BF2D-6307-483F-F06A8692FA5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13068" y="503321"/>
            <a:ext cx="379356" cy="379356"/>
          </a:xfrm>
          <a:prstGeom prst="rect">
            <a:avLst/>
          </a:prstGeom>
        </p:spPr>
      </p:pic>
      <p:pic>
        <p:nvPicPr>
          <p:cNvPr id="24" name="Graphic 23">
            <a:extLst>
              <a:ext uri="{FF2B5EF4-FFF2-40B4-BE49-F238E27FC236}">
                <a16:creationId xmlns:a16="http://schemas.microsoft.com/office/drawing/2014/main" id="{8FE1BB02-EE4E-7A3E-1E65-00B13524A8D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13068" y="3308825"/>
            <a:ext cx="379356" cy="379356"/>
          </a:xfrm>
          <a:prstGeom prst="rect">
            <a:avLst/>
          </a:prstGeom>
        </p:spPr>
      </p:pic>
      <p:sp>
        <p:nvSpPr>
          <p:cNvPr id="7" name="Rectangle 6">
            <a:extLst>
              <a:ext uri="{FF2B5EF4-FFF2-40B4-BE49-F238E27FC236}">
                <a16:creationId xmlns:a16="http://schemas.microsoft.com/office/drawing/2014/main" id="{F1C39E75-E495-7144-68AE-370D67509020}"/>
              </a:ext>
            </a:extLst>
          </p:cNvPr>
          <p:cNvSpPr/>
          <p:nvPr/>
        </p:nvSpPr>
        <p:spPr>
          <a:xfrm>
            <a:off x="9984432" y="0"/>
            <a:ext cx="2207568" cy="808038"/>
          </a:xfrm>
          <a:prstGeom prst="rect">
            <a:avLst/>
          </a:prstGeom>
          <a:solidFill>
            <a:srgbClr val="FF00FF"/>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2"/>
                </a:solidFill>
              </a:rPr>
              <a:t>REMOVE THIS SLIDE BEFORE DISTRIBUTING YOUR POWERPOINT.</a:t>
            </a:r>
          </a:p>
        </p:txBody>
      </p:sp>
      <p:sp>
        <p:nvSpPr>
          <p:cNvPr id="9" name="Oval 8">
            <a:extLst>
              <a:ext uri="{FF2B5EF4-FFF2-40B4-BE49-F238E27FC236}">
                <a16:creationId xmlns:a16="http://schemas.microsoft.com/office/drawing/2014/main" id="{69C8B30D-FA43-25AC-1625-377A66C82142}"/>
              </a:ext>
            </a:extLst>
          </p:cNvPr>
          <p:cNvSpPr/>
          <p:nvPr/>
        </p:nvSpPr>
        <p:spPr>
          <a:xfrm>
            <a:off x="9865622" y="-118810"/>
            <a:ext cx="237620" cy="237620"/>
          </a:xfrm>
          <a:prstGeom prst="ellipse">
            <a:avLst/>
          </a:prstGeom>
          <a:solidFill>
            <a:srgbClr val="FF00FF"/>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199" b="1" dirty="0">
                <a:solidFill>
                  <a:schemeClr val="bg2"/>
                </a:solidFill>
              </a:rPr>
              <a:t>!</a:t>
            </a:r>
          </a:p>
        </p:txBody>
      </p:sp>
    </p:spTree>
    <p:extLst>
      <p:ext uri="{BB962C8B-B14F-4D97-AF65-F5344CB8AC3E}">
        <p14:creationId xmlns:p14="http://schemas.microsoft.com/office/powerpoint/2010/main" val="33454372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A311BE-E7D1-9AA3-E192-F97D050D35DF}"/>
              </a:ext>
            </a:extLst>
          </p:cNvPr>
          <p:cNvSpPr>
            <a:spLocks noGrp="1"/>
          </p:cNvSpPr>
          <p:nvPr>
            <p:ph type="title" idx="4294967295"/>
          </p:nvPr>
        </p:nvSpPr>
        <p:spPr>
          <a:xfrm>
            <a:off x="485523" y="-470898"/>
            <a:ext cx="11224347" cy="470898"/>
          </a:xfrm>
        </p:spPr>
        <p:txBody>
          <a:bodyPr vert="horz" lIns="0" tIns="0" rIns="0" bIns="0" rtlCol="0" anchor="b" anchorCtr="0">
            <a:noAutofit/>
          </a:bodyPr>
          <a:lstStyle/>
          <a:p>
            <a:r>
              <a:rPr lang="en-US" dirty="0"/>
              <a:t>Color notes</a:t>
            </a:r>
          </a:p>
        </p:txBody>
      </p:sp>
      <p:pic>
        <p:nvPicPr>
          <p:cNvPr id="5" name="Picture 4" descr="Image capture of Theme Colors panel in PowerPoint">
            <a:extLst>
              <a:ext uri="{FF2B5EF4-FFF2-40B4-BE49-F238E27FC236}">
                <a16:creationId xmlns:a16="http://schemas.microsoft.com/office/drawing/2014/main" id="{618AF04B-8AF2-1026-1DDD-9359BC78263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41514" y="1642355"/>
            <a:ext cx="1859196" cy="3312362"/>
          </a:xfrm>
          <a:prstGeom prst="rect">
            <a:avLst/>
          </a:prstGeom>
        </p:spPr>
      </p:pic>
      <p:grpSp>
        <p:nvGrpSpPr>
          <p:cNvPr id="6" name="Group 75">
            <a:extLst>
              <a:ext uri="{FF2B5EF4-FFF2-40B4-BE49-F238E27FC236}">
                <a16:creationId xmlns:a16="http://schemas.microsoft.com/office/drawing/2014/main" id="{DB1CCFB6-DC02-9B2E-4550-E79509B5E09C}"/>
              </a:ext>
              <a:ext uri="{C183D7F6-B498-43B3-948B-1728B52AA6E4}">
                <adec:decorative xmlns:adec="http://schemas.microsoft.com/office/drawing/2017/decorative" val="1"/>
              </a:ext>
            </a:extLst>
          </p:cNvPr>
          <p:cNvGrpSpPr/>
          <p:nvPr/>
        </p:nvGrpSpPr>
        <p:grpSpPr>
          <a:xfrm>
            <a:off x="960688" y="1780506"/>
            <a:ext cx="8904934" cy="2546319"/>
            <a:chOff x="789738" y="1441166"/>
            <a:chExt cx="8909572" cy="2547646"/>
          </a:xfrm>
        </p:grpSpPr>
        <p:sp>
          <p:nvSpPr>
            <p:cNvPr id="22" name="TextBox 53">
              <a:extLst>
                <a:ext uri="{FF2B5EF4-FFF2-40B4-BE49-F238E27FC236}">
                  <a16:creationId xmlns:a16="http://schemas.microsoft.com/office/drawing/2014/main" id="{3776742A-7204-7DF8-094A-F8EF5CC2D795}"/>
                </a:ext>
              </a:extLst>
            </p:cNvPr>
            <p:cNvSpPr txBox="1"/>
            <p:nvPr/>
          </p:nvSpPr>
          <p:spPr>
            <a:xfrm>
              <a:off x="789738" y="1441166"/>
              <a:ext cx="2407608" cy="2547646"/>
            </a:xfrm>
            <a:prstGeom prst="rect">
              <a:avLst/>
            </a:prstGeom>
            <a:noFill/>
          </p:spPr>
          <p:txBody>
            <a:bodyPr wrap="square" lIns="0" tIns="36557" rIns="0" bIns="0" rtlCol="0">
              <a:spAutoFit/>
            </a:bodyPr>
            <a:lstStyle/>
            <a:p>
              <a:pPr>
                <a:lnSpc>
                  <a:spcPct val="85000"/>
                </a:lnSpc>
                <a:spcAft>
                  <a:spcPts val="600"/>
                </a:spcAft>
                <a:buClr>
                  <a:schemeClr val="accent1"/>
                </a:buClr>
                <a:buSzPct val="70000"/>
              </a:pPr>
              <a:r>
                <a:rPr lang="en-US" sz="1199" dirty="0">
                  <a:solidFill>
                    <a:schemeClr val="bg1"/>
                  </a:solidFill>
                </a:rPr>
                <a:t>In Microsoft PowerPoint</a:t>
              </a:r>
              <a:r>
                <a:rPr lang="en-US" sz="1199" b="1" dirty="0">
                  <a:solidFill>
                    <a:schemeClr val="bg1"/>
                  </a:solidFill>
                </a:rPr>
                <a:t>, the top row of colors in the Theme features some EY Primary colors and some of our Advanced colors</a:t>
              </a:r>
              <a:r>
                <a:rPr lang="en-US" sz="1199" dirty="0">
                  <a:solidFill>
                    <a:schemeClr val="bg1"/>
                  </a:solidFill>
                </a:rPr>
                <a:t>. Previous PowerPoint templates that featured previous colors should be retired. </a:t>
              </a:r>
              <a:br>
                <a:rPr lang="en-US" sz="1199" dirty="0">
                  <a:solidFill>
                    <a:schemeClr val="bg1"/>
                  </a:solidFill>
                </a:rPr>
              </a:br>
              <a:br>
                <a:rPr lang="en-US" sz="1199" dirty="0">
                  <a:solidFill>
                    <a:schemeClr val="bg1"/>
                  </a:solidFill>
                </a:rPr>
              </a:br>
              <a:r>
                <a:rPr lang="en-US" sz="1199" dirty="0">
                  <a:solidFill>
                    <a:schemeClr val="bg1"/>
                  </a:solidFill>
                </a:rPr>
                <a:t>MS Office automatically calculates tints/shades of all colors in a theme. We have not overridden this function. EY Advanced colors in MS Office will use auto-calculated tints, not the exact colors from our advanced color palette.</a:t>
              </a:r>
            </a:p>
          </p:txBody>
        </p:sp>
        <p:grpSp>
          <p:nvGrpSpPr>
            <p:cNvPr id="23" name="Group 70">
              <a:extLst>
                <a:ext uri="{FF2B5EF4-FFF2-40B4-BE49-F238E27FC236}">
                  <a16:creationId xmlns:a16="http://schemas.microsoft.com/office/drawing/2014/main" id="{C664A9CB-5373-2FFE-2B53-83E749F6243E}"/>
                </a:ext>
              </a:extLst>
            </p:cNvPr>
            <p:cNvGrpSpPr/>
            <p:nvPr/>
          </p:nvGrpSpPr>
          <p:grpSpPr>
            <a:xfrm>
              <a:off x="3445656" y="1570131"/>
              <a:ext cx="6253654" cy="2081534"/>
              <a:chOff x="3445656" y="1659582"/>
              <a:chExt cx="6253654" cy="2081534"/>
            </a:xfrm>
          </p:grpSpPr>
          <p:sp>
            <p:nvSpPr>
              <p:cNvPr id="24" name="Right Brace 23">
                <a:extLst>
                  <a:ext uri="{FF2B5EF4-FFF2-40B4-BE49-F238E27FC236}">
                    <a16:creationId xmlns:a16="http://schemas.microsoft.com/office/drawing/2014/main" id="{032B4D13-6DDD-4D3A-BB76-B46C3602CDCE}"/>
                  </a:ext>
                </a:extLst>
              </p:cNvPr>
              <p:cNvSpPr/>
              <p:nvPr/>
            </p:nvSpPr>
            <p:spPr>
              <a:xfrm>
                <a:off x="5252645" y="2056549"/>
                <a:ext cx="261833" cy="600107"/>
              </a:xfrm>
              <a:prstGeom prst="rightBrace">
                <a:avLst/>
              </a:prstGeom>
              <a:ln w="9525">
                <a:solidFill>
                  <a:schemeClr val="accent5"/>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799" dirty="0">
                  <a:solidFill>
                    <a:schemeClr val="bg1"/>
                  </a:solidFill>
                </a:endParaRPr>
              </a:p>
            </p:txBody>
          </p:sp>
          <p:grpSp>
            <p:nvGrpSpPr>
              <p:cNvPr id="25" name="Group 69">
                <a:extLst>
                  <a:ext uri="{FF2B5EF4-FFF2-40B4-BE49-F238E27FC236}">
                    <a16:creationId xmlns:a16="http://schemas.microsoft.com/office/drawing/2014/main" id="{013EAE17-24EF-2946-A313-E2429454AE8B}"/>
                  </a:ext>
                </a:extLst>
              </p:cNvPr>
              <p:cNvGrpSpPr/>
              <p:nvPr/>
            </p:nvGrpSpPr>
            <p:grpSpPr>
              <a:xfrm>
                <a:off x="3445656" y="1659582"/>
                <a:ext cx="6253654" cy="2081534"/>
                <a:chOff x="3379626" y="1193041"/>
                <a:chExt cx="6253654" cy="2081534"/>
              </a:xfrm>
            </p:grpSpPr>
            <p:grpSp>
              <p:nvGrpSpPr>
                <p:cNvPr id="74" name="Group 57">
                  <a:extLst>
                    <a:ext uri="{FF2B5EF4-FFF2-40B4-BE49-F238E27FC236}">
                      <a16:creationId xmlns:a16="http://schemas.microsoft.com/office/drawing/2014/main" id="{05A14AA4-CF89-8BEF-6B08-54020D287F79}"/>
                    </a:ext>
                  </a:extLst>
                </p:cNvPr>
                <p:cNvGrpSpPr/>
                <p:nvPr/>
              </p:nvGrpSpPr>
              <p:grpSpPr>
                <a:xfrm>
                  <a:off x="3379626" y="1209674"/>
                  <a:ext cx="2279264" cy="1738725"/>
                  <a:chOff x="3956180" y="559837"/>
                  <a:chExt cx="2279264" cy="1738725"/>
                </a:xfrm>
              </p:grpSpPr>
              <p:sp>
                <p:nvSpPr>
                  <p:cNvPr id="79" name="Rectangle 3">
                    <a:extLst>
                      <a:ext uri="{FF2B5EF4-FFF2-40B4-BE49-F238E27FC236}">
                        <a16:creationId xmlns:a16="http://schemas.microsoft.com/office/drawing/2014/main" id="{1B01C63A-A5BE-761B-4D58-BE215343A97A}"/>
                      </a:ext>
                    </a:extLst>
                  </p:cNvPr>
                  <p:cNvSpPr/>
                  <p:nvPr/>
                </p:nvSpPr>
                <p:spPr>
                  <a:xfrm>
                    <a:off x="3956180" y="572194"/>
                    <a:ext cx="1912775" cy="233265"/>
                  </a:xfrm>
                  <a:prstGeom prst="rect">
                    <a:avLst/>
                  </a:prstGeom>
                  <a:no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199" dirty="0">
                      <a:solidFill>
                        <a:schemeClr val="bg1"/>
                      </a:solidFill>
                    </a:endParaRPr>
                  </a:p>
                </p:txBody>
              </p:sp>
              <p:sp>
                <p:nvSpPr>
                  <p:cNvPr id="80" name="Rectangle 4">
                    <a:extLst>
                      <a:ext uri="{FF2B5EF4-FFF2-40B4-BE49-F238E27FC236}">
                        <a16:creationId xmlns:a16="http://schemas.microsoft.com/office/drawing/2014/main" id="{7B8741B4-6C45-2D1D-4713-39235D3E45DD}"/>
                      </a:ext>
                    </a:extLst>
                  </p:cNvPr>
                  <p:cNvSpPr/>
                  <p:nvPr/>
                </p:nvSpPr>
                <p:spPr>
                  <a:xfrm>
                    <a:off x="3956180" y="1777041"/>
                    <a:ext cx="1935978" cy="521521"/>
                  </a:xfrm>
                  <a:prstGeom prst="rect">
                    <a:avLst/>
                  </a:prstGeom>
                  <a:no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199" dirty="0">
                      <a:solidFill>
                        <a:schemeClr val="bg1"/>
                      </a:solidFill>
                    </a:endParaRPr>
                  </a:p>
                </p:txBody>
              </p:sp>
              <p:sp>
                <p:nvSpPr>
                  <p:cNvPr id="110" name="Oval 5">
                    <a:extLst>
                      <a:ext uri="{FF2B5EF4-FFF2-40B4-BE49-F238E27FC236}">
                        <a16:creationId xmlns:a16="http://schemas.microsoft.com/office/drawing/2014/main" id="{B19FE0B9-BE8E-1798-2BD5-A1302FA2C2B2}"/>
                      </a:ext>
                    </a:extLst>
                  </p:cNvPr>
                  <p:cNvSpPr/>
                  <p:nvPr/>
                </p:nvSpPr>
                <p:spPr>
                  <a:xfrm>
                    <a:off x="5972909" y="559837"/>
                    <a:ext cx="237744" cy="237744"/>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199" b="1" dirty="0">
                        <a:solidFill>
                          <a:schemeClr val="bg1"/>
                        </a:solidFill>
                      </a:rPr>
                      <a:t>1</a:t>
                    </a:r>
                  </a:p>
                </p:txBody>
              </p:sp>
              <p:sp>
                <p:nvSpPr>
                  <p:cNvPr id="111" name="Oval 6">
                    <a:extLst>
                      <a:ext uri="{FF2B5EF4-FFF2-40B4-BE49-F238E27FC236}">
                        <a16:creationId xmlns:a16="http://schemas.microsoft.com/office/drawing/2014/main" id="{BAE4742A-75F3-8AE2-F133-FAA80FE06284}"/>
                      </a:ext>
                    </a:extLst>
                  </p:cNvPr>
                  <p:cNvSpPr/>
                  <p:nvPr/>
                </p:nvSpPr>
                <p:spPr>
                  <a:xfrm>
                    <a:off x="5997700" y="1832383"/>
                    <a:ext cx="237744" cy="237744"/>
                  </a:xfrm>
                  <a:prstGeom prst="ellipse">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199" b="1" dirty="0">
                        <a:solidFill>
                          <a:schemeClr val="bg1"/>
                        </a:solidFill>
                      </a:rPr>
                      <a:t>3</a:t>
                    </a:r>
                  </a:p>
                </p:txBody>
              </p:sp>
            </p:grpSp>
            <p:sp>
              <p:nvSpPr>
                <p:cNvPr id="75" name="TextBox 56">
                  <a:extLst>
                    <a:ext uri="{FF2B5EF4-FFF2-40B4-BE49-F238E27FC236}">
                      <a16:creationId xmlns:a16="http://schemas.microsoft.com/office/drawing/2014/main" id="{125E6E75-577F-8B8F-1F35-6B56405F7243}"/>
                    </a:ext>
                  </a:extLst>
                </p:cNvPr>
                <p:cNvSpPr txBox="1"/>
                <p:nvPr/>
              </p:nvSpPr>
              <p:spPr>
                <a:xfrm>
                  <a:off x="5703538" y="1193041"/>
                  <a:ext cx="3397214" cy="406201"/>
                </a:xfrm>
                <a:prstGeom prst="rect">
                  <a:avLst/>
                </a:prstGeom>
                <a:noFill/>
              </p:spPr>
              <p:txBody>
                <a:bodyPr wrap="square" lIns="0" tIns="36557" rIns="0" bIns="0" rtlCol="0">
                  <a:spAutoFit/>
                </a:bodyPr>
                <a:lstStyle/>
                <a:p>
                  <a:r>
                    <a:rPr lang="en-US" sz="1199" b="1" dirty="0">
                      <a:solidFill>
                        <a:schemeClr val="bg1"/>
                      </a:solidFill>
                    </a:rPr>
                    <a:t>EY Confident Black, White, EY Off Black, EY Yellow + Advanced colors except EY Purple. </a:t>
                  </a:r>
                  <a:endParaRPr lang="en-US" sz="1199" dirty="0">
                    <a:solidFill>
                      <a:schemeClr val="bg1"/>
                    </a:solidFill>
                  </a:endParaRPr>
                </a:p>
              </p:txBody>
            </p:sp>
            <p:sp>
              <p:nvSpPr>
                <p:cNvPr id="76" name="TextBox 75">
                  <a:extLst>
                    <a:ext uri="{FF2B5EF4-FFF2-40B4-BE49-F238E27FC236}">
                      <a16:creationId xmlns:a16="http://schemas.microsoft.com/office/drawing/2014/main" id="{380900DA-39C4-2FEB-7F84-1563FE3A8674}"/>
                    </a:ext>
                  </a:extLst>
                </p:cNvPr>
                <p:cNvSpPr txBox="1"/>
                <p:nvPr/>
              </p:nvSpPr>
              <p:spPr>
                <a:xfrm>
                  <a:off x="5703538" y="1634552"/>
                  <a:ext cx="3929742" cy="775469"/>
                </a:xfrm>
                <a:prstGeom prst="rect">
                  <a:avLst/>
                </a:prstGeom>
                <a:noFill/>
              </p:spPr>
              <p:txBody>
                <a:bodyPr wrap="square" lIns="0" tIns="36557" rIns="0" bIns="0" rtlCol="0">
                  <a:spAutoFit/>
                </a:bodyPr>
                <a:lstStyle/>
                <a:p>
                  <a:r>
                    <a:rPr lang="en-US" sz="1199" b="1" dirty="0">
                      <a:solidFill>
                        <a:schemeClr val="bg1"/>
                      </a:solidFill>
                    </a:rPr>
                    <a:t>MS Office calculates these tints automatically. Two close substitutes for our EY Gray 01 and EY Gray 02 are noted with checkmarks. Do use the other calculated tints/shades of our Advanced colors.</a:t>
                  </a:r>
                </a:p>
              </p:txBody>
            </p:sp>
            <p:sp>
              <p:nvSpPr>
                <p:cNvPr id="77" name="TextBox 76">
                  <a:extLst>
                    <a:ext uri="{FF2B5EF4-FFF2-40B4-BE49-F238E27FC236}">
                      <a16:creationId xmlns:a16="http://schemas.microsoft.com/office/drawing/2014/main" id="{83EA168E-4BE8-065B-8D72-39BD923DCA3F}"/>
                    </a:ext>
                  </a:extLst>
                </p:cNvPr>
                <p:cNvSpPr txBox="1"/>
                <p:nvPr/>
              </p:nvSpPr>
              <p:spPr>
                <a:xfrm>
                  <a:off x="5703538" y="2387728"/>
                  <a:ext cx="3192201" cy="406265"/>
                </a:xfrm>
                <a:prstGeom prst="rect">
                  <a:avLst/>
                </a:prstGeom>
                <a:noFill/>
              </p:spPr>
              <p:txBody>
                <a:bodyPr wrap="square" lIns="0" tIns="36557" rIns="0" bIns="0" rtlCol="0">
                  <a:spAutoFit/>
                </a:bodyPr>
                <a:lstStyle/>
                <a:p>
                  <a:r>
                    <a:rPr lang="en-US" sz="1199" b="1" dirty="0">
                      <a:solidFill>
                        <a:schemeClr val="bg1"/>
                      </a:solidFill>
                    </a:rPr>
                    <a:t>Don't use these standard colors; they are Microsoft colors.</a:t>
                  </a:r>
                </a:p>
              </p:txBody>
            </p:sp>
            <p:sp>
              <p:nvSpPr>
                <p:cNvPr id="78" name="TextBox 77">
                  <a:extLst>
                    <a:ext uri="{FF2B5EF4-FFF2-40B4-BE49-F238E27FC236}">
                      <a16:creationId xmlns:a16="http://schemas.microsoft.com/office/drawing/2014/main" id="{E98211D8-39F3-98F0-4DE8-FB0508A503EE}"/>
                    </a:ext>
                  </a:extLst>
                </p:cNvPr>
                <p:cNvSpPr txBox="1"/>
                <p:nvPr/>
              </p:nvSpPr>
              <p:spPr>
                <a:xfrm>
                  <a:off x="5822278" y="3052976"/>
                  <a:ext cx="3192201" cy="221599"/>
                </a:xfrm>
                <a:prstGeom prst="rect">
                  <a:avLst/>
                </a:prstGeom>
                <a:noFill/>
              </p:spPr>
              <p:txBody>
                <a:bodyPr wrap="square" lIns="0" tIns="36557" rIns="0" bIns="0" rtlCol="0">
                  <a:spAutoFit/>
                </a:bodyPr>
                <a:lstStyle/>
                <a:p>
                  <a:r>
                    <a:rPr lang="en-US" sz="1199" b="1" dirty="0">
                      <a:solidFill>
                        <a:schemeClr val="bg1"/>
                      </a:solidFill>
                    </a:rPr>
                    <a:t>Don't create new colors</a:t>
                  </a:r>
                </a:p>
              </p:txBody>
            </p:sp>
          </p:grpSp>
        </p:grpSp>
      </p:grpSp>
      <p:cxnSp>
        <p:nvCxnSpPr>
          <p:cNvPr id="113" name="Straight Connector 112">
            <a:extLst>
              <a:ext uri="{FF2B5EF4-FFF2-40B4-BE49-F238E27FC236}">
                <a16:creationId xmlns:a16="http://schemas.microsoft.com/office/drawing/2014/main" id="{7574FC81-B439-496E-62C4-A4BC6169414C}"/>
              </a:ext>
              <a:ext uri="{C183D7F6-B498-43B3-948B-1728B52AA6E4}">
                <adec:decorative xmlns:adec="http://schemas.microsoft.com/office/drawing/2017/decorative" val="1"/>
              </a:ext>
            </a:extLst>
          </p:cNvPr>
          <p:cNvCxnSpPr>
            <a:cxnSpLocks/>
          </p:cNvCxnSpPr>
          <p:nvPr/>
        </p:nvCxnSpPr>
        <p:spPr>
          <a:xfrm>
            <a:off x="4775714" y="3903213"/>
            <a:ext cx="1192118" cy="0"/>
          </a:xfrm>
          <a:prstGeom prst="line">
            <a:avLst/>
          </a:prstGeom>
          <a:ln w="9525">
            <a:solidFill>
              <a:srgbClr val="F04C3E"/>
            </a:solidFill>
            <a:tailEnd type="none"/>
          </a:ln>
        </p:spPr>
        <p:style>
          <a:lnRef idx="1">
            <a:schemeClr val="accent1"/>
          </a:lnRef>
          <a:fillRef idx="0">
            <a:schemeClr val="accent1"/>
          </a:fillRef>
          <a:effectRef idx="0">
            <a:schemeClr val="accent1"/>
          </a:effectRef>
          <a:fontRef idx="minor">
            <a:schemeClr val="tx1"/>
          </a:fontRef>
        </p:style>
      </p:cxnSp>
      <p:sp>
        <p:nvSpPr>
          <p:cNvPr id="144" name="TextBox 143">
            <a:extLst>
              <a:ext uri="{FF2B5EF4-FFF2-40B4-BE49-F238E27FC236}">
                <a16:creationId xmlns:a16="http://schemas.microsoft.com/office/drawing/2014/main" id="{3B20BEC6-26C6-7491-C2B0-FB8B429CA05F}"/>
              </a:ext>
            </a:extLst>
          </p:cNvPr>
          <p:cNvSpPr txBox="1"/>
          <p:nvPr/>
        </p:nvSpPr>
        <p:spPr>
          <a:xfrm>
            <a:off x="1440353" y="6120508"/>
            <a:ext cx="1686229" cy="193752"/>
          </a:xfrm>
          <a:prstGeom prst="rect">
            <a:avLst/>
          </a:prstGeom>
          <a:noFill/>
        </p:spPr>
        <p:txBody>
          <a:bodyPr wrap="square" lIns="0" tIns="36557" rIns="0" bIns="0" rtlCol="0">
            <a:spAutoFit/>
          </a:bodyPr>
          <a:lstStyle/>
          <a:p>
            <a:pPr>
              <a:lnSpc>
                <a:spcPct val="85000"/>
              </a:lnSpc>
              <a:spcAft>
                <a:spcPts val="600"/>
              </a:spcAft>
              <a:buClr>
                <a:schemeClr val="accent2"/>
              </a:buClr>
              <a:buSzPct val="70000"/>
            </a:pPr>
            <a:r>
              <a:rPr lang="en-US" sz="1199" b="1" dirty="0">
                <a:solidFill>
                  <a:schemeClr val="bg1"/>
                </a:solidFill>
              </a:rPr>
              <a:t>Light template colors</a:t>
            </a:r>
            <a:endParaRPr lang="en-US" sz="1199" dirty="0">
              <a:solidFill>
                <a:schemeClr val="bg1"/>
              </a:solidFill>
            </a:endParaRPr>
          </a:p>
        </p:txBody>
      </p:sp>
      <p:sp>
        <p:nvSpPr>
          <p:cNvPr id="147" name="Oval 6">
            <a:extLst>
              <a:ext uri="{FF2B5EF4-FFF2-40B4-BE49-F238E27FC236}">
                <a16:creationId xmlns:a16="http://schemas.microsoft.com/office/drawing/2014/main" id="{11466686-2E34-ABD7-2A60-B59424A3C901}"/>
              </a:ext>
            </a:extLst>
          </p:cNvPr>
          <p:cNvSpPr/>
          <p:nvPr/>
        </p:nvSpPr>
        <p:spPr>
          <a:xfrm>
            <a:off x="5641386" y="2489973"/>
            <a:ext cx="237620" cy="237620"/>
          </a:xfrm>
          <a:prstGeom prst="ellipse">
            <a:avLst/>
          </a:prstGeom>
          <a:solidFill>
            <a:schemeClr val="accent6"/>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199" b="1" dirty="0">
                <a:solidFill>
                  <a:schemeClr val="bg1"/>
                </a:solidFill>
              </a:rPr>
              <a:t>2</a:t>
            </a:r>
          </a:p>
        </p:txBody>
      </p:sp>
      <p:grpSp>
        <p:nvGrpSpPr>
          <p:cNvPr id="151" name="Group 150">
            <a:extLst>
              <a:ext uri="{FF2B5EF4-FFF2-40B4-BE49-F238E27FC236}">
                <a16:creationId xmlns:a16="http://schemas.microsoft.com/office/drawing/2014/main" id="{41BBB2DE-68A3-DD2B-7C6B-B484BA205074}"/>
              </a:ext>
              <a:ext uri="{C183D7F6-B498-43B3-948B-1728B52AA6E4}">
                <adec:decorative xmlns:adec="http://schemas.microsoft.com/office/drawing/2017/decorative" val="1"/>
              </a:ext>
            </a:extLst>
          </p:cNvPr>
          <p:cNvGrpSpPr/>
          <p:nvPr/>
        </p:nvGrpSpPr>
        <p:grpSpPr>
          <a:xfrm>
            <a:off x="3711737" y="2290636"/>
            <a:ext cx="88410" cy="88957"/>
            <a:chOff x="3897819" y="2501724"/>
            <a:chExt cx="514350" cy="517525"/>
          </a:xfrm>
          <a:solidFill>
            <a:schemeClr val="bg2"/>
          </a:solidFill>
        </p:grpSpPr>
        <p:sp>
          <p:nvSpPr>
            <p:cNvPr id="152" name="Freeform 10">
              <a:extLst>
                <a:ext uri="{FF2B5EF4-FFF2-40B4-BE49-F238E27FC236}">
                  <a16:creationId xmlns:a16="http://schemas.microsoft.com/office/drawing/2014/main" id="{B500AF41-296B-7A04-1F85-E00AC094197E}"/>
                </a:ext>
              </a:extLst>
            </p:cNvPr>
            <p:cNvSpPr>
              <a:spLocks/>
            </p:cNvSpPr>
            <p:nvPr/>
          </p:nvSpPr>
          <p:spPr bwMode="auto">
            <a:xfrm>
              <a:off x="4044916" y="2650408"/>
              <a:ext cx="220157" cy="220157"/>
            </a:xfrm>
            <a:custGeom>
              <a:avLst/>
              <a:gdLst>
                <a:gd name="T0" fmla="*/ 74 w 86"/>
                <a:gd name="T1" fmla="*/ 86 h 86"/>
                <a:gd name="T2" fmla="*/ 0 w 86"/>
                <a:gd name="T3" fmla="*/ 12 h 86"/>
                <a:gd name="T4" fmla="*/ 12 w 86"/>
                <a:gd name="T5" fmla="*/ 0 h 86"/>
                <a:gd name="T6" fmla="*/ 86 w 86"/>
                <a:gd name="T7" fmla="*/ 74 h 86"/>
                <a:gd name="T8" fmla="*/ 74 w 86"/>
                <a:gd name="T9" fmla="*/ 86 h 86"/>
              </a:gdLst>
              <a:ahLst/>
              <a:cxnLst>
                <a:cxn ang="0">
                  <a:pos x="T0" y="T1"/>
                </a:cxn>
                <a:cxn ang="0">
                  <a:pos x="T2" y="T3"/>
                </a:cxn>
                <a:cxn ang="0">
                  <a:pos x="T4" y="T5"/>
                </a:cxn>
                <a:cxn ang="0">
                  <a:pos x="T6" y="T7"/>
                </a:cxn>
                <a:cxn ang="0">
                  <a:pos x="T8" y="T9"/>
                </a:cxn>
              </a:cxnLst>
              <a:rect l="0" t="0" r="r" b="b"/>
              <a:pathLst>
                <a:path w="86" h="86">
                  <a:moveTo>
                    <a:pt x="74" y="86"/>
                  </a:moveTo>
                  <a:lnTo>
                    <a:pt x="0" y="12"/>
                  </a:lnTo>
                  <a:lnTo>
                    <a:pt x="12" y="0"/>
                  </a:lnTo>
                  <a:lnTo>
                    <a:pt x="86" y="74"/>
                  </a:lnTo>
                  <a:lnTo>
                    <a:pt x="74"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solidFill>
                  <a:schemeClr val="bg1"/>
                </a:solidFill>
              </a:endParaRPr>
            </a:p>
          </p:txBody>
        </p:sp>
        <p:sp>
          <p:nvSpPr>
            <p:cNvPr id="153" name="Freeform 11">
              <a:extLst>
                <a:ext uri="{FF2B5EF4-FFF2-40B4-BE49-F238E27FC236}">
                  <a16:creationId xmlns:a16="http://schemas.microsoft.com/office/drawing/2014/main" id="{07A2BCD1-E269-2CCB-05B3-C6EC8F1363EE}"/>
                </a:ext>
              </a:extLst>
            </p:cNvPr>
            <p:cNvSpPr>
              <a:spLocks/>
            </p:cNvSpPr>
            <p:nvPr/>
          </p:nvSpPr>
          <p:spPr bwMode="auto">
            <a:xfrm>
              <a:off x="4044916" y="2650408"/>
              <a:ext cx="220157" cy="220157"/>
            </a:xfrm>
            <a:custGeom>
              <a:avLst/>
              <a:gdLst>
                <a:gd name="T0" fmla="*/ 12 w 86"/>
                <a:gd name="T1" fmla="*/ 86 h 86"/>
                <a:gd name="T2" fmla="*/ 0 w 86"/>
                <a:gd name="T3" fmla="*/ 74 h 86"/>
                <a:gd name="T4" fmla="*/ 74 w 86"/>
                <a:gd name="T5" fmla="*/ 0 h 86"/>
                <a:gd name="T6" fmla="*/ 86 w 86"/>
                <a:gd name="T7" fmla="*/ 12 h 86"/>
                <a:gd name="T8" fmla="*/ 12 w 86"/>
                <a:gd name="T9" fmla="*/ 86 h 86"/>
              </a:gdLst>
              <a:ahLst/>
              <a:cxnLst>
                <a:cxn ang="0">
                  <a:pos x="T0" y="T1"/>
                </a:cxn>
                <a:cxn ang="0">
                  <a:pos x="T2" y="T3"/>
                </a:cxn>
                <a:cxn ang="0">
                  <a:pos x="T4" y="T5"/>
                </a:cxn>
                <a:cxn ang="0">
                  <a:pos x="T6" y="T7"/>
                </a:cxn>
                <a:cxn ang="0">
                  <a:pos x="T8" y="T9"/>
                </a:cxn>
              </a:cxnLst>
              <a:rect l="0" t="0" r="r" b="b"/>
              <a:pathLst>
                <a:path w="86" h="86">
                  <a:moveTo>
                    <a:pt x="12" y="86"/>
                  </a:moveTo>
                  <a:lnTo>
                    <a:pt x="0" y="74"/>
                  </a:lnTo>
                  <a:lnTo>
                    <a:pt x="74" y="0"/>
                  </a:lnTo>
                  <a:lnTo>
                    <a:pt x="86" y="12"/>
                  </a:lnTo>
                  <a:lnTo>
                    <a:pt x="12"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solidFill>
                  <a:schemeClr val="bg1"/>
                </a:solidFill>
              </a:endParaRPr>
            </a:p>
          </p:txBody>
        </p:sp>
        <p:sp>
          <p:nvSpPr>
            <p:cNvPr id="154" name="Freeform 97">
              <a:extLst>
                <a:ext uri="{FF2B5EF4-FFF2-40B4-BE49-F238E27FC236}">
                  <a16:creationId xmlns:a16="http://schemas.microsoft.com/office/drawing/2014/main" id="{D57E5C91-C3E6-B0D9-3337-B43D4D72F7A3}"/>
                </a:ext>
              </a:extLst>
            </p:cNvPr>
            <p:cNvSpPr>
              <a:spLocks noEditPoints="1"/>
            </p:cNvSpPr>
            <p:nvPr/>
          </p:nvSpPr>
          <p:spPr bwMode="auto">
            <a:xfrm>
              <a:off x="3897819" y="2501724"/>
              <a:ext cx="514350" cy="517525"/>
            </a:xfrm>
            <a:custGeom>
              <a:avLst/>
              <a:gdLst>
                <a:gd name="T0" fmla="*/ 146 w 324"/>
                <a:gd name="T1" fmla="*/ 324 h 326"/>
                <a:gd name="T2" fmla="*/ 98 w 324"/>
                <a:gd name="T3" fmla="*/ 312 h 326"/>
                <a:gd name="T4" fmla="*/ 58 w 324"/>
                <a:gd name="T5" fmla="*/ 288 h 326"/>
                <a:gd name="T6" fmla="*/ 28 w 324"/>
                <a:gd name="T7" fmla="*/ 254 h 326"/>
                <a:gd name="T8" fmla="*/ 6 w 324"/>
                <a:gd name="T9" fmla="*/ 210 h 326"/>
                <a:gd name="T10" fmla="*/ 0 w 324"/>
                <a:gd name="T11" fmla="*/ 162 h 326"/>
                <a:gd name="T12" fmla="*/ 2 w 324"/>
                <a:gd name="T13" fmla="*/ 130 h 326"/>
                <a:gd name="T14" fmla="*/ 20 w 324"/>
                <a:gd name="T15" fmla="*/ 86 h 326"/>
                <a:gd name="T16" fmla="*/ 48 w 324"/>
                <a:gd name="T17" fmla="*/ 48 h 326"/>
                <a:gd name="T18" fmla="*/ 84 w 324"/>
                <a:gd name="T19" fmla="*/ 20 h 326"/>
                <a:gd name="T20" fmla="*/ 130 w 324"/>
                <a:gd name="T21" fmla="*/ 4 h 326"/>
                <a:gd name="T22" fmla="*/ 162 w 324"/>
                <a:gd name="T23" fmla="*/ 0 h 326"/>
                <a:gd name="T24" fmla="*/ 210 w 324"/>
                <a:gd name="T25" fmla="*/ 8 h 326"/>
                <a:gd name="T26" fmla="*/ 252 w 324"/>
                <a:gd name="T27" fmla="*/ 28 h 326"/>
                <a:gd name="T28" fmla="*/ 288 w 324"/>
                <a:gd name="T29" fmla="*/ 60 h 326"/>
                <a:gd name="T30" fmla="*/ 312 w 324"/>
                <a:gd name="T31" fmla="*/ 100 h 326"/>
                <a:gd name="T32" fmla="*/ 324 w 324"/>
                <a:gd name="T33" fmla="*/ 146 h 326"/>
                <a:gd name="T34" fmla="*/ 324 w 324"/>
                <a:gd name="T35" fmla="*/ 180 h 326"/>
                <a:gd name="T36" fmla="*/ 312 w 324"/>
                <a:gd name="T37" fmla="*/ 226 h 326"/>
                <a:gd name="T38" fmla="*/ 288 w 324"/>
                <a:gd name="T39" fmla="*/ 266 h 326"/>
                <a:gd name="T40" fmla="*/ 252 w 324"/>
                <a:gd name="T41" fmla="*/ 298 h 326"/>
                <a:gd name="T42" fmla="*/ 210 w 324"/>
                <a:gd name="T43" fmla="*/ 318 h 326"/>
                <a:gd name="T44" fmla="*/ 162 w 324"/>
                <a:gd name="T45" fmla="*/ 326 h 326"/>
                <a:gd name="T46" fmla="*/ 162 w 324"/>
                <a:gd name="T47" fmla="*/ 18 h 326"/>
                <a:gd name="T48" fmla="*/ 120 w 324"/>
                <a:gd name="T49" fmla="*/ 24 h 326"/>
                <a:gd name="T50" fmla="*/ 82 w 324"/>
                <a:gd name="T51" fmla="*/ 42 h 326"/>
                <a:gd name="T52" fmla="*/ 50 w 324"/>
                <a:gd name="T53" fmla="*/ 70 h 326"/>
                <a:gd name="T54" fmla="*/ 28 w 324"/>
                <a:gd name="T55" fmla="*/ 106 h 326"/>
                <a:gd name="T56" fmla="*/ 18 w 324"/>
                <a:gd name="T57" fmla="*/ 148 h 326"/>
                <a:gd name="T58" fmla="*/ 18 w 324"/>
                <a:gd name="T59" fmla="*/ 178 h 326"/>
                <a:gd name="T60" fmla="*/ 28 w 324"/>
                <a:gd name="T61" fmla="*/ 218 h 326"/>
                <a:gd name="T62" fmla="*/ 50 w 324"/>
                <a:gd name="T63" fmla="*/ 254 h 326"/>
                <a:gd name="T64" fmla="*/ 82 w 324"/>
                <a:gd name="T65" fmla="*/ 282 h 326"/>
                <a:gd name="T66" fmla="*/ 120 w 324"/>
                <a:gd name="T67" fmla="*/ 300 h 326"/>
                <a:gd name="T68" fmla="*/ 162 w 324"/>
                <a:gd name="T69" fmla="*/ 308 h 326"/>
                <a:gd name="T70" fmla="*/ 192 w 324"/>
                <a:gd name="T71" fmla="*/ 304 h 326"/>
                <a:gd name="T72" fmla="*/ 230 w 324"/>
                <a:gd name="T73" fmla="*/ 290 h 326"/>
                <a:gd name="T74" fmla="*/ 264 w 324"/>
                <a:gd name="T75" fmla="*/ 264 h 326"/>
                <a:gd name="T76" fmla="*/ 290 w 324"/>
                <a:gd name="T77" fmla="*/ 232 h 326"/>
                <a:gd name="T78" fmla="*/ 304 w 324"/>
                <a:gd name="T79" fmla="*/ 192 h 326"/>
                <a:gd name="T80" fmla="*/ 306 w 324"/>
                <a:gd name="T81" fmla="*/ 162 h 326"/>
                <a:gd name="T82" fmla="*/ 300 w 324"/>
                <a:gd name="T83" fmla="*/ 120 h 326"/>
                <a:gd name="T84" fmla="*/ 282 w 324"/>
                <a:gd name="T85" fmla="*/ 82 h 326"/>
                <a:gd name="T86" fmla="*/ 254 w 324"/>
                <a:gd name="T87" fmla="*/ 50 h 326"/>
                <a:gd name="T88" fmla="*/ 218 w 324"/>
                <a:gd name="T89" fmla="*/ 30 h 326"/>
                <a:gd name="T90" fmla="*/ 176 w 324"/>
                <a:gd name="T91" fmla="*/ 1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 h="326">
                  <a:moveTo>
                    <a:pt x="162" y="326"/>
                  </a:moveTo>
                  <a:lnTo>
                    <a:pt x="162" y="326"/>
                  </a:lnTo>
                  <a:lnTo>
                    <a:pt x="146" y="324"/>
                  </a:lnTo>
                  <a:lnTo>
                    <a:pt x="130" y="322"/>
                  </a:lnTo>
                  <a:lnTo>
                    <a:pt x="114" y="318"/>
                  </a:lnTo>
                  <a:lnTo>
                    <a:pt x="98" y="312"/>
                  </a:lnTo>
                  <a:lnTo>
                    <a:pt x="84" y="306"/>
                  </a:lnTo>
                  <a:lnTo>
                    <a:pt x="72" y="298"/>
                  </a:lnTo>
                  <a:lnTo>
                    <a:pt x="58" y="288"/>
                  </a:lnTo>
                  <a:lnTo>
                    <a:pt x="48" y="278"/>
                  </a:lnTo>
                  <a:lnTo>
                    <a:pt x="36" y="266"/>
                  </a:lnTo>
                  <a:lnTo>
                    <a:pt x="28" y="254"/>
                  </a:lnTo>
                  <a:lnTo>
                    <a:pt x="20" y="240"/>
                  </a:lnTo>
                  <a:lnTo>
                    <a:pt x="12" y="226"/>
                  </a:lnTo>
                  <a:lnTo>
                    <a:pt x="6" y="210"/>
                  </a:lnTo>
                  <a:lnTo>
                    <a:pt x="2" y="196"/>
                  </a:lnTo>
                  <a:lnTo>
                    <a:pt x="0" y="180"/>
                  </a:lnTo>
                  <a:lnTo>
                    <a:pt x="0" y="162"/>
                  </a:lnTo>
                  <a:lnTo>
                    <a:pt x="0" y="162"/>
                  </a:lnTo>
                  <a:lnTo>
                    <a:pt x="0" y="146"/>
                  </a:lnTo>
                  <a:lnTo>
                    <a:pt x="2" y="130"/>
                  </a:lnTo>
                  <a:lnTo>
                    <a:pt x="6" y="114"/>
                  </a:lnTo>
                  <a:lnTo>
                    <a:pt x="12" y="100"/>
                  </a:lnTo>
                  <a:lnTo>
                    <a:pt x="20" y="86"/>
                  </a:lnTo>
                  <a:lnTo>
                    <a:pt x="28" y="72"/>
                  </a:lnTo>
                  <a:lnTo>
                    <a:pt x="36" y="60"/>
                  </a:lnTo>
                  <a:lnTo>
                    <a:pt x="48" y="48"/>
                  </a:lnTo>
                  <a:lnTo>
                    <a:pt x="58" y="38"/>
                  </a:lnTo>
                  <a:lnTo>
                    <a:pt x="72" y="28"/>
                  </a:lnTo>
                  <a:lnTo>
                    <a:pt x="84" y="20"/>
                  </a:lnTo>
                  <a:lnTo>
                    <a:pt x="98" y="12"/>
                  </a:lnTo>
                  <a:lnTo>
                    <a:pt x="114" y="8"/>
                  </a:lnTo>
                  <a:lnTo>
                    <a:pt x="130" y="4"/>
                  </a:lnTo>
                  <a:lnTo>
                    <a:pt x="146" y="0"/>
                  </a:lnTo>
                  <a:lnTo>
                    <a:pt x="162" y="0"/>
                  </a:lnTo>
                  <a:lnTo>
                    <a:pt x="162" y="0"/>
                  </a:lnTo>
                  <a:lnTo>
                    <a:pt x="178" y="0"/>
                  </a:lnTo>
                  <a:lnTo>
                    <a:pt x="194" y="4"/>
                  </a:lnTo>
                  <a:lnTo>
                    <a:pt x="210" y="8"/>
                  </a:lnTo>
                  <a:lnTo>
                    <a:pt x="226" y="12"/>
                  </a:lnTo>
                  <a:lnTo>
                    <a:pt x="240" y="20"/>
                  </a:lnTo>
                  <a:lnTo>
                    <a:pt x="252" y="28"/>
                  </a:lnTo>
                  <a:lnTo>
                    <a:pt x="266" y="38"/>
                  </a:lnTo>
                  <a:lnTo>
                    <a:pt x="276" y="48"/>
                  </a:lnTo>
                  <a:lnTo>
                    <a:pt x="288" y="60"/>
                  </a:lnTo>
                  <a:lnTo>
                    <a:pt x="296" y="72"/>
                  </a:lnTo>
                  <a:lnTo>
                    <a:pt x="304" y="86"/>
                  </a:lnTo>
                  <a:lnTo>
                    <a:pt x="312" y="100"/>
                  </a:lnTo>
                  <a:lnTo>
                    <a:pt x="318" y="114"/>
                  </a:lnTo>
                  <a:lnTo>
                    <a:pt x="322" y="130"/>
                  </a:lnTo>
                  <a:lnTo>
                    <a:pt x="324" y="146"/>
                  </a:lnTo>
                  <a:lnTo>
                    <a:pt x="324" y="162"/>
                  </a:lnTo>
                  <a:lnTo>
                    <a:pt x="324" y="162"/>
                  </a:lnTo>
                  <a:lnTo>
                    <a:pt x="324" y="180"/>
                  </a:lnTo>
                  <a:lnTo>
                    <a:pt x="322" y="196"/>
                  </a:lnTo>
                  <a:lnTo>
                    <a:pt x="318" y="210"/>
                  </a:lnTo>
                  <a:lnTo>
                    <a:pt x="312" y="226"/>
                  </a:lnTo>
                  <a:lnTo>
                    <a:pt x="304" y="240"/>
                  </a:lnTo>
                  <a:lnTo>
                    <a:pt x="296" y="254"/>
                  </a:lnTo>
                  <a:lnTo>
                    <a:pt x="288" y="266"/>
                  </a:lnTo>
                  <a:lnTo>
                    <a:pt x="276" y="278"/>
                  </a:lnTo>
                  <a:lnTo>
                    <a:pt x="266" y="288"/>
                  </a:lnTo>
                  <a:lnTo>
                    <a:pt x="252" y="298"/>
                  </a:lnTo>
                  <a:lnTo>
                    <a:pt x="240" y="306"/>
                  </a:lnTo>
                  <a:lnTo>
                    <a:pt x="226" y="312"/>
                  </a:lnTo>
                  <a:lnTo>
                    <a:pt x="210" y="318"/>
                  </a:lnTo>
                  <a:lnTo>
                    <a:pt x="194" y="322"/>
                  </a:lnTo>
                  <a:lnTo>
                    <a:pt x="178" y="324"/>
                  </a:lnTo>
                  <a:lnTo>
                    <a:pt x="162" y="326"/>
                  </a:lnTo>
                  <a:lnTo>
                    <a:pt x="162" y="326"/>
                  </a:lnTo>
                  <a:close/>
                  <a:moveTo>
                    <a:pt x="162" y="18"/>
                  </a:moveTo>
                  <a:lnTo>
                    <a:pt x="162" y="18"/>
                  </a:lnTo>
                  <a:lnTo>
                    <a:pt x="148" y="18"/>
                  </a:lnTo>
                  <a:lnTo>
                    <a:pt x="132" y="20"/>
                  </a:lnTo>
                  <a:lnTo>
                    <a:pt x="120" y="24"/>
                  </a:lnTo>
                  <a:lnTo>
                    <a:pt x="106" y="30"/>
                  </a:lnTo>
                  <a:lnTo>
                    <a:pt x="94" y="36"/>
                  </a:lnTo>
                  <a:lnTo>
                    <a:pt x="82" y="42"/>
                  </a:lnTo>
                  <a:lnTo>
                    <a:pt x="70" y="50"/>
                  </a:lnTo>
                  <a:lnTo>
                    <a:pt x="60" y="60"/>
                  </a:lnTo>
                  <a:lnTo>
                    <a:pt x="50" y="70"/>
                  </a:lnTo>
                  <a:lnTo>
                    <a:pt x="42" y="82"/>
                  </a:lnTo>
                  <a:lnTo>
                    <a:pt x="34" y="94"/>
                  </a:lnTo>
                  <a:lnTo>
                    <a:pt x="28" y="106"/>
                  </a:lnTo>
                  <a:lnTo>
                    <a:pt x="24" y="120"/>
                  </a:lnTo>
                  <a:lnTo>
                    <a:pt x="20" y="134"/>
                  </a:lnTo>
                  <a:lnTo>
                    <a:pt x="18" y="148"/>
                  </a:lnTo>
                  <a:lnTo>
                    <a:pt x="18" y="162"/>
                  </a:lnTo>
                  <a:lnTo>
                    <a:pt x="18" y="162"/>
                  </a:lnTo>
                  <a:lnTo>
                    <a:pt x="18" y="178"/>
                  </a:lnTo>
                  <a:lnTo>
                    <a:pt x="20" y="192"/>
                  </a:lnTo>
                  <a:lnTo>
                    <a:pt x="24" y="206"/>
                  </a:lnTo>
                  <a:lnTo>
                    <a:pt x="28" y="218"/>
                  </a:lnTo>
                  <a:lnTo>
                    <a:pt x="34" y="232"/>
                  </a:lnTo>
                  <a:lnTo>
                    <a:pt x="42" y="244"/>
                  </a:lnTo>
                  <a:lnTo>
                    <a:pt x="50" y="254"/>
                  </a:lnTo>
                  <a:lnTo>
                    <a:pt x="60" y="264"/>
                  </a:lnTo>
                  <a:lnTo>
                    <a:pt x="70" y="274"/>
                  </a:lnTo>
                  <a:lnTo>
                    <a:pt x="82" y="282"/>
                  </a:lnTo>
                  <a:lnTo>
                    <a:pt x="94" y="290"/>
                  </a:lnTo>
                  <a:lnTo>
                    <a:pt x="106" y="296"/>
                  </a:lnTo>
                  <a:lnTo>
                    <a:pt x="120" y="300"/>
                  </a:lnTo>
                  <a:lnTo>
                    <a:pt x="132" y="304"/>
                  </a:lnTo>
                  <a:lnTo>
                    <a:pt x="148" y="306"/>
                  </a:lnTo>
                  <a:lnTo>
                    <a:pt x="162" y="308"/>
                  </a:lnTo>
                  <a:lnTo>
                    <a:pt x="162" y="308"/>
                  </a:lnTo>
                  <a:lnTo>
                    <a:pt x="176" y="306"/>
                  </a:lnTo>
                  <a:lnTo>
                    <a:pt x="192" y="304"/>
                  </a:lnTo>
                  <a:lnTo>
                    <a:pt x="204" y="300"/>
                  </a:lnTo>
                  <a:lnTo>
                    <a:pt x="218" y="296"/>
                  </a:lnTo>
                  <a:lnTo>
                    <a:pt x="230" y="290"/>
                  </a:lnTo>
                  <a:lnTo>
                    <a:pt x="242" y="282"/>
                  </a:lnTo>
                  <a:lnTo>
                    <a:pt x="254" y="274"/>
                  </a:lnTo>
                  <a:lnTo>
                    <a:pt x="264" y="264"/>
                  </a:lnTo>
                  <a:lnTo>
                    <a:pt x="274" y="254"/>
                  </a:lnTo>
                  <a:lnTo>
                    <a:pt x="282" y="244"/>
                  </a:lnTo>
                  <a:lnTo>
                    <a:pt x="290" y="232"/>
                  </a:lnTo>
                  <a:lnTo>
                    <a:pt x="296" y="218"/>
                  </a:lnTo>
                  <a:lnTo>
                    <a:pt x="300" y="206"/>
                  </a:lnTo>
                  <a:lnTo>
                    <a:pt x="304" y="192"/>
                  </a:lnTo>
                  <a:lnTo>
                    <a:pt x="306" y="178"/>
                  </a:lnTo>
                  <a:lnTo>
                    <a:pt x="306" y="162"/>
                  </a:lnTo>
                  <a:lnTo>
                    <a:pt x="306" y="162"/>
                  </a:lnTo>
                  <a:lnTo>
                    <a:pt x="306" y="148"/>
                  </a:lnTo>
                  <a:lnTo>
                    <a:pt x="304" y="134"/>
                  </a:lnTo>
                  <a:lnTo>
                    <a:pt x="300" y="120"/>
                  </a:lnTo>
                  <a:lnTo>
                    <a:pt x="296" y="106"/>
                  </a:lnTo>
                  <a:lnTo>
                    <a:pt x="290" y="94"/>
                  </a:lnTo>
                  <a:lnTo>
                    <a:pt x="282" y="82"/>
                  </a:lnTo>
                  <a:lnTo>
                    <a:pt x="274" y="70"/>
                  </a:lnTo>
                  <a:lnTo>
                    <a:pt x="264" y="60"/>
                  </a:lnTo>
                  <a:lnTo>
                    <a:pt x="254" y="50"/>
                  </a:lnTo>
                  <a:lnTo>
                    <a:pt x="242" y="42"/>
                  </a:lnTo>
                  <a:lnTo>
                    <a:pt x="230" y="36"/>
                  </a:lnTo>
                  <a:lnTo>
                    <a:pt x="218" y="30"/>
                  </a:lnTo>
                  <a:lnTo>
                    <a:pt x="204" y="24"/>
                  </a:lnTo>
                  <a:lnTo>
                    <a:pt x="192" y="20"/>
                  </a:lnTo>
                  <a:lnTo>
                    <a:pt x="176" y="18"/>
                  </a:lnTo>
                  <a:lnTo>
                    <a:pt x="162" y="18"/>
                  </a:lnTo>
                  <a:lnTo>
                    <a:pt x="162"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solidFill>
                  <a:schemeClr val="bg1"/>
                </a:solidFill>
              </a:endParaRPr>
            </a:p>
          </p:txBody>
        </p:sp>
      </p:grpSp>
      <p:grpSp>
        <p:nvGrpSpPr>
          <p:cNvPr id="159" name="Group 158">
            <a:extLst>
              <a:ext uri="{FF2B5EF4-FFF2-40B4-BE49-F238E27FC236}">
                <a16:creationId xmlns:a16="http://schemas.microsoft.com/office/drawing/2014/main" id="{F2BC687C-E465-C991-A677-20C42780DE1F}"/>
              </a:ext>
              <a:ext uri="{C183D7F6-B498-43B3-948B-1728B52AA6E4}">
                <adec:decorative xmlns:adec="http://schemas.microsoft.com/office/drawing/2017/decorative" val="1"/>
              </a:ext>
            </a:extLst>
          </p:cNvPr>
          <p:cNvGrpSpPr/>
          <p:nvPr/>
        </p:nvGrpSpPr>
        <p:grpSpPr>
          <a:xfrm>
            <a:off x="3894669" y="2290636"/>
            <a:ext cx="88410" cy="88957"/>
            <a:chOff x="3897819" y="2501724"/>
            <a:chExt cx="514350" cy="517525"/>
          </a:xfrm>
          <a:solidFill>
            <a:schemeClr val="bg2"/>
          </a:solidFill>
        </p:grpSpPr>
        <p:sp>
          <p:nvSpPr>
            <p:cNvPr id="160" name="Freeform 10">
              <a:extLst>
                <a:ext uri="{FF2B5EF4-FFF2-40B4-BE49-F238E27FC236}">
                  <a16:creationId xmlns:a16="http://schemas.microsoft.com/office/drawing/2014/main" id="{9C6992CA-7FAE-AE9F-647C-3AB1AB22A339}"/>
                </a:ext>
              </a:extLst>
            </p:cNvPr>
            <p:cNvSpPr>
              <a:spLocks/>
            </p:cNvSpPr>
            <p:nvPr/>
          </p:nvSpPr>
          <p:spPr bwMode="auto">
            <a:xfrm>
              <a:off x="4044916" y="2650408"/>
              <a:ext cx="220157" cy="220157"/>
            </a:xfrm>
            <a:custGeom>
              <a:avLst/>
              <a:gdLst>
                <a:gd name="T0" fmla="*/ 74 w 86"/>
                <a:gd name="T1" fmla="*/ 86 h 86"/>
                <a:gd name="T2" fmla="*/ 0 w 86"/>
                <a:gd name="T3" fmla="*/ 12 h 86"/>
                <a:gd name="T4" fmla="*/ 12 w 86"/>
                <a:gd name="T5" fmla="*/ 0 h 86"/>
                <a:gd name="T6" fmla="*/ 86 w 86"/>
                <a:gd name="T7" fmla="*/ 74 h 86"/>
                <a:gd name="T8" fmla="*/ 74 w 86"/>
                <a:gd name="T9" fmla="*/ 86 h 86"/>
              </a:gdLst>
              <a:ahLst/>
              <a:cxnLst>
                <a:cxn ang="0">
                  <a:pos x="T0" y="T1"/>
                </a:cxn>
                <a:cxn ang="0">
                  <a:pos x="T2" y="T3"/>
                </a:cxn>
                <a:cxn ang="0">
                  <a:pos x="T4" y="T5"/>
                </a:cxn>
                <a:cxn ang="0">
                  <a:pos x="T6" y="T7"/>
                </a:cxn>
                <a:cxn ang="0">
                  <a:pos x="T8" y="T9"/>
                </a:cxn>
              </a:cxnLst>
              <a:rect l="0" t="0" r="r" b="b"/>
              <a:pathLst>
                <a:path w="86" h="86">
                  <a:moveTo>
                    <a:pt x="74" y="86"/>
                  </a:moveTo>
                  <a:lnTo>
                    <a:pt x="0" y="12"/>
                  </a:lnTo>
                  <a:lnTo>
                    <a:pt x="12" y="0"/>
                  </a:lnTo>
                  <a:lnTo>
                    <a:pt x="86" y="74"/>
                  </a:lnTo>
                  <a:lnTo>
                    <a:pt x="74"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solidFill>
                  <a:schemeClr val="bg1"/>
                </a:solidFill>
              </a:endParaRPr>
            </a:p>
          </p:txBody>
        </p:sp>
        <p:sp>
          <p:nvSpPr>
            <p:cNvPr id="161" name="Freeform 11">
              <a:extLst>
                <a:ext uri="{FF2B5EF4-FFF2-40B4-BE49-F238E27FC236}">
                  <a16:creationId xmlns:a16="http://schemas.microsoft.com/office/drawing/2014/main" id="{6A34CAA2-947F-FBD7-8BE9-1678CE37058A}"/>
                </a:ext>
              </a:extLst>
            </p:cNvPr>
            <p:cNvSpPr>
              <a:spLocks/>
            </p:cNvSpPr>
            <p:nvPr/>
          </p:nvSpPr>
          <p:spPr bwMode="auto">
            <a:xfrm>
              <a:off x="4044916" y="2650408"/>
              <a:ext cx="220157" cy="220157"/>
            </a:xfrm>
            <a:custGeom>
              <a:avLst/>
              <a:gdLst>
                <a:gd name="T0" fmla="*/ 12 w 86"/>
                <a:gd name="T1" fmla="*/ 86 h 86"/>
                <a:gd name="T2" fmla="*/ 0 w 86"/>
                <a:gd name="T3" fmla="*/ 74 h 86"/>
                <a:gd name="T4" fmla="*/ 74 w 86"/>
                <a:gd name="T5" fmla="*/ 0 h 86"/>
                <a:gd name="T6" fmla="*/ 86 w 86"/>
                <a:gd name="T7" fmla="*/ 12 h 86"/>
                <a:gd name="T8" fmla="*/ 12 w 86"/>
                <a:gd name="T9" fmla="*/ 86 h 86"/>
              </a:gdLst>
              <a:ahLst/>
              <a:cxnLst>
                <a:cxn ang="0">
                  <a:pos x="T0" y="T1"/>
                </a:cxn>
                <a:cxn ang="0">
                  <a:pos x="T2" y="T3"/>
                </a:cxn>
                <a:cxn ang="0">
                  <a:pos x="T4" y="T5"/>
                </a:cxn>
                <a:cxn ang="0">
                  <a:pos x="T6" y="T7"/>
                </a:cxn>
                <a:cxn ang="0">
                  <a:pos x="T8" y="T9"/>
                </a:cxn>
              </a:cxnLst>
              <a:rect l="0" t="0" r="r" b="b"/>
              <a:pathLst>
                <a:path w="86" h="86">
                  <a:moveTo>
                    <a:pt x="12" y="86"/>
                  </a:moveTo>
                  <a:lnTo>
                    <a:pt x="0" y="74"/>
                  </a:lnTo>
                  <a:lnTo>
                    <a:pt x="74" y="0"/>
                  </a:lnTo>
                  <a:lnTo>
                    <a:pt x="86" y="12"/>
                  </a:lnTo>
                  <a:lnTo>
                    <a:pt x="12"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solidFill>
                  <a:schemeClr val="bg1"/>
                </a:solidFill>
              </a:endParaRPr>
            </a:p>
          </p:txBody>
        </p:sp>
        <p:sp>
          <p:nvSpPr>
            <p:cNvPr id="162" name="Freeform 97">
              <a:extLst>
                <a:ext uri="{FF2B5EF4-FFF2-40B4-BE49-F238E27FC236}">
                  <a16:creationId xmlns:a16="http://schemas.microsoft.com/office/drawing/2014/main" id="{9967C87E-885F-015B-6735-5E156DF3218A}"/>
                </a:ext>
              </a:extLst>
            </p:cNvPr>
            <p:cNvSpPr>
              <a:spLocks noEditPoints="1"/>
            </p:cNvSpPr>
            <p:nvPr/>
          </p:nvSpPr>
          <p:spPr bwMode="auto">
            <a:xfrm>
              <a:off x="3897819" y="2501724"/>
              <a:ext cx="514350" cy="517525"/>
            </a:xfrm>
            <a:custGeom>
              <a:avLst/>
              <a:gdLst>
                <a:gd name="T0" fmla="*/ 146 w 324"/>
                <a:gd name="T1" fmla="*/ 324 h 326"/>
                <a:gd name="T2" fmla="*/ 98 w 324"/>
                <a:gd name="T3" fmla="*/ 312 h 326"/>
                <a:gd name="T4" fmla="*/ 58 w 324"/>
                <a:gd name="T5" fmla="*/ 288 h 326"/>
                <a:gd name="T6" fmla="*/ 28 w 324"/>
                <a:gd name="T7" fmla="*/ 254 h 326"/>
                <a:gd name="T8" fmla="*/ 6 w 324"/>
                <a:gd name="T9" fmla="*/ 210 h 326"/>
                <a:gd name="T10" fmla="*/ 0 w 324"/>
                <a:gd name="T11" fmla="*/ 162 h 326"/>
                <a:gd name="T12" fmla="*/ 2 w 324"/>
                <a:gd name="T13" fmla="*/ 130 h 326"/>
                <a:gd name="T14" fmla="*/ 20 w 324"/>
                <a:gd name="T15" fmla="*/ 86 h 326"/>
                <a:gd name="T16" fmla="*/ 48 w 324"/>
                <a:gd name="T17" fmla="*/ 48 h 326"/>
                <a:gd name="T18" fmla="*/ 84 w 324"/>
                <a:gd name="T19" fmla="*/ 20 h 326"/>
                <a:gd name="T20" fmla="*/ 130 w 324"/>
                <a:gd name="T21" fmla="*/ 4 h 326"/>
                <a:gd name="T22" fmla="*/ 162 w 324"/>
                <a:gd name="T23" fmla="*/ 0 h 326"/>
                <a:gd name="T24" fmla="*/ 210 w 324"/>
                <a:gd name="T25" fmla="*/ 8 h 326"/>
                <a:gd name="T26" fmla="*/ 252 w 324"/>
                <a:gd name="T27" fmla="*/ 28 h 326"/>
                <a:gd name="T28" fmla="*/ 288 w 324"/>
                <a:gd name="T29" fmla="*/ 60 h 326"/>
                <a:gd name="T30" fmla="*/ 312 w 324"/>
                <a:gd name="T31" fmla="*/ 100 h 326"/>
                <a:gd name="T32" fmla="*/ 324 w 324"/>
                <a:gd name="T33" fmla="*/ 146 h 326"/>
                <a:gd name="T34" fmla="*/ 324 w 324"/>
                <a:gd name="T35" fmla="*/ 180 h 326"/>
                <a:gd name="T36" fmla="*/ 312 w 324"/>
                <a:gd name="T37" fmla="*/ 226 h 326"/>
                <a:gd name="T38" fmla="*/ 288 w 324"/>
                <a:gd name="T39" fmla="*/ 266 h 326"/>
                <a:gd name="T40" fmla="*/ 252 w 324"/>
                <a:gd name="T41" fmla="*/ 298 h 326"/>
                <a:gd name="T42" fmla="*/ 210 w 324"/>
                <a:gd name="T43" fmla="*/ 318 h 326"/>
                <a:gd name="T44" fmla="*/ 162 w 324"/>
                <a:gd name="T45" fmla="*/ 326 h 326"/>
                <a:gd name="T46" fmla="*/ 162 w 324"/>
                <a:gd name="T47" fmla="*/ 18 h 326"/>
                <a:gd name="T48" fmla="*/ 120 w 324"/>
                <a:gd name="T49" fmla="*/ 24 h 326"/>
                <a:gd name="T50" fmla="*/ 82 w 324"/>
                <a:gd name="T51" fmla="*/ 42 h 326"/>
                <a:gd name="T52" fmla="*/ 50 w 324"/>
                <a:gd name="T53" fmla="*/ 70 h 326"/>
                <a:gd name="T54" fmla="*/ 28 w 324"/>
                <a:gd name="T55" fmla="*/ 106 h 326"/>
                <a:gd name="T56" fmla="*/ 18 w 324"/>
                <a:gd name="T57" fmla="*/ 148 h 326"/>
                <a:gd name="T58" fmla="*/ 18 w 324"/>
                <a:gd name="T59" fmla="*/ 178 h 326"/>
                <a:gd name="T60" fmla="*/ 28 w 324"/>
                <a:gd name="T61" fmla="*/ 218 h 326"/>
                <a:gd name="T62" fmla="*/ 50 w 324"/>
                <a:gd name="T63" fmla="*/ 254 h 326"/>
                <a:gd name="T64" fmla="*/ 82 w 324"/>
                <a:gd name="T65" fmla="*/ 282 h 326"/>
                <a:gd name="T66" fmla="*/ 120 w 324"/>
                <a:gd name="T67" fmla="*/ 300 h 326"/>
                <a:gd name="T68" fmla="*/ 162 w 324"/>
                <a:gd name="T69" fmla="*/ 308 h 326"/>
                <a:gd name="T70" fmla="*/ 192 w 324"/>
                <a:gd name="T71" fmla="*/ 304 h 326"/>
                <a:gd name="T72" fmla="*/ 230 w 324"/>
                <a:gd name="T73" fmla="*/ 290 h 326"/>
                <a:gd name="T74" fmla="*/ 264 w 324"/>
                <a:gd name="T75" fmla="*/ 264 h 326"/>
                <a:gd name="T76" fmla="*/ 290 w 324"/>
                <a:gd name="T77" fmla="*/ 232 h 326"/>
                <a:gd name="T78" fmla="*/ 304 w 324"/>
                <a:gd name="T79" fmla="*/ 192 h 326"/>
                <a:gd name="T80" fmla="*/ 306 w 324"/>
                <a:gd name="T81" fmla="*/ 162 h 326"/>
                <a:gd name="T82" fmla="*/ 300 w 324"/>
                <a:gd name="T83" fmla="*/ 120 h 326"/>
                <a:gd name="T84" fmla="*/ 282 w 324"/>
                <a:gd name="T85" fmla="*/ 82 h 326"/>
                <a:gd name="T86" fmla="*/ 254 w 324"/>
                <a:gd name="T87" fmla="*/ 50 h 326"/>
                <a:gd name="T88" fmla="*/ 218 w 324"/>
                <a:gd name="T89" fmla="*/ 30 h 326"/>
                <a:gd name="T90" fmla="*/ 176 w 324"/>
                <a:gd name="T91" fmla="*/ 1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 h="326">
                  <a:moveTo>
                    <a:pt x="162" y="326"/>
                  </a:moveTo>
                  <a:lnTo>
                    <a:pt x="162" y="326"/>
                  </a:lnTo>
                  <a:lnTo>
                    <a:pt x="146" y="324"/>
                  </a:lnTo>
                  <a:lnTo>
                    <a:pt x="130" y="322"/>
                  </a:lnTo>
                  <a:lnTo>
                    <a:pt x="114" y="318"/>
                  </a:lnTo>
                  <a:lnTo>
                    <a:pt x="98" y="312"/>
                  </a:lnTo>
                  <a:lnTo>
                    <a:pt x="84" y="306"/>
                  </a:lnTo>
                  <a:lnTo>
                    <a:pt x="72" y="298"/>
                  </a:lnTo>
                  <a:lnTo>
                    <a:pt x="58" y="288"/>
                  </a:lnTo>
                  <a:lnTo>
                    <a:pt x="48" y="278"/>
                  </a:lnTo>
                  <a:lnTo>
                    <a:pt x="36" y="266"/>
                  </a:lnTo>
                  <a:lnTo>
                    <a:pt x="28" y="254"/>
                  </a:lnTo>
                  <a:lnTo>
                    <a:pt x="20" y="240"/>
                  </a:lnTo>
                  <a:lnTo>
                    <a:pt x="12" y="226"/>
                  </a:lnTo>
                  <a:lnTo>
                    <a:pt x="6" y="210"/>
                  </a:lnTo>
                  <a:lnTo>
                    <a:pt x="2" y="196"/>
                  </a:lnTo>
                  <a:lnTo>
                    <a:pt x="0" y="180"/>
                  </a:lnTo>
                  <a:lnTo>
                    <a:pt x="0" y="162"/>
                  </a:lnTo>
                  <a:lnTo>
                    <a:pt x="0" y="162"/>
                  </a:lnTo>
                  <a:lnTo>
                    <a:pt x="0" y="146"/>
                  </a:lnTo>
                  <a:lnTo>
                    <a:pt x="2" y="130"/>
                  </a:lnTo>
                  <a:lnTo>
                    <a:pt x="6" y="114"/>
                  </a:lnTo>
                  <a:lnTo>
                    <a:pt x="12" y="100"/>
                  </a:lnTo>
                  <a:lnTo>
                    <a:pt x="20" y="86"/>
                  </a:lnTo>
                  <a:lnTo>
                    <a:pt x="28" y="72"/>
                  </a:lnTo>
                  <a:lnTo>
                    <a:pt x="36" y="60"/>
                  </a:lnTo>
                  <a:lnTo>
                    <a:pt x="48" y="48"/>
                  </a:lnTo>
                  <a:lnTo>
                    <a:pt x="58" y="38"/>
                  </a:lnTo>
                  <a:lnTo>
                    <a:pt x="72" y="28"/>
                  </a:lnTo>
                  <a:lnTo>
                    <a:pt x="84" y="20"/>
                  </a:lnTo>
                  <a:lnTo>
                    <a:pt x="98" y="12"/>
                  </a:lnTo>
                  <a:lnTo>
                    <a:pt x="114" y="8"/>
                  </a:lnTo>
                  <a:lnTo>
                    <a:pt x="130" y="4"/>
                  </a:lnTo>
                  <a:lnTo>
                    <a:pt x="146" y="0"/>
                  </a:lnTo>
                  <a:lnTo>
                    <a:pt x="162" y="0"/>
                  </a:lnTo>
                  <a:lnTo>
                    <a:pt x="162" y="0"/>
                  </a:lnTo>
                  <a:lnTo>
                    <a:pt x="178" y="0"/>
                  </a:lnTo>
                  <a:lnTo>
                    <a:pt x="194" y="4"/>
                  </a:lnTo>
                  <a:lnTo>
                    <a:pt x="210" y="8"/>
                  </a:lnTo>
                  <a:lnTo>
                    <a:pt x="226" y="12"/>
                  </a:lnTo>
                  <a:lnTo>
                    <a:pt x="240" y="20"/>
                  </a:lnTo>
                  <a:lnTo>
                    <a:pt x="252" y="28"/>
                  </a:lnTo>
                  <a:lnTo>
                    <a:pt x="266" y="38"/>
                  </a:lnTo>
                  <a:lnTo>
                    <a:pt x="276" y="48"/>
                  </a:lnTo>
                  <a:lnTo>
                    <a:pt x="288" y="60"/>
                  </a:lnTo>
                  <a:lnTo>
                    <a:pt x="296" y="72"/>
                  </a:lnTo>
                  <a:lnTo>
                    <a:pt x="304" y="86"/>
                  </a:lnTo>
                  <a:lnTo>
                    <a:pt x="312" y="100"/>
                  </a:lnTo>
                  <a:lnTo>
                    <a:pt x="318" y="114"/>
                  </a:lnTo>
                  <a:lnTo>
                    <a:pt x="322" y="130"/>
                  </a:lnTo>
                  <a:lnTo>
                    <a:pt x="324" y="146"/>
                  </a:lnTo>
                  <a:lnTo>
                    <a:pt x="324" y="162"/>
                  </a:lnTo>
                  <a:lnTo>
                    <a:pt x="324" y="162"/>
                  </a:lnTo>
                  <a:lnTo>
                    <a:pt x="324" y="180"/>
                  </a:lnTo>
                  <a:lnTo>
                    <a:pt x="322" y="196"/>
                  </a:lnTo>
                  <a:lnTo>
                    <a:pt x="318" y="210"/>
                  </a:lnTo>
                  <a:lnTo>
                    <a:pt x="312" y="226"/>
                  </a:lnTo>
                  <a:lnTo>
                    <a:pt x="304" y="240"/>
                  </a:lnTo>
                  <a:lnTo>
                    <a:pt x="296" y="254"/>
                  </a:lnTo>
                  <a:lnTo>
                    <a:pt x="288" y="266"/>
                  </a:lnTo>
                  <a:lnTo>
                    <a:pt x="276" y="278"/>
                  </a:lnTo>
                  <a:lnTo>
                    <a:pt x="266" y="288"/>
                  </a:lnTo>
                  <a:lnTo>
                    <a:pt x="252" y="298"/>
                  </a:lnTo>
                  <a:lnTo>
                    <a:pt x="240" y="306"/>
                  </a:lnTo>
                  <a:lnTo>
                    <a:pt x="226" y="312"/>
                  </a:lnTo>
                  <a:lnTo>
                    <a:pt x="210" y="318"/>
                  </a:lnTo>
                  <a:lnTo>
                    <a:pt x="194" y="322"/>
                  </a:lnTo>
                  <a:lnTo>
                    <a:pt x="178" y="324"/>
                  </a:lnTo>
                  <a:lnTo>
                    <a:pt x="162" y="326"/>
                  </a:lnTo>
                  <a:lnTo>
                    <a:pt x="162" y="326"/>
                  </a:lnTo>
                  <a:close/>
                  <a:moveTo>
                    <a:pt x="162" y="18"/>
                  </a:moveTo>
                  <a:lnTo>
                    <a:pt x="162" y="18"/>
                  </a:lnTo>
                  <a:lnTo>
                    <a:pt x="148" y="18"/>
                  </a:lnTo>
                  <a:lnTo>
                    <a:pt x="132" y="20"/>
                  </a:lnTo>
                  <a:lnTo>
                    <a:pt x="120" y="24"/>
                  </a:lnTo>
                  <a:lnTo>
                    <a:pt x="106" y="30"/>
                  </a:lnTo>
                  <a:lnTo>
                    <a:pt x="94" y="36"/>
                  </a:lnTo>
                  <a:lnTo>
                    <a:pt x="82" y="42"/>
                  </a:lnTo>
                  <a:lnTo>
                    <a:pt x="70" y="50"/>
                  </a:lnTo>
                  <a:lnTo>
                    <a:pt x="60" y="60"/>
                  </a:lnTo>
                  <a:lnTo>
                    <a:pt x="50" y="70"/>
                  </a:lnTo>
                  <a:lnTo>
                    <a:pt x="42" y="82"/>
                  </a:lnTo>
                  <a:lnTo>
                    <a:pt x="34" y="94"/>
                  </a:lnTo>
                  <a:lnTo>
                    <a:pt x="28" y="106"/>
                  </a:lnTo>
                  <a:lnTo>
                    <a:pt x="24" y="120"/>
                  </a:lnTo>
                  <a:lnTo>
                    <a:pt x="20" y="134"/>
                  </a:lnTo>
                  <a:lnTo>
                    <a:pt x="18" y="148"/>
                  </a:lnTo>
                  <a:lnTo>
                    <a:pt x="18" y="162"/>
                  </a:lnTo>
                  <a:lnTo>
                    <a:pt x="18" y="162"/>
                  </a:lnTo>
                  <a:lnTo>
                    <a:pt x="18" y="178"/>
                  </a:lnTo>
                  <a:lnTo>
                    <a:pt x="20" y="192"/>
                  </a:lnTo>
                  <a:lnTo>
                    <a:pt x="24" y="206"/>
                  </a:lnTo>
                  <a:lnTo>
                    <a:pt x="28" y="218"/>
                  </a:lnTo>
                  <a:lnTo>
                    <a:pt x="34" y="232"/>
                  </a:lnTo>
                  <a:lnTo>
                    <a:pt x="42" y="244"/>
                  </a:lnTo>
                  <a:lnTo>
                    <a:pt x="50" y="254"/>
                  </a:lnTo>
                  <a:lnTo>
                    <a:pt x="60" y="264"/>
                  </a:lnTo>
                  <a:lnTo>
                    <a:pt x="70" y="274"/>
                  </a:lnTo>
                  <a:lnTo>
                    <a:pt x="82" y="282"/>
                  </a:lnTo>
                  <a:lnTo>
                    <a:pt x="94" y="290"/>
                  </a:lnTo>
                  <a:lnTo>
                    <a:pt x="106" y="296"/>
                  </a:lnTo>
                  <a:lnTo>
                    <a:pt x="120" y="300"/>
                  </a:lnTo>
                  <a:lnTo>
                    <a:pt x="132" y="304"/>
                  </a:lnTo>
                  <a:lnTo>
                    <a:pt x="148" y="306"/>
                  </a:lnTo>
                  <a:lnTo>
                    <a:pt x="162" y="308"/>
                  </a:lnTo>
                  <a:lnTo>
                    <a:pt x="162" y="308"/>
                  </a:lnTo>
                  <a:lnTo>
                    <a:pt x="176" y="306"/>
                  </a:lnTo>
                  <a:lnTo>
                    <a:pt x="192" y="304"/>
                  </a:lnTo>
                  <a:lnTo>
                    <a:pt x="204" y="300"/>
                  </a:lnTo>
                  <a:lnTo>
                    <a:pt x="218" y="296"/>
                  </a:lnTo>
                  <a:lnTo>
                    <a:pt x="230" y="290"/>
                  </a:lnTo>
                  <a:lnTo>
                    <a:pt x="242" y="282"/>
                  </a:lnTo>
                  <a:lnTo>
                    <a:pt x="254" y="274"/>
                  </a:lnTo>
                  <a:lnTo>
                    <a:pt x="264" y="264"/>
                  </a:lnTo>
                  <a:lnTo>
                    <a:pt x="274" y="254"/>
                  </a:lnTo>
                  <a:lnTo>
                    <a:pt x="282" y="244"/>
                  </a:lnTo>
                  <a:lnTo>
                    <a:pt x="290" y="232"/>
                  </a:lnTo>
                  <a:lnTo>
                    <a:pt x="296" y="218"/>
                  </a:lnTo>
                  <a:lnTo>
                    <a:pt x="300" y="206"/>
                  </a:lnTo>
                  <a:lnTo>
                    <a:pt x="304" y="192"/>
                  </a:lnTo>
                  <a:lnTo>
                    <a:pt x="306" y="178"/>
                  </a:lnTo>
                  <a:lnTo>
                    <a:pt x="306" y="162"/>
                  </a:lnTo>
                  <a:lnTo>
                    <a:pt x="306" y="162"/>
                  </a:lnTo>
                  <a:lnTo>
                    <a:pt x="306" y="148"/>
                  </a:lnTo>
                  <a:lnTo>
                    <a:pt x="304" y="134"/>
                  </a:lnTo>
                  <a:lnTo>
                    <a:pt x="300" y="120"/>
                  </a:lnTo>
                  <a:lnTo>
                    <a:pt x="296" y="106"/>
                  </a:lnTo>
                  <a:lnTo>
                    <a:pt x="290" y="94"/>
                  </a:lnTo>
                  <a:lnTo>
                    <a:pt x="282" y="82"/>
                  </a:lnTo>
                  <a:lnTo>
                    <a:pt x="274" y="70"/>
                  </a:lnTo>
                  <a:lnTo>
                    <a:pt x="264" y="60"/>
                  </a:lnTo>
                  <a:lnTo>
                    <a:pt x="254" y="50"/>
                  </a:lnTo>
                  <a:lnTo>
                    <a:pt x="242" y="42"/>
                  </a:lnTo>
                  <a:lnTo>
                    <a:pt x="230" y="36"/>
                  </a:lnTo>
                  <a:lnTo>
                    <a:pt x="218" y="30"/>
                  </a:lnTo>
                  <a:lnTo>
                    <a:pt x="204" y="24"/>
                  </a:lnTo>
                  <a:lnTo>
                    <a:pt x="192" y="20"/>
                  </a:lnTo>
                  <a:lnTo>
                    <a:pt x="176" y="18"/>
                  </a:lnTo>
                  <a:lnTo>
                    <a:pt x="162" y="18"/>
                  </a:lnTo>
                  <a:lnTo>
                    <a:pt x="162"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solidFill>
                  <a:schemeClr val="bg1"/>
                </a:solidFill>
              </a:endParaRPr>
            </a:p>
          </p:txBody>
        </p:sp>
      </p:grpSp>
      <p:cxnSp>
        <p:nvCxnSpPr>
          <p:cNvPr id="163" name="Straight Connector 162">
            <a:extLst>
              <a:ext uri="{FF2B5EF4-FFF2-40B4-BE49-F238E27FC236}">
                <a16:creationId xmlns:a16="http://schemas.microsoft.com/office/drawing/2014/main" id="{D10E9F4D-F790-4AB9-FF4C-3676D66B9DB5}"/>
              </a:ext>
              <a:ext uri="{C183D7F6-B498-43B3-948B-1728B52AA6E4}">
                <adec:decorative xmlns:adec="http://schemas.microsoft.com/office/drawing/2017/decorative" val="1"/>
              </a:ext>
            </a:extLst>
          </p:cNvPr>
          <p:cNvCxnSpPr>
            <a:cxnSpLocks/>
          </p:cNvCxnSpPr>
          <p:nvPr/>
        </p:nvCxnSpPr>
        <p:spPr>
          <a:xfrm flipH="1">
            <a:off x="3747203" y="2419959"/>
            <a:ext cx="5591" cy="5087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5" name="Group 164">
            <a:extLst>
              <a:ext uri="{FF2B5EF4-FFF2-40B4-BE49-F238E27FC236}">
                <a16:creationId xmlns:a16="http://schemas.microsoft.com/office/drawing/2014/main" id="{61D78589-EB4D-0C10-3B60-18274E86FB53}"/>
              </a:ext>
              <a:ext uri="{C183D7F6-B498-43B3-948B-1728B52AA6E4}">
                <adec:decorative xmlns:adec="http://schemas.microsoft.com/office/drawing/2017/decorative" val="1"/>
              </a:ext>
            </a:extLst>
          </p:cNvPr>
          <p:cNvGrpSpPr/>
          <p:nvPr/>
        </p:nvGrpSpPr>
        <p:grpSpPr>
          <a:xfrm>
            <a:off x="4255075" y="2290636"/>
            <a:ext cx="88410" cy="88957"/>
            <a:chOff x="3897819" y="2501724"/>
            <a:chExt cx="514350" cy="517525"/>
          </a:xfrm>
          <a:solidFill>
            <a:schemeClr val="bg2"/>
          </a:solidFill>
        </p:grpSpPr>
        <p:sp>
          <p:nvSpPr>
            <p:cNvPr id="166" name="Freeform 10">
              <a:extLst>
                <a:ext uri="{FF2B5EF4-FFF2-40B4-BE49-F238E27FC236}">
                  <a16:creationId xmlns:a16="http://schemas.microsoft.com/office/drawing/2014/main" id="{3083C2AB-B174-48C1-86AF-1DC6023EE6CC}"/>
                </a:ext>
              </a:extLst>
            </p:cNvPr>
            <p:cNvSpPr>
              <a:spLocks/>
            </p:cNvSpPr>
            <p:nvPr/>
          </p:nvSpPr>
          <p:spPr bwMode="auto">
            <a:xfrm>
              <a:off x="4044916" y="2650408"/>
              <a:ext cx="220157" cy="220157"/>
            </a:xfrm>
            <a:custGeom>
              <a:avLst/>
              <a:gdLst>
                <a:gd name="T0" fmla="*/ 74 w 86"/>
                <a:gd name="T1" fmla="*/ 86 h 86"/>
                <a:gd name="T2" fmla="*/ 0 w 86"/>
                <a:gd name="T3" fmla="*/ 12 h 86"/>
                <a:gd name="T4" fmla="*/ 12 w 86"/>
                <a:gd name="T5" fmla="*/ 0 h 86"/>
                <a:gd name="T6" fmla="*/ 86 w 86"/>
                <a:gd name="T7" fmla="*/ 74 h 86"/>
                <a:gd name="T8" fmla="*/ 74 w 86"/>
                <a:gd name="T9" fmla="*/ 86 h 86"/>
              </a:gdLst>
              <a:ahLst/>
              <a:cxnLst>
                <a:cxn ang="0">
                  <a:pos x="T0" y="T1"/>
                </a:cxn>
                <a:cxn ang="0">
                  <a:pos x="T2" y="T3"/>
                </a:cxn>
                <a:cxn ang="0">
                  <a:pos x="T4" y="T5"/>
                </a:cxn>
                <a:cxn ang="0">
                  <a:pos x="T6" y="T7"/>
                </a:cxn>
                <a:cxn ang="0">
                  <a:pos x="T8" y="T9"/>
                </a:cxn>
              </a:cxnLst>
              <a:rect l="0" t="0" r="r" b="b"/>
              <a:pathLst>
                <a:path w="86" h="86">
                  <a:moveTo>
                    <a:pt x="74" y="86"/>
                  </a:moveTo>
                  <a:lnTo>
                    <a:pt x="0" y="12"/>
                  </a:lnTo>
                  <a:lnTo>
                    <a:pt x="12" y="0"/>
                  </a:lnTo>
                  <a:lnTo>
                    <a:pt x="86" y="74"/>
                  </a:lnTo>
                  <a:lnTo>
                    <a:pt x="74"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solidFill>
                  <a:schemeClr val="bg1"/>
                </a:solidFill>
              </a:endParaRPr>
            </a:p>
          </p:txBody>
        </p:sp>
        <p:sp>
          <p:nvSpPr>
            <p:cNvPr id="167" name="Freeform 11">
              <a:extLst>
                <a:ext uri="{FF2B5EF4-FFF2-40B4-BE49-F238E27FC236}">
                  <a16:creationId xmlns:a16="http://schemas.microsoft.com/office/drawing/2014/main" id="{AD816642-DE1A-1680-82DC-B252307939A1}"/>
                </a:ext>
              </a:extLst>
            </p:cNvPr>
            <p:cNvSpPr>
              <a:spLocks/>
            </p:cNvSpPr>
            <p:nvPr/>
          </p:nvSpPr>
          <p:spPr bwMode="auto">
            <a:xfrm>
              <a:off x="4044916" y="2650408"/>
              <a:ext cx="220157" cy="220157"/>
            </a:xfrm>
            <a:custGeom>
              <a:avLst/>
              <a:gdLst>
                <a:gd name="T0" fmla="*/ 12 w 86"/>
                <a:gd name="T1" fmla="*/ 86 h 86"/>
                <a:gd name="T2" fmla="*/ 0 w 86"/>
                <a:gd name="T3" fmla="*/ 74 h 86"/>
                <a:gd name="T4" fmla="*/ 74 w 86"/>
                <a:gd name="T5" fmla="*/ 0 h 86"/>
                <a:gd name="T6" fmla="*/ 86 w 86"/>
                <a:gd name="T7" fmla="*/ 12 h 86"/>
                <a:gd name="T8" fmla="*/ 12 w 86"/>
                <a:gd name="T9" fmla="*/ 86 h 86"/>
              </a:gdLst>
              <a:ahLst/>
              <a:cxnLst>
                <a:cxn ang="0">
                  <a:pos x="T0" y="T1"/>
                </a:cxn>
                <a:cxn ang="0">
                  <a:pos x="T2" y="T3"/>
                </a:cxn>
                <a:cxn ang="0">
                  <a:pos x="T4" y="T5"/>
                </a:cxn>
                <a:cxn ang="0">
                  <a:pos x="T6" y="T7"/>
                </a:cxn>
                <a:cxn ang="0">
                  <a:pos x="T8" y="T9"/>
                </a:cxn>
              </a:cxnLst>
              <a:rect l="0" t="0" r="r" b="b"/>
              <a:pathLst>
                <a:path w="86" h="86">
                  <a:moveTo>
                    <a:pt x="12" y="86"/>
                  </a:moveTo>
                  <a:lnTo>
                    <a:pt x="0" y="74"/>
                  </a:lnTo>
                  <a:lnTo>
                    <a:pt x="74" y="0"/>
                  </a:lnTo>
                  <a:lnTo>
                    <a:pt x="86" y="12"/>
                  </a:lnTo>
                  <a:lnTo>
                    <a:pt x="12"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solidFill>
                  <a:schemeClr val="bg1"/>
                </a:solidFill>
              </a:endParaRPr>
            </a:p>
          </p:txBody>
        </p:sp>
        <p:sp>
          <p:nvSpPr>
            <p:cNvPr id="168" name="Freeform 97">
              <a:extLst>
                <a:ext uri="{FF2B5EF4-FFF2-40B4-BE49-F238E27FC236}">
                  <a16:creationId xmlns:a16="http://schemas.microsoft.com/office/drawing/2014/main" id="{3E7077A3-2AA7-3F9A-C5A6-CA8809D80257}"/>
                </a:ext>
              </a:extLst>
            </p:cNvPr>
            <p:cNvSpPr>
              <a:spLocks noEditPoints="1"/>
            </p:cNvSpPr>
            <p:nvPr/>
          </p:nvSpPr>
          <p:spPr bwMode="auto">
            <a:xfrm>
              <a:off x="3897819" y="2501724"/>
              <a:ext cx="514350" cy="517525"/>
            </a:xfrm>
            <a:custGeom>
              <a:avLst/>
              <a:gdLst>
                <a:gd name="T0" fmla="*/ 146 w 324"/>
                <a:gd name="T1" fmla="*/ 324 h 326"/>
                <a:gd name="T2" fmla="*/ 98 w 324"/>
                <a:gd name="T3" fmla="*/ 312 h 326"/>
                <a:gd name="T4" fmla="*/ 58 w 324"/>
                <a:gd name="T5" fmla="*/ 288 h 326"/>
                <a:gd name="T6" fmla="*/ 28 w 324"/>
                <a:gd name="T7" fmla="*/ 254 h 326"/>
                <a:gd name="T8" fmla="*/ 6 w 324"/>
                <a:gd name="T9" fmla="*/ 210 h 326"/>
                <a:gd name="T10" fmla="*/ 0 w 324"/>
                <a:gd name="T11" fmla="*/ 162 h 326"/>
                <a:gd name="T12" fmla="*/ 2 w 324"/>
                <a:gd name="T13" fmla="*/ 130 h 326"/>
                <a:gd name="T14" fmla="*/ 20 w 324"/>
                <a:gd name="T15" fmla="*/ 86 h 326"/>
                <a:gd name="T16" fmla="*/ 48 w 324"/>
                <a:gd name="T17" fmla="*/ 48 h 326"/>
                <a:gd name="T18" fmla="*/ 84 w 324"/>
                <a:gd name="T19" fmla="*/ 20 h 326"/>
                <a:gd name="T20" fmla="*/ 130 w 324"/>
                <a:gd name="T21" fmla="*/ 4 h 326"/>
                <a:gd name="T22" fmla="*/ 162 w 324"/>
                <a:gd name="T23" fmla="*/ 0 h 326"/>
                <a:gd name="T24" fmla="*/ 210 w 324"/>
                <a:gd name="T25" fmla="*/ 8 h 326"/>
                <a:gd name="T26" fmla="*/ 252 w 324"/>
                <a:gd name="T27" fmla="*/ 28 h 326"/>
                <a:gd name="T28" fmla="*/ 288 w 324"/>
                <a:gd name="T29" fmla="*/ 60 h 326"/>
                <a:gd name="T30" fmla="*/ 312 w 324"/>
                <a:gd name="T31" fmla="*/ 100 h 326"/>
                <a:gd name="T32" fmla="*/ 324 w 324"/>
                <a:gd name="T33" fmla="*/ 146 h 326"/>
                <a:gd name="T34" fmla="*/ 324 w 324"/>
                <a:gd name="T35" fmla="*/ 180 h 326"/>
                <a:gd name="T36" fmla="*/ 312 w 324"/>
                <a:gd name="T37" fmla="*/ 226 h 326"/>
                <a:gd name="T38" fmla="*/ 288 w 324"/>
                <a:gd name="T39" fmla="*/ 266 h 326"/>
                <a:gd name="T40" fmla="*/ 252 w 324"/>
                <a:gd name="T41" fmla="*/ 298 h 326"/>
                <a:gd name="T42" fmla="*/ 210 w 324"/>
                <a:gd name="T43" fmla="*/ 318 h 326"/>
                <a:gd name="T44" fmla="*/ 162 w 324"/>
                <a:gd name="T45" fmla="*/ 326 h 326"/>
                <a:gd name="T46" fmla="*/ 162 w 324"/>
                <a:gd name="T47" fmla="*/ 18 h 326"/>
                <a:gd name="T48" fmla="*/ 120 w 324"/>
                <a:gd name="T49" fmla="*/ 24 h 326"/>
                <a:gd name="T50" fmla="*/ 82 w 324"/>
                <a:gd name="T51" fmla="*/ 42 h 326"/>
                <a:gd name="T52" fmla="*/ 50 w 324"/>
                <a:gd name="T53" fmla="*/ 70 h 326"/>
                <a:gd name="T54" fmla="*/ 28 w 324"/>
                <a:gd name="T55" fmla="*/ 106 h 326"/>
                <a:gd name="T56" fmla="*/ 18 w 324"/>
                <a:gd name="T57" fmla="*/ 148 h 326"/>
                <a:gd name="T58" fmla="*/ 18 w 324"/>
                <a:gd name="T59" fmla="*/ 178 h 326"/>
                <a:gd name="T60" fmla="*/ 28 w 324"/>
                <a:gd name="T61" fmla="*/ 218 h 326"/>
                <a:gd name="T62" fmla="*/ 50 w 324"/>
                <a:gd name="T63" fmla="*/ 254 h 326"/>
                <a:gd name="T64" fmla="*/ 82 w 324"/>
                <a:gd name="T65" fmla="*/ 282 h 326"/>
                <a:gd name="T66" fmla="*/ 120 w 324"/>
                <a:gd name="T67" fmla="*/ 300 h 326"/>
                <a:gd name="T68" fmla="*/ 162 w 324"/>
                <a:gd name="T69" fmla="*/ 308 h 326"/>
                <a:gd name="T70" fmla="*/ 192 w 324"/>
                <a:gd name="T71" fmla="*/ 304 h 326"/>
                <a:gd name="T72" fmla="*/ 230 w 324"/>
                <a:gd name="T73" fmla="*/ 290 h 326"/>
                <a:gd name="T74" fmla="*/ 264 w 324"/>
                <a:gd name="T75" fmla="*/ 264 h 326"/>
                <a:gd name="T76" fmla="*/ 290 w 324"/>
                <a:gd name="T77" fmla="*/ 232 h 326"/>
                <a:gd name="T78" fmla="*/ 304 w 324"/>
                <a:gd name="T79" fmla="*/ 192 h 326"/>
                <a:gd name="T80" fmla="*/ 306 w 324"/>
                <a:gd name="T81" fmla="*/ 162 h 326"/>
                <a:gd name="T82" fmla="*/ 300 w 324"/>
                <a:gd name="T83" fmla="*/ 120 h 326"/>
                <a:gd name="T84" fmla="*/ 282 w 324"/>
                <a:gd name="T85" fmla="*/ 82 h 326"/>
                <a:gd name="T86" fmla="*/ 254 w 324"/>
                <a:gd name="T87" fmla="*/ 50 h 326"/>
                <a:gd name="T88" fmla="*/ 218 w 324"/>
                <a:gd name="T89" fmla="*/ 30 h 326"/>
                <a:gd name="T90" fmla="*/ 176 w 324"/>
                <a:gd name="T91" fmla="*/ 1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 h="326">
                  <a:moveTo>
                    <a:pt x="162" y="326"/>
                  </a:moveTo>
                  <a:lnTo>
                    <a:pt x="162" y="326"/>
                  </a:lnTo>
                  <a:lnTo>
                    <a:pt x="146" y="324"/>
                  </a:lnTo>
                  <a:lnTo>
                    <a:pt x="130" y="322"/>
                  </a:lnTo>
                  <a:lnTo>
                    <a:pt x="114" y="318"/>
                  </a:lnTo>
                  <a:lnTo>
                    <a:pt x="98" y="312"/>
                  </a:lnTo>
                  <a:lnTo>
                    <a:pt x="84" y="306"/>
                  </a:lnTo>
                  <a:lnTo>
                    <a:pt x="72" y="298"/>
                  </a:lnTo>
                  <a:lnTo>
                    <a:pt x="58" y="288"/>
                  </a:lnTo>
                  <a:lnTo>
                    <a:pt x="48" y="278"/>
                  </a:lnTo>
                  <a:lnTo>
                    <a:pt x="36" y="266"/>
                  </a:lnTo>
                  <a:lnTo>
                    <a:pt x="28" y="254"/>
                  </a:lnTo>
                  <a:lnTo>
                    <a:pt x="20" y="240"/>
                  </a:lnTo>
                  <a:lnTo>
                    <a:pt x="12" y="226"/>
                  </a:lnTo>
                  <a:lnTo>
                    <a:pt x="6" y="210"/>
                  </a:lnTo>
                  <a:lnTo>
                    <a:pt x="2" y="196"/>
                  </a:lnTo>
                  <a:lnTo>
                    <a:pt x="0" y="180"/>
                  </a:lnTo>
                  <a:lnTo>
                    <a:pt x="0" y="162"/>
                  </a:lnTo>
                  <a:lnTo>
                    <a:pt x="0" y="162"/>
                  </a:lnTo>
                  <a:lnTo>
                    <a:pt x="0" y="146"/>
                  </a:lnTo>
                  <a:lnTo>
                    <a:pt x="2" y="130"/>
                  </a:lnTo>
                  <a:lnTo>
                    <a:pt x="6" y="114"/>
                  </a:lnTo>
                  <a:lnTo>
                    <a:pt x="12" y="100"/>
                  </a:lnTo>
                  <a:lnTo>
                    <a:pt x="20" y="86"/>
                  </a:lnTo>
                  <a:lnTo>
                    <a:pt x="28" y="72"/>
                  </a:lnTo>
                  <a:lnTo>
                    <a:pt x="36" y="60"/>
                  </a:lnTo>
                  <a:lnTo>
                    <a:pt x="48" y="48"/>
                  </a:lnTo>
                  <a:lnTo>
                    <a:pt x="58" y="38"/>
                  </a:lnTo>
                  <a:lnTo>
                    <a:pt x="72" y="28"/>
                  </a:lnTo>
                  <a:lnTo>
                    <a:pt x="84" y="20"/>
                  </a:lnTo>
                  <a:lnTo>
                    <a:pt x="98" y="12"/>
                  </a:lnTo>
                  <a:lnTo>
                    <a:pt x="114" y="8"/>
                  </a:lnTo>
                  <a:lnTo>
                    <a:pt x="130" y="4"/>
                  </a:lnTo>
                  <a:lnTo>
                    <a:pt x="146" y="0"/>
                  </a:lnTo>
                  <a:lnTo>
                    <a:pt x="162" y="0"/>
                  </a:lnTo>
                  <a:lnTo>
                    <a:pt x="162" y="0"/>
                  </a:lnTo>
                  <a:lnTo>
                    <a:pt x="178" y="0"/>
                  </a:lnTo>
                  <a:lnTo>
                    <a:pt x="194" y="4"/>
                  </a:lnTo>
                  <a:lnTo>
                    <a:pt x="210" y="8"/>
                  </a:lnTo>
                  <a:lnTo>
                    <a:pt x="226" y="12"/>
                  </a:lnTo>
                  <a:lnTo>
                    <a:pt x="240" y="20"/>
                  </a:lnTo>
                  <a:lnTo>
                    <a:pt x="252" y="28"/>
                  </a:lnTo>
                  <a:lnTo>
                    <a:pt x="266" y="38"/>
                  </a:lnTo>
                  <a:lnTo>
                    <a:pt x="276" y="48"/>
                  </a:lnTo>
                  <a:lnTo>
                    <a:pt x="288" y="60"/>
                  </a:lnTo>
                  <a:lnTo>
                    <a:pt x="296" y="72"/>
                  </a:lnTo>
                  <a:lnTo>
                    <a:pt x="304" y="86"/>
                  </a:lnTo>
                  <a:lnTo>
                    <a:pt x="312" y="100"/>
                  </a:lnTo>
                  <a:lnTo>
                    <a:pt x="318" y="114"/>
                  </a:lnTo>
                  <a:lnTo>
                    <a:pt x="322" y="130"/>
                  </a:lnTo>
                  <a:lnTo>
                    <a:pt x="324" y="146"/>
                  </a:lnTo>
                  <a:lnTo>
                    <a:pt x="324" y="162"/>
                  </a:lnTo>
                  <a:lnTo>
                    <a:pt x="324" y="162"/>
                  </a:lnTo>
                  <a:lnTo>
                    <a:pt x="324" y="180"/>
                  </a:lnTo>
                  <a:lnTo>
                    <a:pt x="322" y="196"/>
                  </a:lnTo>
                  <a:lnTo>
                    <a:pt x="318" y="210"/>
                  </a:lnTo>
                  <a:lnTo>
                    <a:pt x="312" y="226"/>
                  </a:lnTo>
                  <a:lnTo>
                    <a:pt x="304" y="240"/>
                  </a:lnTo>
                  <a:lnTo>
                    <a:pt x="296" y="254"/>
                  </a:lnTo>
                  <a:lnTo>
                    <a:pt x="288" y="266"/>
                  </a:lnTo>
                  <a:lnTo>
                    <a:pt x="276" y="278"/>
                  </a:lnTo>
                  <a:lnTo>
                    <a:pt x="266" y="288"/>
                  </a:lnTo>
                  <a:lnTo>
                    <a:pt x="252" y="298"/>
                  </a:lnTo>
                  <a:lnTo>
                    <a:pt x="240" y="306"/>
                  </a:lnTo>
                  <a:lnTo>
                    <a:pt x="226" y="312"/>
                  </a:lnTo>
                  <a:lnTo>
                    <a:pt x="210" y="318"/>
                  </a:lnTo>
                  <a:lnTo>
                    <a:pt x="194" y="322"/>
                  </a:lnTo>
                  <a:lnTo>
                    <a:pt x="178" y="324"/>
                  </a:lnTo>
                  <a:lnTo>
                    <a:pt x="162" y="326"/>
                  </a:lnTo>
                  <a:lnTo>
                    <a:pt x="162" y="326"/>
                  </a:lnTo>
                  <a:close/>
                  <a:moveTo>
                    <a:pt x="162" y="18"/>
                  </a:moveTo>
                  <a:lnTo>
                    <a:pt x="162" y="18"/>
                  </a:lnTo>
                  <a:lnTo>
                    <a:pt x="148" y="18"/>
                  </a:lnTo>
                  <a:lnTo>
                    <a:pt x="132" y="20"/>
                  </a:lnTo>
                  <a:lnTo>
                    <a:pt x="120" y="24"/>
                  </a:lnTo>
                  <a:lnTo>
                    <a:pt x="106" y="30"/>
                  </a:lnTo>
                  <a:lnTo>
                    <a:pt x="94" y="36"/>
                  </a:lnTo>
                  <a:lnTo>
                    <a:pt x="82" y="42"/>
                  </a:lnTo>
                  <a:lnTo>
                    <a:pt x="70" y="50"/>
                  </a:lnTo>
                  <a:lnTo>
                    <a:pt x="60" y="60"/>
                  </a:lnTo>
                  <a:lnTo>
                    <a:pt x="50" y="70"/>
                  </a:lnTo>
                  <a:lnTo>
                    <a:pt x="42" y="82"/>
                  </a:lnTo>
                  <a:lnTo>
                    <a:pt x="34" y="94"/>
                  </a:lnTo>
                  <a:lnTo>
                    <a:pt x="28" y="106"/>
                  </a:lnTo>
                  <a:lnTo>
                    <a:pt x="24" y="120"/>
                  </a:lnTo>
                  <a:lnTo>
                    <a:pt x="20" y="134"/>
                  </a:lnTo>
                  <a:lnTo>
                    <a:pt x="18" y="148"/>
                  </a:lnTo>
                  <a:lnTo>
                    <a:pt x="18" y="162"/>
                  </a:lnTo>
                  <a:lnTo>
                    <a:pt x="18" y="162"/>
                  </a:lnTo>
                  <a:lnTo>
                    <a:pt x="18" y="178"/>
                  </a:lnTo>
                  <a:lnTo>
                    <a:pt x="20" y="192"/>
                  </a:lnTo>
                  <a:lnTo>
                    <a:pt x="24" y="206"/>
                  </a:lnTo>
                  <a:lnTo>
                    <a:pt x="28" y="218"/>
                  </a:lnTo>
                  <a:lnTo>
                    <a:pt x="34" y="232"/>
                  </a:lnTo>
                  <a:lnTo>
                    <a:pt x="42" y="244"/>
                  </a:lnTo>
                  <a:lnTo>
                    <a:pt x="50" y="254"/>
                  </a:lnTo>
                  <a:lnTo>
                    <a:pt x="60" y="264"/>
                  </a:lnTo>
                  <a:lnTo>
                    <a:pt x="70" y="274"/>
                  </a:lnTo>
                  <a:lnTo>
                    <a:pt x="82" y="282"/>
                  </a:lnTo>
                  <a:lnTo>
                    <a:pt x="94" y="290"/>
                  </a:lnTo>
                  <a:lnTo>
                    <a:pt x="106" y="296"/>
                  </a:lnTo>
                  <a:lnTo>
                    <a:pt x="120" y="300"/>
                  </a:lnTo>
                  <a:lnTo>
                    <a:pt x="132" y="304"/>
                  </a:lnTo>
                  <a:lnTo>
                    <a:pt x="148" y="306"/>
                  </a:lnTo>
                  <a:lnTo>
                    <a:pt x="162" y="308"/>
                  </a:lnTo>
                  <a:lnTo>
                    <a:pt x="162" y="308"/>
                  </a:lnTo>
                  <a:lnTo>
                    <a:pt x="176" y="306"/>
                  </a:lnTo>
                  <a:lnTo>
                    <a:pt x="192" y="304"/>
                  </a:lnTo>
                  <a:lnTo>
                    <a:pt x="204" y="300"/>
                  </a:lnTo>
                  <a:lnTo>
                    <a:pt x="218" y="296"/>
                  </a:lnTo>
                  <a:lnTo>
                    <a:pt x="230" y="290"/>
                  </a:lnTo>
                  <a:lnTo>
                    <a:pt x="242" y="282"/>
                  </a:lnTo>
                  <a:lnTo>
                    <a:pt x="254" y="274"/>
                  </a:lnTo>
                  <a:lnTo>
                    <a:pt x="264" y="264"/>
                  </a:lnTo>
                  <a:lnTo>
                    <a:pt x="274" y="254"/>
                  </a:lnTo>
                  <a:lnTo>
                    <a:pt x="282" y="244"/>
                  </a:lnTo>
                  <a:lnTo>
                    <a:pt x="290" y="232"/>
                  </a:lnTo>
                  <a:lnTo>
                    <a:pt x="296" y="218"/>
                  </a:lnTo>
                  <a:lnTo>
                    <a:pt x="300" y="206"/>
                  </a:lnTo>
                  <a:lnTo>
                    <a:pt x="304" y="192"/>
                  </a:lnTo>
                  <a:lnTo>
                    <a:pt x="306" y="178"/>
                  </a:lnTo>
                  <a:lnTo>
                    <a:pt x="306" y="162"/>
                  </a:lnTo>
                  <a:lnTo>
                    <a:pt x="306" y="162"/>
                  </a:lnTo>
                  <a:lnTo>
                    <a:pt x="306" y="148"/>
                  </a:lnTo>
                  <a:lnTo>
                    <a:pt x="304" y="134"/>
                  </a:lnTo>
                  <a:lnTo>
                    <a:pt x="300" y="120"/>
                  </a:lnTo>
                  <a:lnTo>
                    <a:pt x="296" y="106"/>
                  </a:lnTo>
                  <a:lnTo>
                    <a:pt x="290" y="94"/>
                  </a:lnTo>
                  <a:lnTo>
                    <a:pt x="282" y="82"/>
                  </a:lnTo>
                  <a:lnTo>
                    <a:pt x="274" y="70"/>
                  </a:lnTo>
                  <a:lnTo>
                    <a:pt x="264" y="60"/>
                  </a:lnTo>
                  <a:lnTo>
                    <a:pt x="254" y="50"/>
                  </a:lnTo>
                  <a:lnTo>
                    <a:pt x="242" y="42"/>
                  </a:lnTo>
                  <a:lnTo>
                    <a:pt x="230" y="36"/>
                  </a:lnTo>
                  <a:lnTo>
                    <a:pt x="218" y="30"/>
                  </a:lnTo>
                  <a:lnTo>
                    <a:pt x="204" y="24"/>
                  </a:lnTo>
                  <a:lnTo>
                    <a:pt x="192" y="20"/>
                  </a:lnTo>
                  <a:lnTo>
                    <a:pt x="176" y="18"/>
                  </a:lnTo>
                  <a:lnTo>
                    <a:pt x="162" y="18"/>
                  </a:lnTo>
                  <a:lnTo>
                    <a:pt x="162"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solidFill>
                  <a:schemeClr val="bg1"/>
                </a:solidFill>
              </a:endParaRPr>
            </a:p>
          </p:txBody>
        </p:sp>
      </p:grpSp>
      <p:cxnSp>
        <p:nvCxnSpPr>
          <p:cNvPr id="169" name="Straight Connector 168">
            <a:extLst>
              <a:ext uri="{FF2B5EF4-FFF2-40B4-BE49-F238E27FC236}">
                <a16:creationId xmlns:a16="http://schemas.microsoft.com/office/drawing/2014/main" id="{BED43B98-B3F0-D6A9-DE09-9BBBB9F64CB3}"/>
              </a:ext>
              <a:ext uri="{C183D7F6-B498-43B3-948B-1728B52AA6E4}">
                <adec:decorative xmlns:adec="http://schemas.microsoft.com/office/drawing/2017/decorative" val="1"/>
              </a:ext>
            </a:extLst>
          </p:cNvPr>
          <p:cNvCxnSpPr>
            <a:cxnSpLocks/>
          </p:cNvCxnSpPr>
          <p:nvPr/>
        </p:nvCxnSpPr>
        <p:spPr>
          <a:xfrm flipH="1">
            <a:off x="4291688" y="2419959"/>
            <a:ext cx="5591" cy="50879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70" name="TextBox 169">
            <a:extLst>
              <a:ext uri="{FF2B5EF4-FFF2-40B4-BE49-F238E27FC236}">
                <a16:creationId xmlns:a16="http://schemas.microsoft.com/office/drawing/2014/main" id="{1760CD52-B039-6E7B-6A78-A1C86C498CB0}"/>
              </a:ext>
            </a:extLst>
          </p:cNvPr>
          <p:cNvSpPr txBox="1"/>
          <p:nvPr/>
        </p:nvSpPr>
        <p:spPr>
          <a:xfrm>
            <a:off x="8632524" y="6436858"/>
            <a:ext cx="3233955" cy="141503"/>
          </a:xfrm>
          <a:prstGeom prst="rect">
            <a:avLst/>
          </a:prstGeom>
          <a:noFill/>
        </p:spPr>
        <p:txBody>
          <a:bodyPr wrap="square" lIns="0" tIns="36557" rIns="0" bIns="0" rtlCol="0">
            <a:spAutoFit/>
          </a:bodyPr>
          <a:lstStyle/>
          <a:p>
            <a:pPr algn="r">
              <a:lnSpc>
                <a:spcPct val="85000"/>
              </a:lnSpc>
              <a:spcAft>
                <a:spcPts val="600"/>
              </a:spcAft>
              <a:buClr>
                <a:schemeClr val="accent2"/>
              </a:buClr>
              <a:buSzPct val="70000"/>
            </a:pPr>
            <a:r>
              <a:rPr lang="en-US" sz="800" b="1" dirty="0">
                <a:solidFill>
                  <a:schemeClr val="bg1"/>
                </a:solidFill>
              </a:rPr>
              <a:t>Global widescreen presentation v2.4</a:t>
            </a:r>
            <a:endParaRPr lang="en-US" sz="800" dirty="0">
              <a:solidFill>
                <a:schemeClr val="bg1"/>
              </a:solidFill>
            </a:endParaRPr>
          </a:p>
        </p:txBody>
      </p:sp>
      <p:sp>
        <p:nvSpPr>
          <p:cNvPr id="171" name="Title 3">
            <a:extLst>
              <a:ext uri="{FF2B5EF4-FFF2-40B4-BE49-F238E27FC236}">
                <a16:creationId xmlns:a16="http://schemas.microsoft.com/office/drawing/2014/main" id="{DB3580B7-C5CA-E037-1036-299EA76E3A26}"/>
              </a:ext>
            </a:extLst>
          </p:cNvPr>
          <p:cNvSpPr txBox="1">
            <a:spLocks/>
          </p:cNvSpPr>
          <p:nvPr/>
        </p:nvSpPr>
        <p:spPr>
          <a:xfrm>
            <a:off x="485523" y="-470898"/>
            <a:ext cx="11224347" cy="470898"/>
          </a:xfrm>
          <a:prstGeom prst="rect">
            <a:avLst/>
          </a:prstGeom>
        </p:spPr>
        <p:txBody>
          <a:bodyPr vert="horz" lIns="0" tIns="0" rIns="0" bIns="0" rtlCol="0" anchor="b" anchorCtr="0">
            <a:noAutofit/>
          </a:bodyPr>
          <a:lstStyle>
            <a:lvl1pPr algn="l" defTabSz="914400" rtl="0" eaLnBrk="1" latinLnBrk="0" hangingPunct="1">
              <a:lnSpc>
                <a:spcPct val="85000"/>
              </a:lnSpc>
              <a:spcBef>
                <a:spcPct val="0"/>
              </a:spcBef>
              <a:buNone/>
              <a:defRPr sz="3600" b="1" i="0" kern="1200">
                <a:solidFill>
                  <a:schemeClr val="bg1"/>
                </a:solidFill>
                <a:latin typeface="+mj-lt"/>
                <a:ea typeface="+mj-ea"/>
                <a:cs typeface="Arial" pitchFamily="34" charset="0"/>
              </a:defRPr>
            </a:lvl1pPr>
          </a:lstStyle>
          <a:p>
            <a:r>
              <a:rPr lang="en-US" dirty="0">
                <a:latin typeface="EYInterstate" panose="02000503020000020004" pitchFamily="2" charset="0"/>
              </a:rPr>
              <a:t>Color notes</a:t>
            </a:r>
          </a:p>
        </p:txBody>
      </p:sp>
      <p:grpSp>
        <p:nvGrpSpPr>
          <p:cNvPr id="3" name="Group 2" descr="Theme color chips from PowerPoint">
            <a:extLst>
              <a:ext uri="{FF2B5EF4-FFF2-40B4-BE49-F238E27FC236}">
                <a16:creationId xmlns:a16="http://schemas.microsoft.com/office/drawing/2014/main" id="{A70E142D-5463-63E0-6E22-C6A362F42937}"/>
              </a:ext>
            </a:extLst>
          </p:cNvPr>
          <p:cNvGrpSpPr/>
          <p:nvPr/>
        </p:nvGrpSpPr>
        <p:grpSpPr>
          <a:xfrm>
            <a:off x="3175340" y="5092572"/>
            <a:ext cx="4119343" cy="1226890"/>
            <a:chOff x="3175340" y="5092572"/>
            <a:chExt cx="4119343" cy="1226890"/>
          </a:xfrm>
        </p:grpSpPr>
        <p:grpSp>
          <p:nvGrpSpPr>
            <p:cNvPr id="117" name="Group 9">
              <a:extLst>
                <a:ext uri="{FF2B5EF4-FFF2-40B4-BE49-F238E27FC236}">
                  <a16:creationId xmlns:a16="http://schemas.microsoft.com/office/drawing/2014/main" id="{20098DBD-10A3-3850-6E4E-4B8C765F07AD}"/>
                </a:ext>
              </a:extLst>
            </p:cNvPr>
            <p:cNvGrpSpPr/>
            <p:nvPr/>
          </p:nvGrpSpPr>
          <p:grpSpPr bwMode="gray">
            <a:xfrm>
              <a:off x="3523475" y="5092572"/>
              <a:ext cx="3771208" cy="1226890"/>
              <a:chOff x="1358406" y="2609863"/>
              <a:chExt cx="3773173" cy="1227529"/>
            </a:xfrm>
          </p:grpSpPr>
          <p:sp>
            <p:nvSpPr>
              <p:cNvPr id="119" name="TextBox 118">
                <a:extLst>
                  <a:ext uri="{FF2B5EF4-FFF2-40B4-BE49-F238E27FC236}">
                    <a16:creationId xmlns:a16="http://schemas.microsoft.com/office/drawing/2014/main" id="{C7389864-D02C-9C55-A369-36D8A2F92B78}"/>
                  </a:ext>
                </a:extLst>
              </p:cNvPr>
              <p:cNvSpPr txBox="1"/>
              <p:nvPr/>
            </p:nvSpPr>
            <p:spPr bwMode="gray">
              <a:xfrm rot="18166506">
                <a:off x="1207527" y="3080186"/>
                <a:ext cx="883716" cy="123175"/>
              </a:xfrm>
              <a:prstGeom prst="rect">
                <a:avLst/>
              </a:prstGeom>
              <a:noFill/>
            </p:spPr>
            <p:txBody>
              <a:bodyPr wrap="none" lIns="0" tIns="0" rIns="0" bIns="0" rtlCol="0" anchor="b">
                <a:spAutoFit/>
              </a:bodyPr>
              <a:lstStyle/>
              <a:p>
                <a:r>
                  <a:rPr lang="en-US" sz="800" dirty="0">
                    <a:solidFill>
                      <a:schemeClr val="bg1"/>
                    </a:solidFill>
                  </a:rPr>
                  <a:t>EY Confident Black</a:t>
                </a:r>
              </a:p>
            </p:txBody>
          </p:sp>
          <p:sp>
            <p:nvSpPr>
              <p:cNvPr id="120" name="TextBox 119">
                <a:extLst>
                  <a:ext uri="{FF2B5EF4-FFF2-40B4-BE49-F238E27FC236}">
                    <a16:creationId xmlns:a16="http://schemas.microsoft.com/office/drawing/2014/main" id="{4F2AB099-466E-F7A9-EF76-7F45E7BDDFE7}"/>
                  </a:ext>
                </a:extLst>
              </p:cNvPr>
              <p:cNvSpPr txBox="1"/>
              <p:nvPr/>
            </p:nvSpPr>
            <p:spPr bwMode="gray">
              <a:xfrm rot="18166506">
                <a:off x="1760244" y="3339774"/>
                <a:ext cx="266237" cy="123175"/>
              </a:xfrm>
              <a:prstGeom prst="rect">
                <a:avLst/>
              </a:prstGeom>
              <a:noFill/>
            </p:spPr>
            <p:txBody>
              <a:bodyPr wrap="none" lIns="0" tIns="0" rIns="0" bIns="0" rtlCol="0" anchor="b">
                <a:spAutoFit/>
              </a:bodyPr>
              <a:lstStyle/>
              <a:p>
                <a:r>
                  <a:rPr lang="en-US" sz="800" dirty="0">
                    <a:solidFill>
                      <a:schemeClr val="bg1"/>
                    </a:solidFill>
                  </a:rPr>
                  <a:t>White</a:t>
                </a:r>
              </a:p>
            </p:txBody>
          </p:sp>
          <p:sp>
            <p:nvSpPr>
              <p:cNvPr id="122" name="TextBox 121">
                <a:extLst>
                  <a:ext uri="{FF2B5EF4-FFF2-40B4-BE49-F238E27FC236}">
                    <a16:creationId xmlns:a16="http://schemas.microsoft.com/office/drawing/2014/main" id="{B36F1151-55B8-CB9B-AB93-88178EDCB9C6}"/>
                  </a:ext>
                </a:extLst>
              </p:cNvPr>
              <p:cNvSpPr txBox="1"/>
              <p:nvPr/>
            </p:nvSpPr>
            <p:spPr bwMode="gray">
              <a:xfrm rot="18166506">
                <a:off x="2497069" y="3256838"/>
                <a:ext cx="463509" cy="123175"/>
              </a:xfrm>
              <a:prstGeom prst="rect">
                <a:avLst/>
              </a:prstGeom>
              <a:noFill/>
            </p:spPr>
            <p:txBody>
              <a:bodyPr wrap="none" lIns="0" tIns="0" rIns="0" bIns="0" rtlCol="0">
                <a:spAutoFit/>
              </a:bodyPr>
              <a:lstStyle/>
              <a:p>
                <a:r>
                  <a:rPr lang="en-US" sz="800" dirty="0">
                    <a:solidFill>
                      <a:schemeClr val="bg1"/>
                    </a:solidFill>
                  </a:rPr>
                  <a:t>EY Yellow</a:t>
                </a:r>
              </a:p>
            </p:txBody>
          </p:sp>
          <p:sp>
            <p:nvSpPr>
              <p:cNvPr id="123" name="TextBox 122">
                <a:extLst>
                  <a:ext uri="{FF2B5EF4-FFF2-40B4-BE49-F238E27FC236}">
                    <a16:creationId xmlns:a16="http://schemas.microsoft.com/office/drawing/2014/main" id="{FBB403F9-609C-C54E-C230-19D51C7FE69A}"/>
                  </a:ext>
                </a:extLst>
              </p:cNvPr>
              <p:cNvSpPr txBox="1"/>
              <p:nvPr/>
            </p:nvSpPr>
            <p:spPr bwMode="gray">
              <a:xfrm rot="18166506">
                <a:off x="2759264" y="3067622"/>
                <a:ext cx="913712" cy="123111"/>
              </a:xfrm>
              <a:prstGeom prst="rect">
                <a:avLst/>
              </a:prstGeom>
              <a:noFill/>
            </p:spPr>
            <p:txBody>
              <a:bodyPr wrap="none" lIns="0" tIns="0" rIns="0" bIns="0" rtlCol="0">
                <a:spAutoFit/>
              </a:bodyPr>
              <a:lstStyle/>
              <a:p>
                <a:r>
                  <a:rPr lang="en-US" sz="800" dirty="0">
                    <a:solidFill>
                      <a:schemeClr val="bg1"/>
                    </a:solidFill>
                  </a:rPr>
                  <a:t>Accent 1: EY Green</a:t>
                </a:r>
              </a:p>
            </p:txBody>
          </p:sp>
          <p:sp>
            <p:nvSpPr>
              <p:cNvPr id="124" name="TextBox 123">
                <a:extLst>
                  <a:ext uri="{FF2B5EF4-FFF2-40B4-BE49-F238E27FC236}">
                    <a16:creationId xmlns:a16="http://schemas.microsoft.com/office/drawing/2014/main" id="{3BA739CC-108D-FE4A-550E-51CDD0AB0A24}"/>
                  </a:ext>
                </a:extLst>
              </p:cNvPr>
              <p:cNvSpPr txBox="1"/>
              <p:nvPr/>
            </p:nvSpPr>
            <p:spPr bwMode="gray">
              <a:xfrm rot="18166506">
                <a:off x="3143609" y="3104011"/>
                <a:ext cx="827150" cy="123111"/>
              </a:xfrm>
              <a:prstGeom prst="rect">
                <a:avLst/>
              </a:prstGeom>
              <a:noFill/>
            </p:spPr>
            <p:txBody>
              <a:bodyPr wrap="none" lIns="0" tIns="0" rIns="0" bIns="0" rtlCol="0">
                <a:spAutoFit/>
              </a:bodyPr>
              <a:lstStyle/>
              <a:p>
                <a:r>
                  <a:rPr lang="en-US" sz="800" dirty="0">
                    <a:solidFill>
                      <a:schemeClr val="bg1"/>
                    </a:solidFill>
                  </a:rPr>
                  <a:t>Accent 2: EY Teal</a:t>
                </a:r>
              </a:p>
            </p:txBody>
          </p:sp>
          <p:sp>
            <p:nvSpPr>
              <p:cNvPr id="125" name="TextBox 124">
                <a:extLst>
                  <a:ext uri="{FF2B5EF4-FFF2-40B4-BE49-F238E27FC236}">
                    <a16:creationId xmlns:a16="http://schemas.microsoft.com/office/drawing/2014/main" id="{7B88452F-B9C0-12E2-8EBB-C218DAD84998}"/>
                  </a:ext>
                </a:extLst>
              </p:cNvPr>
              <p:cNvSpPr txBox="1"/>
              <p:nvPr/>
            </p:nvSpPr>
            <p:spPr bwMode="gray">
              <a:xfrm rot="18166506">
                <a:off x="3504836" y="3101315"/>
                <a:ext cx="833562" cy="123111"/>
              </a:xfrm>
              <a:prstGeom prst="rect">
                <a:avLst/>
              </a:prstGeom>
              <a:noFill/>
            </p:spPr>
            <p:txBody>
              <a:bodyPr wrap="none" lIns="0" tIns="0" rIns="0" bIns="0" rtlCol="0">
                <a:spAutoFit/>
              </a:bodyPr>
              <a:lstStyle/>
              <a:p>
                <a:r>
                  <a:rPr lang="en-US" sz="800" dirty="0">
                    <a:solidFill>
                      <a:schemeClr val="bg1"/>
                    </a:solidFill>
                  </a:rPr>
                  <a:t>Accent 3: EY Blue</a:t>
                </a:r>
              </a:p>
            </p:txBody>
          </p:sp>
          <p:sp>
            <p:nvSpPr>
              <p:cNvPr id="126" name="TextBox 125">
                <a:extLst>
                  <a:ext uri="{FF2B5EF4-FFF2-40B4-BE49-F238E27FC236}">
                    <a16:creationId xmlns:a16="http://schemas.microsoft.com/office/drawing/2014/main" id="{008C7C1F-C06A-223B-8DB4-3D500E3BE843}"/>
                  </a:ext>
                </a:extLst>
              </p:cNvPr>
              <p:cNvSpPr txBox="1"/>
              <p:nvPr/>
            </p:nvSpPr>
            <p:spPr bwMode="gray">
              <a:xfrm rot="18166506">
                <a:off x="3858405" y="3039050"/>
                <a:ext cx="981549" cy="123175"/>
              </a:xfrm>
              <a:prstGeom prst="rect">
                <a:avLst/>
              </a:prstGeom>
              <a:noFill/>
            </p:spPr>
            <p:txBody>
              <a:bodyPr wrap="none" lIns="0" tIns="0" rIns="0" bIns="0" rtlCol="0">
                <a:spAutoFit/>
              </a:bodyPr>
              <a:lstStyle/>
              <a:p>
                <a:r>
                  <a:rPr lang="en-US" sz="800" dirty="0">
                    <a:solidFill>
                      <a:schemeClr val="bg1"/>
                    </a:solidFill>
                  </a:rPr>
                  <a:t>Accent 4: EY Maroon</a:t>
                </a:r>
              </a:p>
            </p:txBody>
          </p:sp>
          <p:sp>
            <p:nvSpPr>
              <p:cNvPr id="132" name="TextBox 131">
                <a:extLst>
                  <a:ext uri="{FF2B5EF4-FFF2-40B4-BE49-F238E27FC236}">
                    <a16:creationId xmlns:a16="http://schemas.microsoft.com/office/drawing/2014/main" id="{60B8945D-A891-8C98-7AEC-4CDED8FAD3B9}"/>
                  </a:ext>
                </a:extLst>
              </p:cNvPr>
              <p:cNvSpPr txBox="1"/>
              <p:nvPr/>
            </p:nvSpPr>
            <p:spPr bwMode="gray">
              <a:xfrm rot="18166506">
                <a:off x="4271162" y="3110750"/>
                <a:ext cx="811119" cy="123111"/>
              </a:xfrm>
              <a:prstGeom prst="rect">
                <a:avLst/>
              </a:prstGeom>
              <a:noFill/>
            </p:spPr>
            <p:txBody>
              <a:bodyPr wrap="none" lIns="0" tIns="0" rIns="0" bIns="0" rtlCol="0">
                <a:spAutoFit/>
              </a:bodyPr>
              <a:lstStyle/>
              <a:p>
                <a:r>
                  <a:rPr lang="en-US" sz="800" dirty="0">
                    <a:solidFill>
                      <a:schemeClr val="bg1"/>
                    </a:solidFill>
                  </a:rPr>
                  <a:t>Accent 5: EY Red</a:t>
                </a:r>
              </a:p>
            </p:txBody>
          </p:sp>
          <p:sp>
            <p:nvSpPr>
              <p:cNvPr id="133" name="TextBox 132">
                <a:extLst>
                  <a:ext uri="{FF2B5EF4-FFF2-40B4-BE49-F238E27FC236}">
                    <a16:creationId xmlns:a16="http://schemas.microsoft.com/office/drawing/2014/main" id="{A08B260E-9EDF-B5D8-0300-1CC79E168D47}"/>
                  </a:ext>
                </a:extLst>
              </p:cNvPr>
              <p:cNvSpPr txBox="1"/>
              <p:nvPr/>
            </p:nvSpPr>
            <p:spPr bwMode="gray">
              <a:xfrm rot="18166506">
                <a:off x="4584314" y="3043359"/>
                <a:ext cx="971420" cy="123111"/>
              </a:xfrm>
              <a:prstGeom prst="rect">
                <a:avLst/>
              </a:prstGeom>
              <a:noFill/>
            </p:spPr>
            <p:txBody>
              <a:bodyPr wrap="none" lIns="0" tIns="0" rIns="0" bIns="0" rtlCol="0">
                <a:spAutoFit/>
              </a:bodyPr>
              <a:lstStyle/>
              <a:p>
                <a:r>
                  <a:rPr lang="en-US" sz="800" dirty="0">
                    <a:solidFill>
                      <a:schemeClr val="bg1"/>
                    </a:solidFill>
                  </a:rPr>
                  <a:t>Accent 6: EY Orange</a:t>
                </a:r>
              </a:p>
            </p:txBody>
          </p:sp>
          <p:sp>
            <p:nvSpPr>
              <p:cNvPr id="134" name="Rectangle 133">
                <a:extLst>
                  <a:ext uri="{FF2B5EF4-FFF2-40B4-BE49-F238E27FC236}">
                    <a16:creationId xmlns:a16="http://schemas.microsoft.com/office/drawing/2014/main" id="{B1158F85-0B6F-82AD-BCF5-B8BBCFDEAA73}"/>
                  </a:ext>
                </a:extLst>
              </p:cNvPr>
              <p:cNvSpPr/>
              <p:nvPr/>
            </p:nvSpPr>
            <p:spPr bwMode="gray">
              <a:xfrm>
                <a:off x="1358406" y="3597798"/>
                <a:ext cx="228600" cy="228600"/>
              </a:xfrm>
              <a:prstGeom prst="rect">
                <a:avLst/>
              </a:prstGeom>
              <a:solidFill>
                <a:schemeClr val="bg1"/>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199" dirty="0">
                  <a:solidFill>
                    <a:schemeClr val="bg1"/>
                  </a:solidFill>
                </a:endParaRPr>
              </a:p>
            </p:txBody>
          </p:sp>
          <p:sp>
            <p:nvSpPr>
              <p:cNvPr id="135" name="Rectangle 134">
                <a:extLst>
                  <a:ext uri="{FF2B5EF4-FFF2-40B4-BE49-F238E27FC236}">
                    <a16:creationId xmlns:a16="http://schemas.microsoft.com/office/drawing/2014/main" id="{DB0CCBF3-EB94-CD4E-AF24-F0E6A797DC35}"/>
                  </a:ext>
                </a:extLst>
              </p:cNvPr>
              <p:cNvSpPr/>
              <p:nvPr/>
            </p:nvSpPr>
            <p:spPr bwMode="gray">
              <a:xfrm>
                <a:off x="1736571" y="3603589"/>
                <a:ext cx="228600" cy="228600"/>
              </a:xfrm>
              <a:prstGeom prst="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199" dirty="0">
                  <a:solidFill>
                    <a:schemeClr val="bg1"/>
                  </a:solidFill>
                </a:endParaRPr>
              </a:p>
            </p:txBody>
          </p:sp>
          <p:sp>
            <p:nvSpPr>
              <p:cNvPr id="136" name="Rectangle 135">
                <a:extLst>
                  <a:ext uri="{FF2B5EF4-FFF2-40B4-BE49-F238E27FC236}">
                    <a16:creationId xmlns:a16="http://schemas.microsoft.com/office/drawing/2014/main" id="{1155E6CC-495E-0565-C5F0-17D2CB3F13F8}"/>
                  </a:ext>
                </a:extLst>
              </p:cNvPr>
              <p:cNvSpPr/>
              <p:nvPr/>
            </p:nvSpPr>
            <p:spPr bwMode="gray">
              <a:xfrm>
                <a:off x="2110476" y="3608792"/>
                <a:ext cx="228600" cy="228600"/>
              </a:xfrm>
              <a:prstGeom prst="rect">
                <a:avLst/>
              </a:prstGeom>
              <a:solidFill>
                <a:schemeClr val="bg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199" dirty="0">
                  <a:solidFill>
                    <a:schemeClr val="bg2"/>
                  </a:solidFill>
                </a:endParaRPr>
              </a:p>
            </p:txBody>
          </p:sp>
          <p:sp>
            <p:nvSpPr>
              <p:cNvPr id="137" name="Rectangle 136">
                <a:extLst>
                  <a:ext uri="{FF2B5EF4-FFF2-40B4-BE49-F238E27FC236}">
                    <a16:creationId xmlns:a16="http://schemas.microsoft.com/office/drawing/2014/main" id="{9EAD3BC5-94F2-8B28-07EE-CCF2C3A78721}"/>
                  </a:ext>
                </a:extLst>
              </p:cNvPr>
              <p:cNvSpPr/>
              <p:nvPr/>
            </p:nvSpPr>
            <p:spPr bwMode="gray">
              <a:xfrm>
                <a:off x="2488453" y="3606265"/>
                <a:ext cx="228600" cy="228600"/>
              </a:xfrm>
              <a:prstGeom prst="rect">
                <a:avLst/>
              </a:prstGeom>
              <a:solidFill>
                <a:schemeClr val="tx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199" dirty="0">
                  <a:solidFill>
                    <a:schemeClr val="bg1"/>
                  </a:solidFill>
                </a:endParaRPr>
              </a:p>
            </p:txBody>
          </p:sp>
          <p:sp>
            <p:nvSpPr>
              <p:cNvPr id="138" name="Rectangle 137">
                <a:extLst>
                  <a:ext uri="{FF2B5EF4-FFF2-40B4-BE49-F238E27FC236}">
                    <a16:creationId xmlns:a16="http://schemas.microsoft.com/office/drawing/2014/main" id="{0778E1F6-BABD-1F9C-BC78-C7896F29ABF3}"/>
                  </a:ext>
                </a:extLst>
              </p:cNvPr>
              <p:cNvSpPr/>
              <p:nvPr/>
            </p:nvSpPr>
            <p:spPr bwMode="gray">
              <a:xfrm>
                <a:off x="2863235" y="3608792"/>
                <a:ext cx="228600" cy="228600"/>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199" dirty="0">
                  <a:solidFill>
                    <a:schemeClr val="bg1"/>
                  </a:solidFill>
                </a:endParaRPr>
              </a:p>
            </p:txBody>
          </p:sp>
          <p:sp>
            <p:nvSpPr>
              <p:cNvPr id="139" name="Rectangle 138">
                <a:extLst>
                  <a:ext uri="{FF2B5EF4-FFF2-40B4-BE49-F238E27FC236}">
                    <a16:creationId xmlns:a16="http://schemas.microsoft.com/office/drawing/2014/main" id="{4C4DC20F-1D87-AE3B-0871-896D5AC1AC66}"/>
                  </a:ext>
                </a:extLst>
              </p:cNvPr>
              <p:cNvSpPr/>
              <p:nvPr/>
            </p:nvSpPr>
            <p:spPr bwMode="gray">
              <a:xfrm>
                <a:off x="3235719" y="3608792"/>
                <a:ext cx="228600" cy="228600"/>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199" dirty="0">
                  <a:solidFill>
                    <a:schemeClr val="bg1"/>
                  </a:solidFill>
                </a:endParaRPr>
              </a:p>
            </p:txBody>
          </p:sp>
          <p:sp>
            <p:nvSpPr>
              <p:cNvPr id="140" name="Rectangle 139">
                <a:extLst>
                  <a:ext uri="{FF2B5EF4-FFF2-40B4-BE49-F238E27FC236}">
                    <a16:creationId xmlns:a16="http://schemas.microsoft.com/office/drawing/2014/main" id="{557EB466-ABD5-920B-665D-BE123C9AA51C}"/>
                  </a:ext>
                </a:extLst>
              </p:cNvPr>
              <p:cNvSpPr/>
              <p:nvPr/>
            </p:nvSpPr>
            <p:spPr bwMode="gray">
              <a:xfrm>
                <a:off x="3611476" y="3608792"/>
                <a:ext cx="228600" cy="22860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199" dirty="0">
                  <a:solidFill>
                    <a:schemeClr val="bg1"/>
                  </a:solidFill>
                </a:endParaRPr>
              </a:p>
            </p:txBody>
          </p:sp>
          <p:sp>
            <p:nvSpPr>
              <p:cNvPr id="141" name="Rectangle 140">
                <a:extLst>
                  <a:ext uri="{FF2B5EF4-FFF2-40B4-BE49-F238E27FC236}">
                    <a16:creationId xmlns:a16="http://schemas.microsoft.com/office/drawing/2014/main" id="{C0FA3401-1D2B-6F2A-7B12-BF002AB5D324}"/>
                  </a:ext>
                </a:extLst>
              </p:cNvPr>
              <p:cNvSpPr/>
              <p:nvPr/>
            </p:nvSpPr>
            <p:spPr bwMode="gray">
              <a:xfrm>
                <a:off x="3986918" y="3608792"/>
                <a:ext cx="228600" cy="228600"/>
              </a:xfrm>
              <a:prstGeom prst="rect">
                <a:avLst/>
              </a:prstGeom>
              <a:solidFill>
                <a:schemeClr val="accent4"/>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199" dirty="0">
                  <a:solidFill>
                    <a:schemeClr val="bg1"/>
                  </a:solidFill>
                </a:endParaRPr>
              </a:p>
            </p:txBody>
          </p:sp>
          <p:sp>
            <p:nvSpPr>
              <p:cNvPr id="142" name="Rectangle 141">
                <a:extLst>
                  <a:ext uri="{FF2B5EF4-FFF2-40B4-BE49-F238E27FC236}">
                    <a16:creationId xmlns:a16="http://schemas.microsoft.com/office/drawing/2014/main" id="{CAAA7C37-629B-F626-6A3E-1DA167A98C05}"/>
                  </a:ext>
                </a:extLst>
              </p:cNvPr>
              <p:cNvSpPr/>
              <p:nvPr/>
            </p:nvSpPr>
            <p:spPr bwMode="gray">
              <a:xfrm>
                <a:off x="4360999" y="3608792"/>
                <a:ext cx="228600" cy="228600"/>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199" dirty="0">
                  <a:solidFill>
                    <a:schemeClr val="bg1"/>
                  </a:solidFill>
                </a:endParaRPr>
              </a:p>
            </p:txBody>
          </p:sp>
          <p:sp>
            <p:nvSpPr>
              <p:cNvPr id="143" name="Rectangle 142">
                <a:extLst>
                  <a:ext uri="{FF2B5EF4-FFF2-40B4-BE49-F238E27FC236}">
                    <a16:creationId xmlns:a16="http://schemas.microsoft.com/office/drawing/2014/main" id="{632CDAD8-539D-EECB-D65E-0056C6D28D5E}"/>
                  </a:ext>
                </a:extLst>
              </p:cNvPr>
              <p:cNvSpPr/>
              <p:nvPr/>
            </p:nvSpPr>
            <p:spPr bwMode="gray">
              <a:xfrm>
                <a:off x="4728658" y="3608792"/>
                <a:ext cx="228600" cy="228600"/>
              </a:xfrm>
              <a:prstGeom prst="rect">
                <a:avLst/>
              </a:prstGeom>
              <a:solidFill>
                <a:schemeClr val="accent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199" dirty="0">
                  <a:solidFill>
                    <a:schemeClr val="bg1"/>
                  </a:solidFill>
                </a:endParaRPr>
              </a:p>
            </p:txBody>
          </p:sp>
        </p:grpSp>
        <p:sp>
          <p:nvSpPr>
            <p:cNvPr id="118" name="Oval 117">
              <a:extLst>
                <a:ext uri="{FF2B5EF4-FFF2-40B4-BE49-F238E27FC236}">
                  <a16:creationId xmlns:a16="http://schemas.microsoft.com/office/drawing/2014/main" id="{D07D934F-49DA-9249-3957-88F0BBABA295}"/>
                </a:ext>
              </a:extLst>
            </p:cNvPr>
            <p:cNvSpPr/>
            <p:nvPr/>
          </p:nvSpPr>
          <p:spPr bwMode="gray">
            <a:xfrm>
              <a:off x="3175340" y="6081047"/>
              <a:ext cx="237620" cy="23762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199" b="1" dirty="0">
                  <a:solidFill>
                    <a:schemeClr val="bg1"/>
                  </a:solidFill>
                </a:rPr>
                <a:t>1</a:t>
              </a:r>
            </a:p>
          </p:txBody>
        </p:sp>
        <p:sp>
          <p:nvSpPr>
            <p:cNvPr id="2" name="TextBox 1">
              <a:extLst>
                <a:ext uri="{FF2B5EF4-FFF2-40B4-BE49-F238E27FC236}">
                  <a16:creationId xmlns:a16="http://schemas.microsoft.com/office/drawing/2014/main" id="{D141FD35-8272-FA6F-E467-9D5CF6882B7D}"/>
                </a:ext>
              </a:extLst>
            </p:cNvPr>
            <p:cNvSpPr txBox="1"/>
            <p:nvPr/>
          </p:nvSpPr>
          <p:spPr bwMode="gray">
            <a:xfrm rot="18166506">
              <a:off x="4237615" y="5698976"/>
              <a:ext cx="577081" cy="123111"/>
            </a:xfrm>
            <a:prstGeom prst="rect">
              <a:avLst/>
            </a:prstGeom>
            <a:noFill/>
          </p:spPr>
          <p:txBody>
            <a:bodyPr wrap="none" lIns="0" tIns="0" rIns="0" bIns="0" rtlCol="0" anchor="b">
              <a:spAutoFit/>
            </a:bodyPr>
            <a:lstStyle/>
            <a:p>
              <a:r>
                <a:rPr lang="en-US" sz="800" dirty="0">
                  <a:solidFill>
                    <a:schemeClr val="bg1"/>
                  </a:solidFill>
                </a:rPr>
                <a:t>EY Off Black</a:t>
              </a:r>
            </a:p>
          </p:txBody>
        </p:sp>
      </p:grpSp>
      <p:sp>
        <p:nvSpPr>
          <p:cNvPr id="7" name="Rectangle 6">
            <a:extLst>
              <a:ext uri="{FF2B5EF4-FFF2-40B4-BE49-F238E27FC236}">
                <a16:creationId xmlns:a16="http://schemas.microsoft.com/office/drawing/2014/main" id="{E77C66DA-6782-D474-37B3-892B691B4155}"/>
              </a:ext>
            </a:extLst>
          </p:cNvPr>
          <p:cNvSpPr/>
          <p:nvPr/>
        </p:nvSpPr>
        <p:spPr>
          <a:xfrm>
            <a:off x="9984432" y="0"/>
            <a:ext cx="2207568" cy="808038"/>
          </a:xfrm>
          <a:prstGeom prst="rect">
            <a:avLst/>
          </a:prstGeom>
          <a:solidFill>
            <a:srgbClr val="FF00FF"/>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400" dirty="0">
                <a:solidFill>
                  <a:schemeClr val="bg2"/>
                </a:solidFill>
              </a:rPr>
              <a:t>REMOVE THIS SLIDE BEFORE DISTRIBUTING YOUR POWERPOINT.</a:t>
            </a:r>
          </a:p>
        </p:txBody>
      </p:sp>
      <p:sp>
        <p:nvSpPr>
          <p:cNvPr id="8" name="Oval 7">
            <a:extLst>
              <a:ext uri="{FF2B5EF4-FFF2-40B4-BE49-F238E27FC236}">
                <a16:creationId xmlns:a16="http://schemas.microsoft.com/office/drawing/2014/main" id="{F404E15F-AEA2-EBBB-8FDF-14EAA3FC843A}"/>
              </a:ext>
            </a:extLst>
          </p:cNvPr>
          <p:cNvSpPr/>
          <p:nvPr/>
        </p:nvSpPr>
        <p:spPr>
          <a:xfrm>
            <a:off x="9865622" y="-118810"/>
            <a:ext cx="237620" cy="237620"/>
          </a:xfrm>
          <a:prstGeom prst="ellipse">
            <a:avLst/>
          </a:prstGeom>
          <a:solidFill>
            <a:srgbClr val="FF00FF"/>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199" b="1" dirty="0">
                <a:solidFill>
                  <a:schemeClr val="bg2"/>
                </a:solidFill>
              </a:rPr>
              <a:t>!</a:t>
            </a:r>
          </a:p>
        </p:txBody>
      </p:sp>
      <p:grpSp>
        <p:nvGrpSpPr>
          <p:cNvPr id="9" name="Group 8">
            <a:extLst>
              <a:ext uri="{FF2B5EF4-FFF2-40B4-BE49-F238E27FC236}">
                <a16:creationId xmlns:a16="http://schemas.microsoft.com/office/drawing/2014/main" id="{58362338-E106-7367-9688-15503F3823AA}"/>
              </a:ext>
              <a:ext uri="{C183D7F6-B498-43B3-948B-1728B52AA6E4}">
                <adec:decorative xmlns:adec="http://schemas.microsoft.com/office/drawing/2017/decorative" val="1"/>
              </a:ext>
            </a:extLst>
          </p:cNvPr>
          <p:cNvGrpSpPr/>
          <p:nvPr/>
        </p:nvGrpSpPr>
        <p:grpSpPr>
          <a:xfrm>
            <a:off x="4073286" y="2581918"/>
            <a:ext cx="88957" cy="88957"/>
            <a:chOff x="-1531938" y="3368533"/>
            <a:chExt cx="530225" cy="530225"/>
          </a:xfrm>
          <a:solidFill>
            <a:schemeClr val="tx1"/>
          </a:solidFill>
        </p:grpSpPr>
        <p:sp>
          <p:nvSpPr>
            <p:cNvPr id="10" name="Freeform 9">
              <a:extLst>
                <a:ext uri="{FF2B5EF4-FFF2-40B4-BE49-F238E27FC236}">
                  <a16:creationId xmlns:a16="http://schemas.microsoft.com/office/drawing/2014/main" id="{AA71AFE3-609D-EE04-0FB5-B435D75FE413}"/>
                </a:ext>
              </a:extLst>
            </p:cNvPr>
            <p:cNvSpPr>
              <a:spLocks noEditPoints="1"/>
            </p:cNvSpPr>
            <p:nvPr/>
          </p:nvSpPr>
          <p:spPr bwMode="auto">
            <a:xfrm>
              <a:off x="-1531938" y="3368533"/>
              <a:ext cx="530225" cy="530225"/>
            </a:xfrm>
            <a:custGeom>
              <a:avLst/>
              <a:gdLst>
                <a:gd name="T0" fmla="*/ 150 w 334"/>
                <a:gd name="T1" fmla="*/ 334 h 334"/>
                <a:gd name="T2" fmla="*/ 102 w 334"/>
                <a:gd name="T3" fmla="*/ 322 h 334"/>
                <a:gd name="T4" fmla="*/ 60 w 334"/>
                <a:gd name="T5" fmla="*/ 296 h 334"/>
                <a:gd name="T6" fmla="*/ 28 w 334"/>
                <a:gd name="T7" fmla="*/ 260 h 334"/>
                <a:gd name="T8" fmla="*/ 6 w 334"/>
                <a:gd name="T9" fmla="*/ 216 h 334"/>
                <a:gd name="T10" fmla="*/ 0 w 334"/>
                <a:gd name="T11" fmla="*/ 166 h 334"/>
                <a:gd name="T12" fmla="*/ 2 w 334"/>
                <a:gd name="T13" fmla="*/ 134 h 334"/>
                <a:gd name="T14" fmla="*/ 20 w 334"/>
                <a:gd name="T15" fmla="*/ 88 h 334"/>
                <a:gd name="T16" fmla="*/ 48 w 334"/>
                <a:gd name="T17" fmla="*/ 48 h 334"/>
                <a:gd name="T18" fmla="*/ 86 w 334"/>
                <a:gd name="T19" fmla="*/ 20 h 334"/>
                <a:gd name="T20" fmla="*/ 132 w 334"/>
                <a:gd name="T21" fmla="*/ 2 h 334"/>
                <a:gd name="T22" fmla="*/ 166 w 334"/>
                <a:gd name="T23" fmla="*/ 0 h 334"/>
                <a:gd name="T24" fmla="*/ 216 w 334"/>
                <a:gd name="T25" fmla="*/ 8 h 334"/>
                <a:gd name="T26" fmla="*/ 260 w 334"/>
                <a:gd name="T27" fmla="*/ 28 h 334"/>
                <a:gd name="T28" fmla="*/ 296 w 334"/>
                <a:gd name="T29" fmla="*/ 60 h 334"/>
                <a:gd name="T30" fmla="*/ 320 w 334"/>
                <a:gd name="T31" fmla="*/ 102 h 334"/>
                <a:gd name="T32" fmla="*/ 332 w 334"/>
                <a:gd name="T33" fmla="*/ 150 h 334"/>
                <a:gd name="T34" fmla="*/ 332 w 334"/>
                <a:gd name="T35" fmla="*/ 184 h 334"/>
                <a:gd name="T36" fmla="*/ 320 w 334"/>
                <a:gd name="T37" fmla="*/ 232 h 334"/>
                <a:gd name="T38" fmla="*/ 296 w 334"/>
                <a:gd name="T39" fmla="*/ 274 h 334"/>
                <a:gd name="T40" fmla="*/ 260 w 334"/>
                <a:gd name="T41" fmla="*/ 306 h 334"/>
                <a:gd name="T42" fmla="*/ 216 w 334"/>
                <a:gd name="T43" fmla="*/ 326 h 334"/>
                <a:gd name="T44" fmla="*/ 166 w 334"/>
                <a:gd name="T45" fmla="*/ 334 h 334"/>
                <a:gd name="T46" fmla="*/ 166 w 334"/>
                <a:gd name="T47" fmla="*/ 18 h 334"/>
                <a:gd name="T48" fmla="*/ 122 w 334"/>
                <a:gd name="T49" fmla="*/ 24 h 334"/>
                <a:gd name="T50" fmla="*/ 82 w 334"/>
                <a:gd name="T51" fmla="*/ 44 h 334"/>
                <a:gd name="T52" fmla="*/ 52 w 334"/>
                <a:gd name="T53" fmla="*/ 72 h 334"/>
                <a:gd name="T54" fmla="*/ 28 w 334"/>
                <a:gd name="T55" fmla="*/ 108 h 334"/>
                <a:gd name="T56" fmla="*/ 18 w 334"/>
                <a:gd name="T57" fmla="*/ 152 h 334"/>
                <a:gd name="T58" fmla="*/ 18 w 334"/>
                <a:gd name="T59" fmla="*/ 182 h 334"/>
                <a:gd name="T60" fmla="*/ 28 w 334"/>
                <a:gd name="T61" fmla="*/ 224 h 334"/>
                <a:gd name="T62" fmla="*/ 52 w 334"/>
                <a:gd name="T63" fmla="*/ 262 h 334"/>
                <a:gd name="T64" fmla="*/ 82 w 334"/>
                <a:gd name="T65" fmla="*/ 290 h 334"/>
                <a:gd name="T66" fmla="*/ 122 w 334"/>
                <a:gd name="T67" fmla="*/ 310 h 334"/>
                <a:gd name="T68" fmla="*/ 166 w 334"/>
                <a:gd name="T69" fmla="*/ 316 h 334"/>
                <a:gd name="T70" fmla="*/ 196 w 334"/>
                <a:gd name="T71" fmla="*/ 314 h 334"/>
                <a:gd name="T72" fmla="*/ 238 w 334"/>
                <a:gd name="T73" fmla="*/ 298 h 334"/>
                <a:gd name="T74" fmla="*/ 272 w 334"/>
                <a:gd name="T75" fmla="*/ 272 h 334"/>
                <a:gd name="T76" fmla="*/ 298 w 334"/>
                <a:gd name="T77" fmla="*/ 238 h 334"/>
                <a:gd name="T78" fmla="*/ 312 w 334"/>
                <a:gd name="T79" fmla="*/ 196 h 334"/>
                <a:gd name="T80" fmla="*/ 316 w 334"/>
                <a:gd name="T81" fmla="*/ 166 h 334"/>
                <a:gd name="T82" fmla="*/ 310 w 334"/>
                <a:gd name="T83" fmla="*/ 122 h 334"/>
                <a:gd name="T84" fmla="*/ 290 w 334"/>
                <a:gd name="T85" fmla="*/ 84 h 334"/>
                <a:gd name="T86" fmla="*/ 262 w 334"/>
                <a:gd name="T87" fmla="*/ 52 h 334"/>
                <a:gd name="T88" fmla="*/ 224 w 334"/>
                <a:gd name="T89" fmla="*/ 30 h 334"/>
                <a:gd name="T90" fmla="*/ 182 w 334"/>
                <a:gd name="T91" fmla="*/ 18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34" h="334">
                  <a:moveTo>
                    <a:pt x="166" y="334"/>
                  </a:moveTo>
                  <a:lnTo>
                    <a:pt x="166" y="334"/>
                  </a:lnTo>
                  <a:lnTo>
                    <a:pt x="150" y="334"/>
                  </a:lnTo>
                  <a:lnTo>
                    <a:pt x="132" y="330"/>
                  </a:lnTo>
                  <a:lnTo>
                    <a:pt x="116" y="326"/>
                  </a:lnTo>
                  <a:lnTo>
                    <a:pt x="102" y="322"/>
                  </a:lnTo>
                  <a:lnTo>
                    <a:pt x="86" y="314"/>
                  </a:lnTo>
                  <a:lnTo>
                    <a:pt x="72" y="306"/>
                  </a:lnTo>
                  <a:lnTo>
                    <a:pt x="60" y="296"/>
                  </a:lnTo>
                  <a:lnTo>
                    <a:pt x="48" y="286"/>
                  </a:lnTo>
                  <a:lnTo>
                    <a:pt x="38" y="274"/>
                  </a:lnTo>
                  <a:lnTo>
                    <a:pt x="28" y="260"/>
                  </a:lnTo>
                  <a:lnTo>
                    <a:pt x="20" y="246"/>
                  </a:lnTo>
                  <a:lnTo>
                    <a:pt x="12" y="232"/>
                  </a:lnTo>
                  <a:lnTo>
                    <a:pt x="6" y="216"/>
                  </a:lnTo>
                  <a:lnTo>
                    <a:pt x="2" y="200"/>
                  </a:lnTo>
                  <a:lnTo>
                    <a:pt x="0" y="184"/>
                  </a:lnTo>
                  <a:lnTo>
                    <a:pt x="0" y="166"/>
                  </a:lnTo>
                  <a:lnTo>
                    <a:pt x="0" y="166"/>
                  </a:lnTo>
                  <a:lnTo>
                    <a:pt x="0" y="150"/>
                  </a:lnTo>
                  <a:lnTo>
                    <a:pt x="2" y="134"/>
                  </a:lnTo>
                  <a:lnTo>
                    <a:pt x="6" y="118"/>
                  </a:lnTo>
                  <a:lnTo>
                    <a:pt x="12" y="102"/>
                  </a:lnTo>
                  <a:lnTo>
                    <a:pt x="20" y="88"/>
                  </a:lnTo>
                  <a:lnTo>
                    <a:pt x="28" y="74"/>
                  </a:lnTo>
                  <a:lnTo>
                    <a:pt x="38" y="60"/>
                  </a:lnTo>
                  <a:lnTo>
                    <a:pt x="48" y="48"/>
                  </a:lnTo>
                  <a:lnTo>
                    <a:pt x="60" y="38"/>
                  </a:lnTo>
                  <a:lnTo>
                    <a:pt x="72" y="28"/>
                  </a:lnTo>
                  <a:lnTo>
                    <a:pt x="86" y="20"/>
                  </a:lnTo>
                  <a:lnTo>
                    <a:pt x="102" y="12"/>
                  </a:lnTo>
                  <a:lnTo>
                    <a:pt x="116" y="8"/>
                  </a:lnTo>
                  <a:lnTo>
                    <a:pt x="132" y="2"/>
                  </a:lnTo>
                  <a:lnTo>
                    <a:pt x="150" y="0"/>
                  </a:lnTo>
                  <a:lnTo>
                    <a:pt x="166" y="0"/>
                  </a:lnTo>
                  <a:lnTo>
                    <a:pt x="166" y="0"/>
                  </a:lnTo>
                  <a:lnTo>
                    <a:pt x="184" y="0"/>
                  </a:lnTo>
                  <a:lnTo>
                    <a:pt x="200" y="2"/>
                  </a:lnTo>
                  <a:lnTo>
                    <a:pt x="216" y="8"/>
                  </a:lnTo>
                  <a:lnTo>
                    <a:pt x="232" y="12"/>
                  </a:lnTo>
                  <a:lnTo>
                    <a:pt x="246" y="20"/>
                  </a:lnTo>
                  <a:lnTo>
                    <a:pt x="260" y="28"/>
                  </a:lnTo>
                  <a:lnTo>
                    <a:pt x="272" y="38"/>
                  </a:lnTo>
                  <a:lnTo>
                    <a:pt x="284" y="48"/>
                  </a:lnTo>
                  <a:lnTo>
                    <a:pt x="296" y="60"/>
                  </a:lnTo>
                  <a:lnTo>
                    <a:pt x="306" y="74"/>
                  </a:lnTo>
                  <a:lnTo>
                    <a:pt x="314" y="88"/>
                  </a:lnTo>
                  <a:lnTo>
                    <a:pt x="320" y="102"/>
                  </a:lnTo>
                  <a:lnTo>
                    <a:pt x="326" y="118"/>
                  </a:lnTo>
                  <a:lnTo>
                    <a:pt x="330" y="134"/>
                  </a:lnTo>
                  <a:lnTo>
                    <a:pt x="332" y="150"/>
                  </a:lnTo>
                  <a:lnTo>
                    <a:pt x="334" y="166"/>
                  </a:lnTo>
                  <a:lnTo>
                    <a:pt x="334" y="166"/>
                  </a:lnTo>
                  <a:lnTo>
                    <a:pt x="332" y="184"/>
                  </a:lnTo>
                  <a:lnTo>
                    <a:pt x="330" y="200"/>
                  </a:lnTo>
                  <a:lnTo>
                    <a:pt x="326" y="216"/>
                  </a:lnTo>
                  <a:lnTo>
                    <a:pt x="320" y="232"/>
                  </a:lnTo>
                  <a:lnTo>
                    <a:pt x="314" y="246"/>
                  </a:lnTo>
                  <a:lnTo>
                    <a:pt x="306" y="260"/>
                  </a:lnTo>
                  <a:lnTo>
                    <a:pt x="296" y="274"/>
                  </a:lnTo>
                  <a:lnTo>
                    <a:pt x="284" y="286"/>
                  </a:lnTo>
                  <a:lnTo>
                    <a:pt x="272" y="296"/>
                  </a:lnTo>
                  <a:lnTo>
                    <a:pt x="260" y="306"/>
                  </a:lnTo>
                  <a:lnTo>
                    <a:pt x="246" y="314"/>
                  </a:lnTo>
                  <a:lnTo>
                    <a:pt x="232" y="322"/>
                  </a:lnTo>
                  <a:lnTo>
                    <a:pt x="216" y="326"/>
                  </a:lnTo>
                  <a:lnTo>
                    <a:pt x="200" y="330"/>
                  </a:lnTo>
                  <a:lnTo>
                    <a:pt x="184" y="334"/>
                  </a:lnTo>
                  <a:lnTo>
                    <a:pt x="166" y="334"/>
                  </a:lnTo>
                  <a:lnTo>
                    <a:pt x="166" y="334"/>
                  </a:lnTo>
                  <a:close/>
                  <a:moveTo>
                    <a:pt x="166" y="18"/>
                  </a:moveTo>
                  <a:lnTo>
                    <a:pt x="166" y="18"/>
                  </a:lnTo>
                  <a:lnTo>
                    <a:pt x="152" y="18"/>
                  </a:lnTo>
                  <a:lnTo>
                    <a:pt x="136" y="20"/>
                  </a:lnTo>
                  <a:lnTo>
                    <a:pt x="122" y="24"/>
                  </a:lnTo>
                  <a:lnTo>
                    <a:pt x="108" y="30"/>
                  </a:lnTo>
                  <a:lnTo>
                    <a:pt x="96" y="36"/>
                  </a:lnTo>
                  <a:lnTo>
                    <a:pt x="82" y="44"/>
                  </a:lnTo>
                  <a:lnTo>
                    <a:pt x="72" y="52"/>
                  </a:lnTo>
                  <a:lnTo>
                    <a:pt x="60" y="62"/>
                  </a:lnTo>
                  <a:lnTo>
                    <a:pt x="52" y="72"/>
                  </a:lnTo>
                  <a:lnTo>
                    <a:pt x="42" y="84"/>
                  </a:lnTo>
                  <a:lnTo>
                    <a:pt x="36" y="96"/>
                  </a:lnTo>
                  <a:lnTo>
                    <a:pt x="28" y="108"/>
                  </a:lnTo>
                  <a:lnTo>
                    <a:pt x="24" y="122"/>
                  </a:lnTo>
                  <a:lnTo>
                    <a:pt x="20" y="136"/>
                  </a:lnTo>
                  <a:lnTo>
                    <a:pt x="18" y="152"/>
                  </a:lnTo>
                  <a:lnTo>
                    <a:pt x="18" y="166"/>
                  </a:lnTo>
                  <a:lnTo>
                    <a:pt x="18" y="166"/>
                  </a:lnTo>
                  <a:lnTo>
                    <a:pt x="18" y="182"/>
                  </a:lnTo>
                  <a:lnTo>
                    <a:pt x="20" y="196"/>
                  </a:lnTo>
                  <a:lnTo>
                    <a:pt x="24" y="212"/>
                  </a:lnTo>
                  <a:lnTo>
                    <a:pt x="28" y="224"/>
                  </a:lnTo>
                  <a:lnTo>
                    <a:pt x="36" y="238"/>
                  </a:lnTo>
                  <a:lnTo>
                    <a:pt x="42" y="250"/>
                  </a:lnTo>
                  <a:lnTo>
                    <a:pt x="52" y="262"/>
                  </a:lnTo>
                  <a:lnTo>
                    <a:pt x="60" y="272"/>
                  </a:lnTo>
                  <a:lnTo>
                    <a:pt x="72" y="282"/>
                  </a:lnTo>
                  <a:lnTo>
                    <a:pt x="82" y="290"/>
                  </a:lnTo>
                  <a:lnTo>
                    <a:pt x="96" y="298"/>
                  </a:lnTo>
                  <a:lnTo>
                    <a:pt x="108" y="304"/>
                  </a:lnTo>
                  <a:lnTo>
                    <a:pt x="122" y="310"/>
                  </a:lnTo>
                  <a:lnTo>
                    <a:pt x="136" y="314"/>
                  </a:lnTo>
                  <a:lnTo>
                    <a:pt x="152" y="316"/>
                  </a:lnTo>
                  <a:lnTo>
                    <a:pt x="166" y="316"/>
                  </a:lnTo>
                  <a:lnTo>
                    <a:pt x="166" y="316"/>
                  </a:lnTo>
                  <a:lnTo>
                    <a:pt x="182" y="316"/>
                  </a:lnTo>
                  <a:lnTo>
                    <a:pt x="196" y="314"/>
                  </a:lnTo>
                  <a:lnTo>
                    <a:pt x="210" y="310"/>
                  </a:lnTo>
                  <a:lnTo>
                    <a:pt x="224" y="304"/>
                  </a:lnTo>
                  <a:lnTo>
                    <a:pt x="238" y="298"/>
                  </a:lnTo>
                  <a:lnTo>
                    <a:pt x="250" y="290"/>
                  </a:lnTo>
                  <a:lnTo>
                    <a:pt x="262" y="282"/>
                  </a:lnTo>
                  <a:lnTo>
                    <a:pt x="272" y="272"/>
                  </a:lnTo>
                  <a:lnTo>
                    <a:pt x="282" y="262"/>
                  </a:lnTo>
                  <a:lnTo>
                    <a:pt x="290" y="250"/>
                  </a:lnTo>
                  <a:lnTo>
                    <a:pt x="298" y="238"/>
                  </a:lnTo>
                  <a:lnTo>
                    <a:pt x="304" y="224"/>
                  </a:lnTo>
                  <a:lnTo>
                    <a:pt x="310" y="212"/>
                  </a:lnTo>
                  <a:lnTo>
                    <a:pt x="312" y="196"/>
                  </a:lnTo>
                  <a:lnTo>
                    <a:pt x="316" y="182"/>
                  </a:lnTo>
                  <a:lnTo>
                    <a:pt x="316" y="166"/>
                  </a:lnTo>
                  <a:lnTo>
                    <a:pt x="316" y="166"/>
                  </a:lnTo>
                  <a:lnTo>
                    <a:pt x="316" y="152"/>
                  </a:lnTo>
                  <a:lnTo>
                    <a:pt x="312" y="136"/>
                  </a:lnTo>
                  <a:lnTo>
                    <a:pt x="310" y="122"/>
                  </a:lnTo>
                  <a:lnTo>
                    <a:pt x="304" y="108"/>
                  </a:lnTo>
                  <a:lnTo>
                    <a:pt x="298" y="96"/>
                  </a:lnTo>
                  <a:lnTo>
                    <a:pt x="290" y="84"/>
                  </a:lnTo>
                  <a:lnTo>
                    <a:pt x="282" y="72"/>
                  </a:lnTo>
                  <a:lnTo>
                    <a:pt x="272" y="62"/>
                  </a:lnTo>
                  <a:lnTo>
                    <a:pt x="262" y="52"/>
                  </a:lnTo>
                  <a:lnTo>
                    <a:pt x="250" y="44"/>
                  </a:lnTo>
                  <a:lnTo>
                    <a:pt x="238" y="36"/>
                  </a:lnTo>
                  <a:lnTo>
                    <a:pt x="224" y="30"/>
                  </a:lnTo>
                  <a:lnTo>
                    <a:pt x="210" y="24"/>
                  </a:lnTo>
                  <a:lnTo>
                    <a:pt x="196" y="20"/>
                  </a:lnTo>
                  <a:lnTo>
                    <a:pt x="182" y="18"/>
                  </a:lnTo>
                  <a:lnTo>
                    <a:pt x="166" y="18"/>
                  </a:lnTo>
                  <a:lnTo>
                    <a:pt x="16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solidFill>
                  <a:schemeClr val="bg1"/>
                </a:solidFill>
              </a:endParaRPr>
            </a:p>
          </p:txBody>
        </p:sp>
        <p:sp>
          <p:nvSpPr>
            <p:cNvPr id="11" name="Freeform 10">
              <a:extLst>
                <a:ext uri="{FF2B5EF4-FFF2-40B4-BE49-F238E27FC236}">
                  <a16:creationId xmlns:a16="http://schemas.microsoft.com/office/drawing/2014/main" id="{265EAC3E-36C3-55A7-306C-A4B3E8268B5C}"/>
                </a:ext>
              </a:extLst>
            </p:cNvPr>
            <p:cNvSpPr>
              <a:spLocks/>
            </p:cNvSpPr>
            <p:nvPr/>
          </p:nvSpPr>
          <p:spPr bwMode="auto">
            <a:xfrm>
              <a:off x="-1433513" y="3517753"/>
              <a:ext cx="330200" cy="231775"/>
            </a:xfrm>
            <a:custGeom>
              <a:avLst/>
              <a:gdLst>
                <a:gd name="T0" fmla="*/ 74 w 208"/>
                <a:gd name="T1" fmla="*/ 146 h 146"/>
                <a:gd name="T2" fmla="*/ 0 w 208"/>
                <a:gd name="T3" fmla="*/ 72 h 146"/>
                <a:gd name="T4" fmla="*/ 14 w 208"/>
                <a:gd name="T5" fmla="*/ 58 h 146"/>
                <a:gd name="T6" fmla="*/ 74 w 208"/>
                <a:gd name="T7" fmla="*/ 120 h 146"/>
                <a:gd name="T8" fmla="*/ 196 w 208"/>
                <a:gd name="T9" fmla="*/ 0 h 146"/>
                <a:gd name="T10" fmla="*/ 208 w 208"/>
                <a:gd name="T11" fmla="*/ 12 h 146"/>
                <a:gd name="T12" fmla="*/ 74 w 208"/>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208" h="146">
                  <a:moveTo>
                    <a:pt x="74" y="146"/>
                  </a:moveTo>
                  <a:lnTo>
                    <a:pt x="0" y="72"/>
                  </a:lnTo>
                  <a:lnTo>
                    <a:pt x="14" y="58"/>
                  </a:lnTo>
                  <a:lnTo>
                    <a:pt x="74" y="120"/>
                  </a:lnTo>
                  <a:lnTo>
                    <a:pt x="196" y="0"/>
                  </a:lnTo>
                  <a:lnTo>
                    <a:pt x="208" y="12"/>
                  </a:lnTo>
                  <a:lnTo>
                    <a:pt x="74" y="1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solidFill>
                  <a:schemeClr val="bg1"/>
                </a:solidFill>
              </a:endParaRPr>
            </a:p>
          </p:txBody>
        </p:sp>
      </p:grpSp>
      <p:grpSp>
        <p:nvGrpSpPr>
          <p:cNvPr id="12" name="Group 11">
            <a:extLst>
              <a:ext uri="{FF2B5EF4-FFF2-40B4-BE49-F238E27FC236}">
                <a16:creationId xmlns:a16="http://schemas.microsoft.com/office/drawing/2014/main" id="{7E94A017-1B67-98F6-1147-DA1EE98853D0}"/>
              </a:ext>
              <a:ext uri="{C183D7F6-B498-43B3-948B-1728B52AA6E4}">
                <adec:decorative xmlns:adec="http://schemas.microsoft.com/office/drawing/2017/decorative" val="1"/>
              </a:ext>
            </a:extLst>
          </p:cNvPr>
          <p:cNvGrpSpPr/>
          <p:nvPr/>
        </p:nvGrpSpPr>
        <p:grpSpPr>
          <a:xfrm>
            <a:off x="4076357" y="2290636"/>
            <a:ext cx="88410" cy="88957"/>
            <a:chOff x="3897819" y="2501724"/>
            <a:chExt cx="514350" cy="517525"/>
          </a:xfrm>
          <a:solidFill>
            <a:schemeClr val="bg2"/>
          </a:solidFill>
        </p:grpSpPr>
        <p:sp>
          <p:nvSpPr>
            <p:cNvPr id="13" name="Freeform 10">
              <a:extLst>
                <a:ext uri="{FF2B5EF4-FFF2-40B4-BE49-F238E27FC236}">
                  <a16:creationId xmlns:a16="http://schemas.microsoft.com/office/drawing/2014/main" id="{387BD3F6-C436-4134-08AC-ADFF7D877BA4}"/>
                </a:ext>
              </a:extLst>
            </p:cNvPr>
            <p:cNvSpPr>
              <a:spLocks/>
            </p:cNvSpPr>
            <p:nvPr/>
          </p:nvSpPr>
          <p:spPr bwMode="auto">
            <a:xfrm>
              <a:off x="4044916" y="2650408"/>
              <a:ext cx="220157" cy="220157"/>
            </a:xfrm>
            <a:custGeom>
              <a:avLst/>
              <a:gdLst>
                <a:gd name="T0" fmla="*/ 74 w 86"/>
                <a:gd name="T1" fmla="*/ 86 h 86"/>
                <a:gd name="T2" fmla="*/ 0 w 86"/>
                <a:gd name="T3" fmla="*/ 12 h 86"/>
                <a:gd name="T4" fmla="*/ 12 w 86"/>
                <a:gd name="T5" fmla="*/ 0 h 86"/>
                <a:gd name="T6" fmla="*/ 86 w 86"/>
                <a:gd name="T7" fmla="*/ 74 h 86"/>
                <a:gd name="T8" fmla="*/ 74 w 86"/>
                <a:gd name="T9" fmla="*/ 86 h 86"/>
              </a:gdLst>
              <a:ahLst/>
              <a:cxnLst>
                <a:cxn ang="0">
                  <a:pos x="T0" y="T1"/>
                </a:cxn>
                <a:cxn ang="0">
                  <a:pos x="T2" y="T3"/>
                </a:cxn>
                <a:cxn ang="0">
                  <a:pos x="T4" y="T5"/>
                </a:cxn>
                <a:cxn ang="0">
                  <a:pos x="T6" y="T7"/>
                </a:cxn>
                <a:cxn ang="0">
                  <a:pos x="T8" y="T9"/>
                </a:cxn>
              </a:cxnLst>
              <a:rect l="0" t="0" r="r" b="b"/>
              <a:pathLst>
                <a:path w="86" h="86">
                  <a:moveTo>
                    <a:pt x="74" y="86"/>
                  </a:moveTo>
                  <a:lnTo>
                    <a:pt x="0" y="12"/>
                  </a:lnTo>
                  <a:lnTo>
                    <a:pt x="12" y="0"/>
                  </a:lnTo>
                  <a:lnTo>
                    <a:pt x="86" y="74"/>
                  </a:lnTo>
                  <a:lnTo>
                    <a:pt x="74"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solidFill>
                  <a:schemeClr val="bg1"/>
                </a:solidFill>
              </a:endParaRPr>
            </a:p>
          </p:txBody>
        </p:sp>
        <p:sp>
          <p:nvSpPr>
            <p:cNvPr id="14" name="Freeform 11">
              <a:extLst>
                <a:ext uri="{FF2B5EF4-FFF2-40B4-BE49-F238E27FC236}">
                  <a16:creationId xmlns:a16="http://schemas.microsoft.com/office/drawing/2014/main" id="{CD5D32DD-99F9-3E93-27E7-D474DB7232ED}"/>
                </a:ext>
              </a:extLst>
            </p:cNvPr>
            <p:cNvSpPr>
              <a:spLocks/>
            </p:cNvSpPr>
            <p:nvPr/>
          </p:nvSpPr>
          <p:spPr bwMode="auto">
            <a:xfrm>
              <a:off x="4044916" y="2650408"/>
              <a:ext cx="220157" cy="220157"/>
            </a:xfrm>
            <a:custGeom>
              <a:avLst/>
              <a:gdLst>
                <a:gd name="T0" fmla="*/ 12 w 86"/>
                <a:gd name="T1" fmla="*/ 86 h 86"/>
                <a:gd name="T2" fmla="*/ 0 w 86"/>
                <a:gd name="T3" fmla="*/ 74 h 86"/>
                <a:gd name="T4" fmla="*/ 74 w 86"/>
                <a:gd name="T5" fmla="*/ 0 h 86"/>
                <a:gd name="T6" fmla="*/ 86 w 86"/>
                <a:gd name="T7" fmla="*/ 12 h 86"/>
                <a:gd name="T8" fmla="*/ 12 w 86"/>
                <a:gd name="T9" fmla="*/ 86 h 86"/>
              </a:gdLst>
              <a:ahLst/>
              <a:cxnLst>
                <a:cxn ang="0">
                  <a:pos x="T0" y="T1"/>
                </a:cxn>
                <a:cxn ang="0">
                  <a:pos x="T2" y="T3"/>
                </a:cxn>
                <a:cxn ang="0">
                  <a:pos x="T4" y="T5"/>
                </a:cxn>
                <a:cxn ang="0">
                  <a:pos x="T6" y="T7"/>
                </a:cxn>
                <a:cxn ang="0">
                  <a:pos x="T8" y="T9"/>
                </a:cxn>
              </a:cxnLst>
              <a:rect l="0" t="0" r="r" b="b"/>
              <a:pathLst>
                <a:path w="86" h="86">
                  <a:moveTo>
                    <a:pt x="12" y="86"/>
                  </a:moveTo>
                  <a:lnTo>
                    <a:pt x="0" y="74"/>
                  </a:lnTo>
                  <a:lnTo>
                    <a:pt x="74" y="0"/>
                  </a:lnTo>
                  <a:lnTo>
                    <a:pt x="86" y="12"/>
                  </a:lnTo>
                  <a:lnTo>
                    <a:pt x="12"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solidFill>
                  <a:schemeClr val="bg1"/>
                </a:solidFill>
              </a:endParaRPr>
            </a:p>
          </p:txBody>
        </p:sp>
        <p:sp>
          <p:nvSpPr>
            <p:cNvPr id="15" name="Freeform 97">
              <a:extLst>
                <a:ext uri="{FF2B5EF4-FFF2-40B4-BE49-F238E27FC236}">
                  <a16:creationId xmlns:a16="http://schemas.microsoft.com/office/drawing/2014/main" id="{0DEEFED0-D604-3EF4-C16E-BEF806C4CD0C}"/>
                </a:ext>
              </a:extLst>
            </p:cNvPr>
            <p:cNvSpPr>
              <a:spLocks noEditPoints="1"/>
            </p:cNvSpPr>
            <p:nvPr/>
          </p:nvSpPr>
          <p:spPr bwMode="auto">
            <a:xfrm>
              <a:off x="3897819" y="2501724"/>
              <a:ext cx="514350" cy="517525"/>
            </a:xfrm>
            <a:custGeom>
              <a:avLst/>
              <a:gdLst>
                <a:gd name="T0" fmla="*/ 146 w 324"/>
                <a:gd name="T1" fmla="*/ 324 h 326"/>
                <a:gd name="T2" fmla="*/ 98 w 324"/>
                <a:gd name="T3" fmla="*/ 312 h 326"/>
                <a:gd name="T4" fmla="*/ 58 w 324"/>
                <a:gd name="T5" fmla="*/ 288 h 326"/>
                <a:gd name="T6" fmla="*/ 28 w 324"/>
                <a:gd name="T7" fmla="*/ 254 h 326"/>
                <a:gd name="T8" fmla="*/ 6 w 324"/>
                <a:gd name="T9" fmla="*/ 210 h 326"/>
                <a:gd name="T10" fmla="*/ 0 w 324"/>
                <a:gd name="T11" fmla="*/ 162 h 326"/>
                <a:gd name="T12" fmla="*/ 2 w 324"/>
                <a:gd name="T13" fmla="*/ 130 h 326"/>
                <a:gd name="T14" fmla="*/ 20 w 324"/>
                <a:gd name="T15" fmla="*/ 86 h 326"/>
                <a:gd name="T16" fmla="*/ 48 w 324"/>
                <a:gd name="T17" fmla="*/ 48 h 326"/>
                <a:gd name="T18" fmla="*/ 84 w 324"/>
                <a:gd name="T19" fmla="*/ 20 h 326"/>
                <a:gd name="T20" fmla="*/ 130 w 324"/>
                <a:gd name="T21" fmla="*/ 4 h 326"/>
                <a:gd name="T22" fmla="*/ 162 w 324"/>
                <a:gd name="T23" fmla="*/ 0 h 326"/>
                <a:gd name="T24" fmla="*/ 210 w 324"/>
                <a:gd name="T25" fmla="*/ 8 h 326"/>
                <a:gd name="T26" fmla="*/ 252 w 324"/>
                <a:gd name="T27" fmla="*/ 28 h 326"/>
                <a:gd name="T28" fmla="*/ 288 w 324"/>
                <a:gd name="T29" fmla="*/ 60 h 326"/>
                <a:gd name="T30" fmla="*/ 312 w 324"/>
                <a:gd name="T31" fmla="*/ 100 h 326"/>
                <a:gd name="T32" fmla="*/ 324 w 324"/>
                <a:gd name="T33" fmla="*/ 146 h 326"/>
                <a:gd name="T34" fmla="*/ 324 w 324"/>
                <a:gd name="T35" fmla="*/ 180 h 326"/>
                <a:gd name="T36" fmla="*/ 312 w 324"/>
                <a:gd name="T37" fmla="*/ 226 h 326"/>
                <a:gd name="T38" fmla="*/ 288 w 324"/>
                <a:gd name="T39" fmla="*/ 266 h 326"/>
                <a:gd name="T40" fmla="*/ 252 w 324"/>
                <a:gd name="T41" fmla="*/ 298 h 326"/>
                <a:gd name="T42" fmla="*/ 210 w 324"/>
                <a:gd name="T43" fmla="*/ 318 h 326"/>
                <a:gd name="T44" fmla="*/ 162 w 324"/>
                <a:gd name="T45" fmla="*/ 326 h 326"/>
                <a:gd name="T46" fmla="*/ 162 w 324"/>
                <a:gd name="T47" fmla="*/ 18 h 326"/>
                <a:gd name="T48" fmla="*/ 120 w 324"/>
                <a:gd name="T49" fmla="*/ 24 h 326"/>
                <a:gd name="T50" fmla="*/ 82 w 324"/>
                <a:gd name="T51" fmla="*/ 42 h 326"/>
                <a:gd name="T52" fmla="*/ 50 w 324"/>
                <a:gd name="T53" fmla="*/ 70 h 326"/>
                <a:gd name="T54" fmla="*/ 28 w 324"/>
                <a:gd name="T55" fmla="*/ 106 h 326"/>
                <a:gd name="T56" fmla="*/ 18 w 324"/>
                <a:gd name="T57" fmla="*/ 148 h 326"/>
                <a:gd name="T58" fmla="*/ 18 w 324"/>
                <a:gd name="T59" fmla="*/ 178 h 326"/>
                <a:gd name="T60" fmla="*/ 28 w 324"/>
                <a:gd name="T61" fmla="*/ 218 h 326"/>
                <a:gd name="T62" fmla="*/ 50 w 324"/>
                <a:gd name="T63" fmla="*/ 254 h 326"/>
                <a:gd name="T64" fmla="*/ 82 w 324"/>
                <a:gd name="T65" fmla="*/ 282 h 326"/>
                <a:gd name="T66" fmla="*/ 120 w 324"/>
                <a:gd name="T67" fmla="*/ 300 h 326"/>
                <a:gd name="T68" fmla="*/ 162 w 324"/>
                <a:gd name="T69" fmla="*/ 308 h 326"/>
                <a:gd name="T70" fmla="*/ 192 w 324"/>
                <a:gd name="T71" fmla="*/ 304 h 326"/>
                <a:gd name="T72" fmla="*/ 230 w 324"/>
                <a:gd name="T73" fmla="*/ 290 h 326"/>
                <a:gd name="T74" fmla="*/ 264 w 324"/>
                <a:gd name="T75" fmla="*/ 264 h 326"/>
                <a:gd name="T76" fmla="*/ 290 w 324"/>
                <a:gd name="T77" fmla="*/ 232 h 326"/>
                <a:gd name="T78" fmla="*/ 304 w 324"/>
                <a:gd name="T79" fmla="*/ 192 h 326"/>
                <a:gd name="T80" fmla="*/ 306 w 324"/>
                <a:gd name="T81" fmla="*/ 162 h 326"/>
                <a:gd name="T82" fmla="*/ 300 w 324"/>
                <a:gd name="T83" fmla="*/ 120 h 326"/>
                <a:gd name="T84" fmla="*/ 282 w 324"/>
                <a:gd name="T85" fmla="*/ 82 h 326"/>
                <a:gd name="T86" fmla="*/ 254 w 324"/>
                <a:gd name="T87" fmla="*/ 50 h 326"/>
                <a:gd name="T88" fmla="*/ 218 w 324"/>
                <a:gd name="T89" fmla="*/ 30 h 326"/>
                <a:gd name="T90" fmla="*/ 176 w 324"/>
                <a:gd name="T91" fmla="*/ 18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 h="326">
                  <a:moveTo>
                    <a:pt x="162" y="326"/>
                  </a:moveTo>
                  <a:lnTo>
                    <a:pt x="162" y="326"/>
                  </a:lnTo>
                  <a:lnTo>
                    <a:pt x="146" y="324"/>
                  </a:lnTo>
                  <a:lnTo>
                    <a:pt x="130" y="322"/>
                  </a:lnTo>
                  <a:lnTo>
                    <a:pt x="114" y="318"/>
                  </a:lnTo>
                  <a:lnTo>
                    <a:pt x="98" y="312"/>
                  </a:lnTo>
                  <a:lnTo>
                    <a:pt x="84" y="306"/>
                  </a:lnTo>
                  <a:lnTo>
                    <a:pt x="72" y="298"/>
                  </a:lnTo>
                  <a:lnTo>
                    <a:pt x="58" y="288"/>
                  </a:lnTo>
                  <a:lnTo>
                    <a:pt x="48" y="278"/>
                  </a:lnTo>
                  <a:lnTo>
                    <a:pt x="36" y="266"/>
                  </a:lnTo>
                  <a:lnTo>
                    <a:pt x="28" y="254"/>
                  </a:lnTo>
                  <a:lnTo>
                    <a:pt x="20" y="240"/>
                  </a:lnTo>
                  <a:lnTo>
                    <a:pt x="12" y="226"/>
                  </a:lnTo>
                  <a:lnTo>
                    <a:pt x="6" y="210"/>
                  </a:lnTo>
                  <a:lnTo>
                    <a:pt x="2" y="196"/>
                  </a:lnTo>
                  <a:lnTo>
                    <a:pt x="0" y="180"/>
                  </a:lnTo>
                  <a:lnTo>
                    <a:pt x="0" y="162"/>
                  </a:lnTo>
                  <a:lnTo>
                    <a:pt x="0" y="162"/>
                  </a:lnTo>
                  <a:lnTo>
                    <a:pt x="0" y="146"/>
                  </a:lnTo>
                  <a:lnTo>
                    <a:pt x="2" y="130"/>
                  </a:lnTo>
                  <a:lnTo>
                    <a:pt x="6" y="114"/>
                  </a:lnTo>
                  <a:lnTo>
                    <a:pt x="12" y="100"/>
                  </a:lnTo>
                  <a:lnTo>
                    <a:pt x="20" y="86"/>
                  </a:lnTo>
                  <a:lnTo>
                    <a:pt x="28" y="72"/>
                  </a:lnTo>
                  <a:lnTo>
                    <a:pt x="36" y="60"/>
                  </a:lnTo>
                  <a:lnTo>
                    <a:pt x="48" y="48"/>
                  </a:lnTo>
                  <a:lnTo>
                    <a:pt x="58" y="38"/>
                  </a:lnTo>
                  <a:lnTo>
                    <a:pt x="72" y="28"/>
                  </a:lnTo>
                  <a:lnTo>
                    <a:pt x="84" y="20"/>
                  </a:lnTo>
                  <a:lnTo>
                    <a:pt x="98" y="12"/>
                  </a:lnTo>
                  <a:lnTo>
                    <a:pt x="114" y="8"/>
                  </a:lnTo>
                  <a:lnTo>
                    <a:pt x="130" y="4"/>
                  </a:lnTo>
                  <a:lnTo>
                    <a:pt x="146" y="0"/>
                  </a:lnTo>
                  <a:lnTo>
                    <a:pt x="162" y="0"/>
                  </a:lnTo>
                  <a:lnTo>
                    <a:pt x="162" y="0"/>
                  </a:lnTo>
                  <a:lnTo>
                    <a:pt x="178" y="0"/>
                  </a:lnTo>
                  <a:lnTo>
                    <a:pt x="194" y="4"/>
                  </a:lnTo>
                  <a:lnTo>
                    <a:pt x="210" y="8"/>
                  </a:lnTo>
                  <a:lnTo>
                    <a:pt x="226" y="12"/>
                  </a:lnTo>
                  <a:lnTo>
                    <a:pt x="240" y="20"/>
                  </a:lnTo>
                  <a:lnTo>
                    <a:pt x="252" y="28"/>
                  </a:lnTo>
                  <a:lnTo>
                    <a:pt x="266" y="38"/>
                  </a:lnTo>
                  <a:lnTo>
                    <a:pt x="276" y="48"/>
                  </a:lnTo>
                  <a:lnTo>
                    <a:pt x="288" y="60"/>
                  </a:lnTo>
                  <a:lnTo>
                    <a:pt x="296" y="72"/>
                  </a:lnTo>
                  <a:lnTo>
                    <a:pt x="304" y="86"/>
                  </a:lnTo>
                  <a:lnTo>
                    <a:pt x="312" y="100"/>
                  </a:lnTo>
                  <a:lnTo>
                    <a:pt x="318" y="114"/>
                  </a:lnTo>
                  <a:lnTo>
                    <a:pt x="322" y="130"/>
                  </a:lnTo>
                  <a:lnTo>
                    <a:pt x="324" y="146"/>
                  </a:lnTo>
                  <a:lnTo>
                    <a:pt x="324" y="162"/>
                  </a:lnTo>
                  <a:lnTo>
                    <a:pt x="324" y="162"/>
                  </a:lnTo>
                  <a:lnTo>
                    <a:pt x="324" y="180"/>
                  </a:lnTo>
                  <a:lnTo>
                    <a:pt x="322" y="196"/>
                  </a:lnTo>
                  <a:lnTo>
                    <a:pt x="318" y="210"/>
                  </a:lnTo>
                  <a:lnTo>
                    <a:pt x="312" y="226"/>
                  </a:lnTo>
                  <a:lnTo>
                    <a:pt x="304" y="240"/>
                  </a:lnTo>
                  <a:lnTo>
                    <a:pt x="296" y="254"/>
                  </a:lnTo>
                  <a:lnTo>
                    <a:pt x="288" y="266"/>
                  </a:lnTo>
                  <a:lnTo>
                    <a:pt x="276" y="278"/>
                  </a:lnTo>
                  <a:lnTo>
                    <a:pt x="266" y="288"/>
                  </a:lnTo>
                  <a:lnTo>
                    <a:pt x="252" y="298"/>
                  </a:lnTo>
                  <a:lnTo>
                    <a:pt x="240" y="306"/>
                  </a:lnTo>
                  <a:lnTo>
                    <a:pt x="226" y="312"/>
                  </a:lnTo>
                  <a:lnTo>
                    <a:pt x="210" y="318"/>
                  </a:lnTo>
                  <a:lnTo>
                    <a:pt x="194" y="322"/>
                  </a:lnTo>
                  <a:lnTo>
                    <a:pt x="178" y="324"/>
                  </a:lnTo>
                  <a:lnTo>
                    <a:pt x="162" y="326"/>
                  </a:lnTo>
                  <a:lnTo>
                    <a:pt x="162" y="326"/>
                  </a:lnTo>
                  <a:close/>
                  <a:moveTo>
                    <a:pt x="162" y="18"/>
                  </a:moveTo>
                  <a:lnTo>
                    <a:pt x="162" y="18"/>
                  </a:lnTo>
                  <a:lnTo>
                    <a:pt x="148" y="18"/>
                  </a:lnTo>
                  <a:lnTo>
                    <a:pt x="132" y="20"/>
                  </a:lnTo>
                  <a:lnTo>
                    <a:pt x="120" y="24"/>
                  </a:lnTo>
                  <a:lnTo>
                    <a:pt x="106" y="30"/>
                  </a:lnTo>
                  <a:lnTo>
                    <a:pt x="94" y="36"/>
                  </a:lnTo>
                  <a:lnTo>
                    <a:pt x="82" y="42"/>
                  </a:lnTo>
                  <a:lnTo>
                    <a:pt x="70" y="50"/>
                  </a:lnTo>
                  <a:lnTo>
                    <a:pt x="60" y="60"/>
                  </a:lnTo>
                  <a:lnTo>
                    <a:pt x="50" y="70"/>
                  </a:lnTo>
                  <a:lnTo>
                    <a:pt x="42" y="82"/>
                  </a:lnTo>
                  <a:lnTo>
                    <a:pt x="34" y="94"/>
                  </a:lnTo>
                  <a:lnTo>
                    <a:pt x="28" y="106"/>
                  </a:lnTo>
                  <a:lnTo>
                    <a:pt x="24" y="120"/>
                  </a:lnTo>
                  <a:lnTo>
                    <a:pt x="20" y="134"/>
                  </a:lnTo>
                  <a:lnTo>
                    <a:pt x="18" y="148"/>
                  </a:lnTo>
                  <a:lnTo>
                    <a:pt x="18" y="162"/>
                  </a:lnTo>
                  <a:lnTo>
                    <a:pt x="18" y="162"/>
                  </a:lnTo>
                  <a:lnTo>
                    <a:pt x="18" y="178"/>
                  </a:lnTo>
                  <a:lnTo>
                    <a:pt x="20" y="192"/>
                  </a:lnTo>
                  <a:lnTo>
                    <a:pt x="24" y="206"/>
                  </a:lnTo>
                  <a:lnTo>
                    <a:pt x="28" y="218"/>
                  </a:lnTo>
                  <a:lnTo>
                    <a:pt x="34" y="232"/>
                  </a:lnTo>
                  <a:lnTo>
                    <a:pt x="42" y="244"/>
                  </a:lnTo>
                  <a:lnTo>
                    <a:pt x="50" y="254"/>
                  </a:lnTo>
                  <a:lnTo>
                    <a:pt x="60" y="264"/>
                  </a:lnTo>
                  <a:lnTo>
                    <a:pt x="70" y="274"/>
                  </a:lnTo>
                  <a:lnTo>
                    <a:pt x="82" y="282"/>
                  </a:lnTo>
                  <a:lnTo>
                    <a:pt x="94" y="290"/>
                  </a:lnTo>
                  <a:lnTo>
                    <a:pt x="106" y="296"/>
                  </a:lnTo>
                  <a:lnTo>
                    <a:pt x="120" y="300"/>
                  </a:lnTo>
                  <a:lnTo>
                    <a:pt x="132" y="304"/>
                  </a:lnTo>
                  <a:lnTo>
                    <a:pt x="148" y="306"/>
                  </a:lnTo>
                  <a:lnTo>
                    <a:pt x="162" y="308"/>
                  </a:lnTo>
                  <a:lnTo>
                    <a:pt x="162" y="308"/>
                  </a:lnTo>
                  <a:lnTo>
                    <a:pt x="176" y="306"/>
                  </a:lnTo>
                  <a:lnTo>
                    <a:pt x="192" y="304"/>
                  </a:lnTo>
                  <a:lnTo>
                    <a:pt x="204" y="300"/>
                  </a:lnTo>
                  <a:lnTo>
                    <a:pt x="218" y="296"/>
                  </a:lnTo>
                  <a:lnTo>
                    <a:pt x="230" y="290"/>
                  </a:lnTo>
                  <a:lnTo>
                    <a:pt x="242" y="282"/>
                  </a:lnTo>
                  <a:lnTo>
                    <a:pt x="254" y="274"/>
                  </a:lnTo>
                  <a:lnTo>
                    <a:pt x="264" y="264"/>
                  </a:lnTo>
                  <a:lnTo>
                    <a:pt x="274" y="254"/>
                  </a:lnTo>
                  <a:lnTo>
                    <a:pt x="282" y="244"/>
                  </a:lnTo>
                  <a:lnTo>
                    <a:pt x="290" y="232"/>
                  </a:lnTo>
                  <a:lnTo>
                    <a:pt x="296" y="218"/>
                  </a:lnTo>
                  <a:lnTo>
                    <a:pt x="300" y="206"/>
                  </a:lnTo>
                  <a:lnTo>
                    <a:pt x="304" y="192"/>
                  </a:lnTo>
                  <a:lnTo>
                    <a:pt x="306" y="178"/>
                  </a:lnTo>
                  <a:lnTo>
                    <a:pt x="306" y="162"/>
                  </a:lnTo>
                  <a:lnTo>
                    <a:pt x="306" y="162"/>
                  </a:lnTo>
                  <a:lnTo>
                    <a:pt x="306" y="148"/>
                  </a:lnTo>
                  <a:lnTo>
                    <a:pt x="304" y="134"/>
                  </a:lnTo>
                  <a:lnTo>
                    <a:pt x="300" y="120"/>
                  </a:lnTo>
                  <a:lnTo>
                    <a:pt x="296" y="106"/>
                  </a:lnTo>
                  <a:lnTo>
                    <a:pt x="290" y="94"/>
                  </a:lnTo>
                  <a:lnTo>
                    <a:pt x="282" y="82"/>
                  </a:lnTo>
                  <a:lnTo>
                    <a:pt x="274" y="70"/>
                  </a:lnTo>
                  <a:lnTo>
                    <a:pt x="264" y="60"/>
                  </a:lnTo>
                  <a:lnTo>
                    <a:pt x="254" y="50"/>
                  </a:lnTo>
                  <a:lnTo>
                    <a:pt x="242" y="42"/>
                  </a:lnTo>
                  <a:lnTo>
                    <a:pt x="230" y="36"/>
                  </a:lnTo>
                  <a:lnTo>
                    <a:pt x="218" y="30"/>
                  </a:lnTo>
                  <a:lnTo>
                    <a:pt x="204" y="24"/>
                  </a:lnTo>
                  <a:lnTo>
                    <a:pt x="192" y="20"/>
                  </a:lnTo>
                  <a:lnTo>
                    <a:pt x="176" y="18"/>
                  </a:lnTo>
                  <a:lnTo>
                    <a:pt x="162" y="18"/>
                  </a:lnTo>
                  <a:lnTo>
                    <a:pt x="162"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solidFill>
                  <a:schemeClr val="bg1"/>
                </a:solidFill>
              </a:endParaRPr>
            </a:p>
          </p:txBody>
        </p:sp>
      </p:grpSp>
      <p:cxnSp>
        <p:nvCxnSpPr>
          <p:cNvPr id="16" name="Straight Connector 15">
            <a:extLst>
              <a:ext uri="{FF2B5EF4-FFF2-40B4-BE49-F238E27FC236}">
                <a16:creationId xmlns:a16="http://schemas.microsoft.com/office/drawing/2014/main" id="{A7A00674-684F-BBB6-1176-BC309392D5EA}"/>
              </a:ext>
              <a:ext uri="{C183D7F6-B498-43B3-948B-1728B52AA6E4}">
                <adec:decorative xmlns:adec="http://schemas.microsoft.com/office/drawing/2017/decorative" val="1"/>
              </a:ext>
            </a:extLst>
          </p:cNvPr>
          <p:cNvCxnSpPr>
            <a:cxnSpLocks/>
          </p:cNvCxnSpPr>
          <p:nvPr/>
        </p:nvCxnSpPr>
        <p:spPr>
          <a:xfrm>
            <a:off x="4117765" y="2727593"/>
            <a:ext cx="0" cy="198895"/>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2DA7CA1-7F30-F224-736E-35ED09A96977}"/>
              </a:ext>
              <a:ext uri="{C183D7F6-B498-43B3-948B-1728B52AA6E4}">
                <adec:decorative xmlns:adec="http://schemas.microsoft.com/office/drawing/2017/decorative" val="1"/>
              </a:ext>
            </a:extLst>
          </p:cNvPr>
          <p:cNvCxnSpPr>
            <a:cxnSpLocks/>
          </p:cNvCxnSpPr>
          <p:nvPr/>
        </p:nvCxnSpPr>
        <p:spPr>
          <a:xfrm>
            <a:off x="4117498" y="2424235"/>
            <a:ext cx="0" cy="1145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D3DD13C-4B7B-D978-EC9C-6E71926EAA2D}"/>
              </a:ext>
              <a:ext uri="{C183D7F6-B498-43B3-948B-1728B52AA6E4}">
                <adec:decorative xmlns:adec="http://schemas.microsoft.com/office/drawing/2017/decorative" val="1"/>
              </a:ext>
            </a:extLst>
          </p:cNvPr>
          <p:cNvCxnSpPr>
            <a:cxnSpLocks/>
          </p:cNvCxnSpPr>
          <p:nvPr/>
        </p:nvCxnSpPr>
        <p:spPr>
          <a:xfrm>
            <a:off x="3932659" y="2604113"/>
            <a:ext cx="0" cy="3289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033B89E0-DEEA-738C-2802-2610ECD88B27}"/>
              </a:ext>
              <a:ext uri="{C183D7F6-B498-43B3-948B-1728B52AA6E4}">
                <adec:decorative xmlns:adec="http://schemas.microsoft.com/office/drawing/2017/decorative" val="1"/>
              </a:ext>
            </a:extLst>
          </p:cNvPr>
          <p:cNvGrpSpPr/>
          <p:nvPr/>
        </p:nvGrpSpPr>
        <p:grpSpPr>
          <a:xfrm>
            <a:off x="3892437" y="2439834"/>
            <a:ext cx="88957" cy="88957"/>
            <a:chOff x="-1531938" y="3368533"/>
            <a:chExt cx="530225" cy="530225"/>
          </a:xfrm>
          <a:solidFill>
            <a:schemeClr val="bg2"/>
          </a:solidFill>
        </p:grpSpPr>
        <p:sp>
          <p:nvSpPr>
            <p:cNvPr id="28" name="Freeform 9">
              <a:extLst>
                <a:ext uri="{FF2B5EF4-FFF2-40B4-BE49-F238E27FC236}">
                  <a16:creationId xmlns:a16="http://schemas.microsoft.com/office/drawing/2014/main" id="{E81E6C6E-4A55-ECB1-41C3-5106CCD8EF27}"/>
                </a:ext>
              </a:extLst>
            </p:cNvPr>
            <p:cNvSpPr>
              <a:spLocks noEditPoints="1"/>
            </p:cNvSpPr>
            <p:nvPr/>
          </p:nvSpPr>
          <p:spPr bwMode="auto">
            <a:xfrm>
              <a:off x="-1531938" y="3368533"/>
              <a:ext cx="530225" cy="530225"/>
            </a:xfrm>
            <a:custGeom>
              <a:avLst/>
              <a:gdLst>
                <a:gd name="T0" fmla="*/ 150 w 334"/>
                <a:gd name="T1" fmla="*/ 334 h 334"/>
                <a:gd name="T2" fmla="*/ 102 w 334"/>
                <a:gd name="T3" fmla="*/ 322 h 334"/>
                <a:gd name="T4" fmla="*/ 60 w 334"/>
                <a:gd name="T5" fmla="*/ 296 h 334"/>
                <a:gd name="T6" fmla="*/ 28 w 334"/>
                <a:gd name="T7" fmla="*/ 260 h 334"/>
                <a:gd name="T8" fmla="*/ 6 w 334"/>
                <a:gd name="T9" fmla="*/ 216 h 334"/>
                <a:gd name="T10" fmla="*/ 0 w 334"/>
                <a:gd name="T11" fmla="*/ 166 h 334"/>
                <a:gd name="T12" fmla="*/ 2 w 334"/>
                <a:gd name="T13" fmla="*/ 134 h 334"/>
                <a:gd name="T14" fmla="*/ 20 w 334"/>
                <a:gd name="T15" fmla="*/ 88 h 334"/>
                <a:gd name="T16" fmla="*/ 48 w 334"/>
                <a:gd name="T17" fmla="*/ 48 h 334"/>
                <a:gd name="T18" fmla="*/ 86 w 334"/>
                <a:gd name="T19" fmla="*/ 20 h 334"/>
                <a:gd name="T20" fmla="*/ 132 w 334"/>
                <a:gd name="T21" fmla="*/ 2 h 334"/>
                <a:gd name="T22" fmla="*/ 166 w 334"/>
                <a:gd name="T23" fmla="*/ 0 h 334"/>
                <a:gd name="T24" fmla="*/ 216 w 334"/>
                <a:gd name="T25" fmla="*/ 8 h 334"/>
                <a:gd name="T26" fmla="*/ 260 w 334"/>
                <a:gd name="T27" fmla="*/ 28 h 334"/>
                <a:gd name="T28" fmla="*/ 296 w 334"/>
                <a:gd name="T29" fmla="*/ 60 h 334"/>
                <a:gd name="T30" fmla="*/ 320 w 334"/>
                <a:gd name="T31" fmla="*/ 102 h 334"/>
                <a:gd name="T32" fmla="*/ 332 w 334"/>
                <a:gd name="T33" fmla="*/ 150 h 334"/>
                <a:gd name="T34" fmla="*/ 332 w 334"/>
                <a:gd name="T35" fmla="*/ 184 h 334"/>
                <a:gd name="T36" fmla="*/ 320 w 334"/>
                <a:gd name="T37" fmla="*/ 232 h 334"/>
                <a:gd name="T38" fmla="*/ 296 w 334"/>
                <a:gd name="T39" fmla="*/ 274 h 334"/>
                <a:gd name="T40" fmla="*/ 260 w 334"/>
                <a:gd name="T41" fmla="*/ 306 h 334"/>
                <a:gd name="T42" fmla="*/ 216 w 334"/>
                <a:gd name="T43" fmla="*/ 326 h 334"/>
                <a:gd name="T44" fmla="*/ 166 w 334"/>
                <a:gd name="T45" fmla="*/ 334 h 334"/>
                <a:gd name="T46" fmla="*/ 166 w 334"/>
                <a:gd name="T47" fmla="*/ 18 h 334"/>
                <a:gd name="T48" fmla="*/ 122 w 334"/>
                <a:gd name="T49" fmla="*/ 24 h 334"/>
                <a:gd name="T50" fmla="*/ 82 w 334"/>
                <a:gd name="T51" fmla="*/ 44 h 334"/>
                <a:gd name="T52" fmla="*/ 52 w 334"/>
                <a:gd name="T53" fmla="*/ 72 h 334"/>
                <a:gd name="T54" fmla="*/ 28 w 334"/>
                <a:gd name="T55" fmla="*/ 108 h 334"/>
                <a:gd name="T56" fmla="*/ 18 w 334"/>
                <a:gd name="T57" fmla="*/ 152 h 334"/>
                <a:gd name="T58" fmla="*/ 18 w 334"/>
                <a:gd name="T59" fmla="*/ 182 h 334"/>
                <a:gd name="T60" fmla="*/ 28 w 334"/>
                <a:gd name="T61" fmla="*/ 224 h 334"/>
                <a:gd name="T62" fmla="*/ 52 w 334"/>
                <a:gd name="T63" fmla="*/ 262 h 334"/>
                <a:gd name="T64" fmla="*/ 82 w 334"/>
                <a:gd name="T65" fmla="*/ 290 h 334"/>
                <a:gd name="T66" fmla="*/ 122 w 334"/>
                <a:gd name="T67" fmla="*/ 310 h 334"/>
                <a:gd name="T68" fmla="*/ 166 w 334"/>
                <a:gd name="T69" fmla="*/ 316 h 334"/>
                <a:gd name="T70" fmla="*/ 196 w 334"/>
                <a:gd name="T71" fmla="*/ 314 h 334"/>
                <a:gd name="T72" fmla="*/ 238 w 334"/>
                <a:gd name="T73" fmla="*/ 298 h 334"/>
                <a:gd name="T74" fmla="*/ 272 w 334"/>
                <a:gd name="T75" fmla="*/ 272 h 334"/>
                <a:gd name="T76" fmla="*/ 298 w 334"/>
                <a:gd name="T77" fmla="*/ 238 h 334"/>
                <a:gd name="T78" fmla="*/ 312 w 334"/>
                <a:gd name="T79" fmla="*/ 196 h 334"/>
                <a:gd name="T80" fmla="*/ 316 w 334"/>
                <a:gd name="T81" fmla="*/ 166 h 334"/>
                <a:gd name="T82" fmla="*/ 310 w 334"/>
                <a:gd name="T83" fmla="*/ 122 h 334"/>
                <a:gd name="T84" fmla="*/ 290 w 334"/>
                <a:gd name="T85" fmla="*/ 84 h 334"/>
                <a:gd name="T86" fmla="*/ 262 w 334"/>
                <a:gd name="T87" fmla="*/ 52 h 334"/>
                <a:gd name="T88" fmla="*/ 224 w 334"/>
                <a:gd name="T89" fmla="*/ 30 h 334"/>
                <a:gd name="T90" fmla="*/ 182 w 334"/>
                <a:gd name="T91" fmla="*/ 18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34" h="334">
                  <a:moveTo>
                    <a:pt x="166" y="334"/>
                  </a:moveTo>
                  <a:lnTo>
                    <a:pt x="166" y="334"/>
                  </a:lnTo>
                  <a:lnTo>
                    <a:pt x="150" y="334"/>
                  </a:lnTo>
                  <a:lnTo>
                    <a:pt x="132" y="330"/>
                  </a:lnTo>
                  <a:lnTo>
                    <a:pt x="116" y="326"/>
                  </a:lnTo>
                  <a:lnTo>
                    <a:pt x="102" y="322"/>
                  </a:lnTo>
                  <a:lnTo>
                    <a:pt x="86" y="314"/>
                  </a:lnTo>
                  <a:lnTo>
                    <a:pt x="72" y="306"/>
                  </a:lnTo>
                  <a:lnTo>
                    <a:pt x="60" y="296"/>
                  </a:lnTo>
                  <a:lnTo>
                    <a:pt x="48" y="286"/>
                  </a:lnTo>
                  <a:lnTo>
                    <a:pt x="38" y="274"/>
                  </a:lnTo>
                  <a:lnTo>
                    <a:pt x="28" y="260"/>
                  </a:lnTo>
                  <a:lnTo>
                    <a:pt x="20" y="246"/>
                  </a:lnTo>
                  <a:lnTo>
                    <a:pt x="12" y="232"/>
                  </a:lnTo>
                  <a:lnTo>
                    <a:pt x="6" y="216"/>
                  </a:lnTo>
                  <a:lnTo>
                    <a:pt x="2" y="200"/>
                  </a:lnTo>
                  <a:lnTo>
                    <a:pt x="0" y="184"/>
                  </a:lnTo>
                  <a:lnTo>
                    <a:pt x="0" y="166"/>
                  </a:lnTo>
                  <a:lnTo>
                    <a:pt x="0" y="166"/>
                  </a:lnTo>
                  <a:lnTo>
                    <a:pt x="0" y="150"/>
                  </a:lnTo>
                  <a:lnTo>
                    <a:pt x="2" y="134"/>
                  </a:lnTo>
                  <a:lnTo>
                    <a:pt x="6" y="118"/>
                  </a:lnTo>
                  <a:lnTo>
                    <a:pt x="12" y="102"/>
                  </a:lnTo>
                  <a:lnTo>
                    <a:pt x="20" y="88"/>
                  </a:lnTo>
                  <a:lnTo>
                    <a:pt x="28" y="74"/>
                  </a:lnTo>
                  <a:lnTo>
                    <a:pt x="38" y="60"/>
                  </a:lnTo>
                  <a:lnTo>
                    <a:pt x="48" y="48"/>
                  </a:lnTo>
                  <a:lnTo>
                    <a:pt x="60" y="38"/>
                  </a:lnTo>
                  <a:lnTo>
                    <a:pt x="72" y="28"/>
                  </a:lnTo>
                  <a:lnTo>
                    <a:pt x="86" y="20"/>
                  </a:lnTo>
                  <a:lnTo>
                    <a:pt x="102" y="12"/>
                  </a:lnTo>
                  <a:lnTo>
                    <a:pt x="116" y="8"/>
                  </a:lnTo>
                  <a:lnTo>
                    <a:pt x="132" y="2"/>
                  </a:lnTo>
                  <a:lnTo>
                    <a:pt x="150" y="0"/>
                  </a:lnTo>
                  <a:lnTo>
                    <a:pt x="166" y="0"/>
                  </a:lnTo>
                  <a:lnTo>
                    <a:pt x="166" y="0"/>
                  </a:lnTo>
                  <a:lnTo>
                    <a:pt x="184" y="0"/>
                  </a:lnTo>
                  <a:lnTo>
                    <a:pt x="200" y="2"/>
                  </a:lnTo>
                  <a:lnTo>
                    <a:pt x="216" y="8"/>
                  </a:lnTo>
                  <a:lnTo>
                    <a:pt x="232" y="12"/>
                  </a:lnTo>
                  <a:lnTo>
                    <a:pt x="246" y="20"/>
                  </a:lnTo>
                  <a:lnTo>
                    <a:pt x="260" y="28"/>
                  </a:lnTo>
                  <a:lnTo>
                    <a:pt x="272" y="38"/>
                  </a:lnTo>
                  <a:lnTo>
                    <a:pt x="284" y="48"/>
                  </a:lnTo>
                  <a:lnTo>
                    <a:pt x="296" y="60"/>
                  </a:lnTo>
                  <a:lnTo>
                    <a:pt x="306" y="74"/>
                  </a:lnTo>
                  <a:lnTo>
                    <a:pt x="314" y="88"/>
                  </a:lnTo>
                  <a:lnTo>
                    <a:pt x="320" y="102"/>
                  </a:lnTo>
                  <a:lnTo>
                    <a:pt x="326" y="118"/>
                  </a:lnTo>
                  <a:lnTo>
                    <a:pt x="330" y="134"/>
                  </a:lnTo>
                  <a:lnTo>
                    <a:pt x="332" y="150"/>
                  </a:lnTo>
                  <a:lnTo>
                    <a:pt x="334" y="166"/>
                  </a:lnTo>
                  <a:lnTo>
                    <a:pt x="334" y="166"/>
                  </a:lnTo>
                  <a:lnTo>
                    <a:pt x="332" y="184"/>
                  </a:lnTo>
                  <a:lnTo>
                    <a:pt x="330" y="200"/>
                  </a:lnTo>
                  <a:lnTo>
                    <a:pt x="326" y="216"/>
                  </a:lnTo>
                  <a:lnTo>
                    <a:pt x="320" y="232"/>
                  </a:lnTo>
                  <a:lnTo>
                    <a:pt x="314" y="246"/>
                  </a:lnTo>
                  <a:lnTo>
                    <a:pt x="306" y="260"/>
                  </a:lnTo>
                  <a:lnTo>
                    <a:pt x="296" y="274"/>
                  </a:lnTo>
                  <a:lnTo>
                    <a:pt x="284" y="286"/>
                  </a:lnTo>
                  <a:lnTo>
                    <a:pt x="272" y="296"/>
                  </a:lnTo>
                  <a:lnTo>
                    <a:pt x="260" y="306"/>
                  </a:lnTo>
                  <a:lnTo>
                    <a:pt x="246" y="314"/>
                  </a:lnTo>
                  <a:lnTo>
                    <a:pt x="232" y="322"/>
                  </a:lnTo>
                  <a:lnTo>
                    <a:pt x="216" y="326"/>
                  </a:lnTo>
                  <a:lnTo>
                    <a:pt x="200" y="330"/>
                  </a:lnTo>
                  <a:lnTo>
                    <a:pt x="184" y="334"/>
                  </a:lnTo>
                  <a:lnTo>
                    <a:pt x="166" y="334"/>
                  </a:lnTo>
                  <a:lnTo>
                    <a:pt x="166" y="334"/>
                  </a:lnTo>
                  <a:close/>
                  <a:moveTo>
                    <a:pt x="166" y="18"/>
                  </a:moveTo>
                  <a:lnTo>
                    <a:pt x="166" y="18"/>
                  </a:lnTo>
                  <a:lnTo>
                    <a:pt x="152" y="18"/>
                  </a:lnTo>
                  <a:lnTo>
                    <a:pt x="136" y="20"/>
                  </a:lnTo>
                  <a:lnTo>
                    <a:pt x="122" y="24"/>
                  </a:lnTo>
                  <a:lnTo>
                    <a:pt x="108" y="30"/>
                  </a:lnTo>
                  <a:lnTo>
                    <a:pt x="96" y="36"/>
                  </a:lnTo>
                  <a:lnTo>
                    <a:pt x="82" y="44"/>
                  </a:lnTo>
                  <a:lnTo>
                    <a:pt x="72" y="52"/>
                  </a:lnTo>
                  <a:lnTo>
                    <a:pt x="60" y="62"/>
                  </a:lnTo>
                  <a:lnTo>
                    <a:pt x="52" y="72"/>
                  </a:lnTo>
                  <a:lnTo>
                    <a:pt x="42" y="84"/>
                  </a:lnTo>
                  <a:lnTo>
                    <a:pt x="36" y="96"/>
                  </a:lnTo>
                  <a:lnTo>
                    <a:pt x="28" y="108"/>
                  </a:lnTo>
                  <a:lnTo>
                    <a:pt x="24" y="122"/>
                  </a:lnTo>
                  <a:lnTo>
                    <a:pt x="20" y="136"/>
                  </a:lnTo>
                  <a:lnTo>
                    <a:pt x="18" y="152"/>
                  </a:lnTo>
                  <a:lnTo>
                    <a:pt x="18" y="166"/>
                  </a:lnTo>
                  <a:lnTo>
                    <a:pt x="18" y="166"/>
                  </a:lnTo>
                  <a:lnTo>
                    <a:pt x="18" y="182"/>
                  </a:lnTo>
                  <a:lnTo>
                    <a:pt x="20" y="196"/>
                  </a:lnTo>
                  <a:lnTo>
                    <a:pt x="24" y="212"/>
                  </a:lnTo>
                  <a:lnTo>
                    <a:pt x="28" y="224"/>
                  </a:lnTo>
                  <a:lnTo>
                    <a:pt x="36" y="238"/>
                  </a:lnTo>
                  <a:lnTo>
                    <a:pt x="42" y="250"/>
                  </a:lnTo>
                  <a:lnTo>
                    <a:pt x="52" y="262"/>
                  </a:lnTo>
                  <a:lnTo>
                    <a:pt x="60" y="272"/>
                  </a:lnTo>
                  <a:lnTo>
                    <a:pt x="72" y="282"/>
                  </a:lnTo>
                  <a:lnTo>
                    <a:pt x="82" y="290"/>
                  </a:lnTo>
                  <a:lnTo>
                    <a:pt x="96" y="298"/>
                  </a:lnTo>
                  <a:lnTo>
                    <a:pt x="108" y="304"/>
                  </a:lnTo>
                  <a:lnTo>
                    <a:pt x="122" y="310"/>
                  </a:lnTo>
                  <a:lnTo>
                    <a:pt x="136" y="314"/>
                  </a:lnTo>
                  <a:lnTo>
                    <a:pt x="152" y="316"/>
                  </a:lnTo>
                  <a:lnTo>
                    <a:pt x="166" y="316"/>
                  </a:lnTo>
                  <a:lnTo>
                    <a:pt x="166" y="316"/>
                  </a:lnTo>
                  <a:lnTo>
                    <a:pt x="182" y="316"/>
                  </a:lnTo>
                  <a:lnTo>
                    <a:pt x="196" y="314"/>
                  </a:lnTo>
                  <a:lnTo>
                    <a:pt x="210" y="310"/>
                  </a:lnTo>
                  <a:lnTo>
                    <a:pt x="224" y="304"/>
                  </a:lnTo>
                  <a:lnTo>
                    <a:pt x="238" y="298"/>
                  </a:lnTo>
                  <a:lnTo>
                    <a:pt x="250" y="290"/>
                  </a:lnTo>
                  <a:lnTo>
                    <a:pt x="262" y="282"/>
                  </a:lnTo>
                  <a:lnTo>
                    <a:pt x="272" y="272"/>
                  </a:lnTo>
                  <a:lnTo>
                    <a:pt x="282" y="262"/>
                  </a:lnTo>
                  <a:lnTo>
                    <a:pt x="290" y="250"/>
                  </a:lnTo>
                  <a:lnTo>
                    <a:pt x="298" y="238"/>
                  </a:lnTo>
                  <a:lnTo>
                    <a:pt x="304" y="224"/>
                  </a:lnTo>
                  <a:lnTo>
                    <a:pt x="310" y="212"/>
                  </a:lnTo>
                  <a:lnTo>
                    <a:pt x="312" y="196"/>
                  </a:lnTo>
                  <a:lnTo>
                    <a:pt x="316" y="182"/>
                  </a:lnTo>
                  <a:lnTo>
                    <a:pt x="316" y="166"/>
                  </a:lnTo>
                  <a:lnTo>
                    <a:pt x="316" y="166"/>
                  </a:lnTo>
                  <a:lnTo>
                    <a:pt x="316" y="152"/>
                  </a:lnTo>
                  <a:lnTo>
                    <a:pt x="312" y="136"/>
                  </a:lnTo>
                  <a:lnTo>
                    <a:pt x="310" y="122"/>
                  </a:lnTo>
                  <a:lnTo>
                    <a:pt x="304" y="108"/>
                  </a:lnTo>
                  <a:lnTo>
                    <a:pt x="298" y="96"/>
                  </a:lnTo>
                  <a:lnTo>
                    <a:pt x="290" y="84"/>
                  </a:lnTo>
                  <a:lnTo>
                    <a:pt x="282" y="72"/>
                  </a:lnTo>
                  <a:lnTo>
                    <a:pt x="272" y="62"/>
                  </a:lnTo>
                  <a:lnTo>
                    <a:pt x="262" y="52"/>
                  </a:lnTo>
                  <a:lnTo>
                    <a:pt x="250" y="44"/>
                  </a:lnTo>
                  <a:lnTo>
                    <a:pt x="238" y="36"/>
                  </a:lnTo>
                  <a:lnTo>
                    <a:pt x="224" y="30"/>
                  </a:lnTo>
                  <a:lnTo>
                    <a:pt x="210" y="24"/>
                  </a:lnTo>
                  <a:lnTo>
                    <a:pt x="196" y="20"/>
                  </a:lnTo>
                  <a:lnTo>
                    <a:pt x="182" y="18"/>
                  </a:lnTo>
                  <a:lnTo>
                    <a:pt x="166" y="18"/>
                  </a:lnTo>
                  <a:lnTo>
                    <a:pt x="16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solidFill>
                  <a:schemeClr val="bg1"/>
                </a:solidFill>
              </a:endParaRPr>
            </a:p>
          </p:txBody>
        </p:sp>
        <p:sp>
          <p:nvSpPr>
            <p:cNvPr id="29" name="Freeform 10">
              <a:extLst>
                <a:ext uri="{FF2B5EF4-FFF2-40B4-BE49-F238E27FC236}">
                  <a16:creationId xmlns:a16="http://schemas.microsoft.com/office/drawing/2014/main" id="{15D42352-AAB4-51C9-9D0D-48C2D4F37940}"/>
                </a:ext>
              </a:extLst>
            </p:cNvPr>
            <p:cNvSpPr>
              <a:spLocks/>
            </p:cNvSpPr>
            <p:nvPr/>
          </p:nvSpPr>
          <p:spPr bwMode="auto">
            <a:xfrm>
              <a:off x="-1433513" y="3517753"/>
              <a:ext cx="330200" cy="231775"/>
            </a:xfrm>
            <a:custGeom>
              <a:avLst/>
              <a:gdLst>
                <a:gd name="T0" fmla="*/ 74 w 208"/>
                <a:gd name="T1" fmla="*/ 146 h 146"/>
                <a:gd name="T2" fmla="*/ 0 w 208"/>
                <a:gd name="T3" fmla="*/ 72 h 146"/>
                <a:gd name="T4" fmla="*/ 14 w 208"/>
                <a:gd name="T5" fmla="*/ 58 h 146"/>
                <a:gd name="T6" fmla="*/ 74 w 208"/>
                <a:gd name="T7" fmla="*/ 120 h 146"/>
                <a:gd name="T8" fmla="*/ 196 w 208"/>
                <a:gd name="T9" fmla="*/ 0 h 146"/>
                <a:gd name="T10" fmla="*/ 208 w 208"/>
                <a:gd name="T11" fmla="*/ 12 h 146"/>
                <a:gd name="T12" fmla="*/ 74 w 208"/>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208" h="146">
                  <a:moveTo>
                    <a:pt x="74" y="146"/>
                  </a:moveTo>
                  <a:lnTo>
                    <a:pt x="0" y="72"/>
                  </a:lnTo>
                  <a:lnTo>
                    <a:pt x="14" y="58"/>
                  </a:lnTo>
                  <a:lnTo>
                    <a:pt x="74" y="120"/>
                  </a:lnTo>
                  <a:lnTo>
                    <a:pt x="196" y="0"/>
                  </a:lnTo>
                  <a:lnTo>
                    <a:pt x="208" y="12"/>
                  </a:lnTo>
                  <a:lnTo>
                    <a:pt x="74" y="1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solidFill>
                  <a:schemeClr val="bg1"/>
                </a:solidFill>
              </a:endParaRPr>
            </a:p>
          </p:txBody>
        </p:sp>
      </p:grpSp>
    </p:spTree>
    <p:extLst>
      <p:ext uri="{BB962C8B-B14F-4D97-AF65-F5344CB8AC3E}">
        <p14:creationId xmlns:p14="http://schemas.microsoft.com/office/powerpoint/2010/main" val="3975885782"/>
      </p:ext>
    </p:extLst>
  </p:cSld>
  <p:clrMapOvr>
    <a:masterClrMapping/>
  </p:clrMapOvr>
</p:sld>
</file>

<file path=ppt/theme/theme1.xml><?xml version="1.0" encoding="utf-8"?>
<a:theme xmlns:a="http://schemas.openxmlformats.org/drawingml/2006/main" name="Large Text [LIGHT]">
  <a:themeElements>
    <a:clrScheme name="Custom 86">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Light-global-widescreen-presentation-template-v2.4" id="{D6B24B20-A38F-49E0-8B4C-3B18E59861ED}" vid="{B4A4574A-FF19-41AC-AC5C-2AEF6DC59539}"/>
    </a:ext>
  </a:extLst>
</a:theme>
</file>

<file path=ppt/theme/theme2.xml><?xml version="1.0" encoding="utf-8"?>
<a:theme xmlns:a="http://schemas.openxmlformats.org/drawingml/2006/main" name="Small Text [LIGHT]">
  <a:themeElements>
    <a:clrScheme name="Custom 87">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effectLst/>
      </a:spPr>
      <a:bodyPr lIns="108000" tIns="108000" rIns="108000" bIns="108000" rtlCol="0" anchor="t" anchorCtr="0"/>
      <a:lstStyle>
        <a:defPPr marL="252000" marR="0" indent="-252000" algn="l" defTabSz="914400" eaLnBrk="1" fontAlgn="auto" latinLnBrk="0" hangingPunct="1">
          <a:lnSpc>
            <a:spcPct val="90000"/>
          </a:lnSpc>
          <a:spcBef>
            <a:spcPts val="400"/>
          </a:spcBef>
          <a:spcAft>
            <a:spcPts val="400"/>
          </a:spcAft>
          <a:buClr>
            <a:srgbClr val="FFE600"/>
          </a:buClr>
          <a:buSzTx/>
          <a:buFont typeface="Wingdings" pitchFamily="2" charset="2"/>
          <a:buChar char="§"/>
          <a:tabLst/>
          <a:defRPr kumimoji="0" sz="2000" b="0" i="0" u="none" strike="noStrike" kern="0" cap="none" spc="0" normalizeH="0" baseline="0" noProof="0" dirty="0" err="1" smtClean="0">
            <a:ln>
              <a:noFill/>
            </a:ln>
            <a:solidFill>
              <a:srgbClr val="1A1A24"/>
            </a:solidFill>
            <a:effectLst/>
            <a:uLnTx/>
            <a:uFillTx/>
            <a:latin typeface="EYInterstate Light"/>
            <a:ea typeface="+mn-ea"/>
            <a:cs typeface="+mn-cs"/>
          </a:defRPr>
        </a:defPPr>
      </a:lst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Light-global-widescreen-presentation-template-v2.4" id="{D6B24B20-A38F-49E0-8B4C-3B18E59861ED}" vid="{42FBC55A-A29C-4CC5-8889-604B283E390C}"/>
    </a:ext>
  </a:extLst>
</a:theme>
</file>

<file path=ppt/theme/theme3.xml><?xml version="1.0" encoding="utf-8"?>
<a:theme xmlns:a="http://schemas.openxmlformats.org/drawingml/2006/main" name="EY Core Slides">
  <a:themeElements>
    <a:clrScheme name="Custom 88">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effectLst/>
      </a:spPr>
      <a:bodyPr lIns="108000" tIns="108000" rIns="108000" bIns="108000" rtlCol="0" anchor="t" anchorCtr="0"/>
      <a:lstStyle>
        <a:defPPr marL="252000" marR="0" indent="-252000" algn="l" defTabSz="914400" eaLnBrk="1" fontAlgn="auto" latinLnBrk="0" hangingPunct="1">
          <a:lnSpc>
            <a:spcPct val="90000"/>
          </a:lnSpc>
          <a:spcBef>
            <a:spcPts val="400"/>
          </a:spcBef>
          <a:spcAft>
            <a:spcPts val="400"/>
          </a:spcAft>
          <a:buClr>
            <a:srgbClr val="FFE600"/>
          </a:buClr>
          <a:buSzTx/>
          <a:buFont typeface="Wingdings" pitchFamily="2" charset="2"/>
          <a:buChar char="§"/>
          <a:tabLst/>
          <a:defRPr kumimoji="0" sz="2000" b="0" i="0" u="none" strike="noStrike" kern="0" cap="none" spc="0" normalizeH="0" baseline="0" noProof="0" dirty="0" err="1" smtClean="0">
            <a:ln>
              <a:noFill/>
            </a:ln>
            <a:solidFill>
              <a:srgbClr val="1A1A24"/>
            </a:solidFill>
            <a:effectLst/>
            <a:uLnTx/>
            <a:uFillTx/>
          </a:defRPr>
        </a:defPPr>
      </a:lst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Light-global-widescreen-presentation-template-v2.4" id="{D6B24B20-A38F-49E0-8B4C-3B18E59861ED}" vid="{DADDA970-60F5-479C-9C43-537F08503304}"/>
    </a:ext>
  </a:extLst>
</a:theme>
</file>

<file path=ppt/theme/theme4.xml><?xml version="1.0" encoding="utf-8"?>
<a:theme xmlns:a="http://schemas.openxmlformats.org/drawingml/2006/main" name="1_EY Core Slides">
  <a:themeElements>
    <a:clrScheme name="Custom 84">
      <a:dk1>
        <a:srgbClr val="1A1A24"/>
      </a:dk1>
      <a:lt1>
        <a:srgbClr val="FFFFFF"/>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FFE600"/>
      </a:hlink>
      <a:folHlink>
        <a:srgbClr val="FFE600"/>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tx2"/>
          </a:solidFill>
          <a:miter lim="800000"/>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Light-global-widescreen-presentation-template-v2.4" id="{D6B24B20-A38F-49E0-8B4C-3B18E59861ED}" vid="{B481CEBC-20DF-49DE-BE43-0D8071211E9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E24D6B7C3717C47AB301E11BF9B4951" ma:contentTypeVersion="4" ma:contentTypeDescription="Create a new document." ma:contentTypeScope="" ma:versionID="6a2ac9e823fe16b7fbf39f49d883e91a">
  <xsd:schema xmlns:xsd="http://www.w3.org/2001/XMLSchema" xmlns:xs="http://www.w3.org/2001/XMLSchema" xmlns:p="http://schemas.microsoft.com/office/2006/metadata/properties" xmlns:ns2="714879ae-1033-45c6-9be3-c577918c63c3" targetNamespace="http://schemas.microsoft.com/office/2006/metadata/properties" ma:root="true" ma:fieldsID="67b307d9afce70da7b4a92e414b6e779" ns2:_="">
    <xsd:import namespace="714879ae-1033-45c6-9be3-c577918c63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4879ae-1033-45c6-9be3-c577918c63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C014D9-0F8B-4066-823B-E589F64FAF10}">
  <ds:schemaRefs>
    <ds:schemaRef ds:uri="http://schemas.microsoft.com/sharepoint/v3/contenttype/forms"/>
  </ds:schemaRefs>
</ds:datastoreItem>
</file>

<file path=customXml/itemProps2.xml><?xml version="1.0" encoding="utf-8"?>
<ds:datastoreItem xmlns:ds="http://schemas.openxmlformats.org/officeDocument/2006/customXml" ds:itemID="{45087F47-891A-4332-AEE8-A122FCE56C49}">
  <ds:schemaRefs>
    <ds:schemaRef ds:uri="http://purl.org/dc/elements/1.1/"/>
    <ds:schemaRef ds:uri="http://schemas.microsoft.com/office/2006/documentManagement/types"/>
    <ds:schemaRef ds:uri="http://schemas.openxmlformats.org/package/2006/metadata/core-properties"/>
    <ds:schemaRef ds:uri="714879ae-1033-45c6-9be3-c577918c63c3"/>
    <ds:schemaRef ds:uri="http://www.w3.org/XML/1998/namespace"/>
    <ds:schemaRef ds:uri="http://purl.org/dc/terms/"/>
    <ds:schemaRef ds:uri="http://schemas.microsoft.com/office/2006/metadata/properties"/>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FBF3EB86-FB13-4C5C-B0AA-1D887D1073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4879ae-1033-45c6-9be3-c577918c63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Light-global-widescreen-presentation-template-v2.4</Template>
  <TotalTime>1</TotalTime>
  <Words>2886</Words>
  <Application>Microsoft Office PowerPoint</Application>
  <PresentationFormat>Widescreen</PresentationFormat>
  <Paragraphs>585</Paragraphs>
  <Slides>67</Slides>
  <Notes>16</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67</vt:i4>
      </vt:variant>
    </vt:vector>
  </HeadingPairs>
  <TitlesOfParts>
    <vt:vector size="78" baseType="lpstr">
      <vt:lpstr>Arial</vt:lpstr>
      <vt:lpstr>Calibri</vt:lpstr>
      <vt:lpstr>EYInterstate</vt:lpstr>
      <vt:lpstr>EYInterstate Light</vt:lpstr>
      <vt:lpstr>Georgia Pro</vt:lpstr>
      <vt:lpstr>Times</vt:lpstr>
      <vt:lpstr>Wingdings</vt:lpstr>
      <vt:lpstr>Large Text [LIGHT]</vt:lpstr>
      <vt:lpstr>Small Text [LIGHT]</vt:lpstr>
      <vt:lpstr>EY Core Slides</vt:lpstr>
      <vt:lpstr>1_EY Core Slides</vt:lpstr>
      <vt:lpstr>Template guidance</vt:lpstr>
      <vt:lpstr>Key principles for using the template</vt:lpstr>
      <vt:lpstr>What good pacing looks like</vt:lpstr>
      <vt:lpstr>Accessibility tips</vt:lpstr>
      <vt:lpstr>Core template layouts  25 slide layouts to use</vt:lpstr>
      <vt:lpstr>Spectrum 1</vt:lpstr>
      <vt:lpstr>Spectrum 2</vt:lpstr>
      <vt:lpstr>Spectrum 3</vt:lpstr>
      <vt:lpstr>Yellow Frame</vt:lpstr>
      <vt:lpstr>Yellow Frame slide with author details</vt:lpstr>
      <vt:lpstr>Frame color 1</vt:lpstr>
      <vt:lpstr>Frame color 2</vt:lpstr>
      <vt:lpstr>Frame color 3</vt:lpstr>
      <vt:lpstr>Frame color 4</vt:lpstr>
      <vt:lpstr>Frame color 5</vt:lpstr>
      <vt:lpstr>Frame color 6</vt:lpstr>
      <vt:lpstr>Frame color 7</vt:lpstr>
      <vt:lpstr>Section header 1</vt:lpstr>
      <vt:lpstr>Section header 2</vt:lpstr>
      <vt:lpstr>Section header 3</vt:lpstr>
      <vt:lpstr>Section header 4</vt:lpstr>
      <vt:lpstr>Section header 5</vt:lpstr>
      <vt:lpstr>Section header 6</vt:lpstr>
      <vt:lpstr>Contents</vt:lpstr>
      <vt:lpstr>Agenda</vt:lpstr>
      <vt:lpstr>Key statement</vt:lpstr>
      <vt:lpstr>Key statement 2</vt:lpstr>
      <vt:lpstr>Quote goes here.</vt:lpstr>
      <vt:lpstr>Add media</vt:lpstr>
      <vt:lpstr>Blank</vt:lpstr>
      <vt:lpstr>Large content light  template layouts 10 slide layouts to use</vt:lpstr>
      <vt:lpstr>Title and content template layout</vt:lpstr>
      <vt:lpstr>Two content template layout</vt:lpstr>
      <vt:lpstr>Three content template layout</vt:lpstr>
      <vt:lpstr>Three content with highlight template layout</vt:lpstr>
      <vt:lpstr>Key numbers template layout</vt:lpstr>
      <vt:lpstr>Video and caption template layout</vt:lpstr>
      <vt:lpstr>Content and image template layout</vt:lpstr>
      <vt:lpstr>Team</vt:lpstr>
      <vt:lpstr>Title only template layout</vt:lpstr>
      <vt:lpstr>Small content light  template layouts  13 slide layouts to use</vt:lpstr>
      <vt:lpstr>Title and content template layout</vt:lpstr>
      <vt:lpstr>Two content template layout</vt:lpstr>
      <vt:lpstr>Three content template layout</vt:lpstr>
      <vt:lpstr>Four content template layout</vt:lpstr>
      <vt:lpstr>Eight content template layout</vt:lpstr>
      <vt:lpstr>Three content with highlight template layout</vt:lpstr>
      <vt:lpstr>Content and image template layout</vt:lpstr>
      <vt:lpstr>Content and two image template layout</vt:lpstr>
      <vt:lpstr>Content and three image template layout</vt:lpstr>
      <vt:lpstr>Video and caption template layout</vt:lpstr>
      <vt:lpstr>Team</vt:lpstr>
      <vt:lpstr>Teams</vt:lpstr>
      <vt:lpstr>Title only template layout</vt:lpstr>
      <vt:lpstr>Data visualization  9 slide layouts to use</vt:lpstr>
      <vt:lpstr>Primary color diagram</vt:lpstr>
      <vt:lpstr>Primary color charts</vt:lpstr>
      <vt:lpstr>Primary color table</vt:lpstr>
      <vt:lpstr>Spectrum gradients diagram 2</vt:lpstr>
      <vt:lpstr>Spectrum gradients charts</vt:lpstr>
      <vt:lpstr>Spectrum gradients charts 2</vt:lpstr>
      <vt:lpstr>Advanced color diagram</vt:lpstr>
      <vt:lpstr>Advanced color diagram 2</vt:lpstr>
      <vt:lpstr>Advanced color charts</vt:lpstr>
      <vt:lpstr>Boilerplate</vt:lpstr>
      <vt:lpstr>New PowerPoint template, October 2024  Our brand expansion includes new Breakthrough and Spectrum Frames. Spectrum Frames feature heavily in this template, but Breakthrough Frames do not.  Breakthrough Frames require a high level of design crafting from trained creative professionals. They’re not easily created in PowerPoint.   Instead, use the Spectrum Frames provided throughout this template.</vt:lpstr>
      <vt:lpstr>Color notes</vt:lpstr>
    </vt:vector>
  </TitlesOfParts>
  <Company>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Harris</dc:creator>
  <cp:lastModifiedBy>Michael Harris</cp:lastModifiedBy>
  <cp:revision>1</cp:revision>
  <dcterms:created xsi:type="dcterms:W3CDTF">2026-07-11T13:16:58Z</dcterms:created>
  <dcterms:modified xsi:type="dcterms:W3CDTF">2026-07-11T13:18:15Z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0x01010039AC5ADA8D426E4FBEDF652E9440888F</vt:lpwstr>
  </property>
</Properties>
</file>